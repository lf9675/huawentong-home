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cba0d4d0d34ed3" /><Relationship Type="http://schemas.openxmlformats.org/officeDocument/2006/relationships/extended-properties" Target="/docProps/app.xml" Id="R82383cecf29b43dd" /><Relationship Type="http://schemas.openxmlformats.org/officeDocument/2006/relationships/officeDocument" Target="/ppt/presentation.xml" Id="R3d44056b8eaf4a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c171f0605b4c5b"/>
  </p:sldMasterIdLst>
  <p:notesMasterIdLst>
    <p:notesMasterId xmlns:r="http://schemas.openxmlformats.org/officeDocument/2006/relationships" r:id="R7e8c85dcb7074ff1"/>
  </p:notesMasterIdLst>
  <p:sldIdLst>
    <p:sldId xmlns:r="http://schemas.openxmlformats.org/officeDocument/2006/relationships" id="256" r:id="Rfbe5fec85d214f53"/>
    <p:sldId xmlns:r="http://schemas.openxmlformats.org/officeDocument/2006/relationships" id="257" r:id="Rf9d826afae064a29"/>
    <p:sldId xmlns:r="http://schemas.openxmlformats.org/officeDocument/2006/relationships" id="258" r:id="Rf13bb6600f994ee7"/>
    <p:sldId xmlns:r="http://schemas.openxmlformats.org/officeDocument/2006/relationships" id="259" r:id="Ra1bc4d4ada164e9b"/>
    <p:sldId xmlns:r="http://schemas.openxmlformats.org/officeDocument/2006/relationships" id="260" r:id="R9114af3db4d54766"/>
    <p:sldId xmlns:r="http://schemas.openxmlformats.org/officeDocument/2006/relationships" id="261" r:id="R4eae5b2631dd4ee4"/>
    <p:sldId xmlns:r="http://schemas.openxmlformats.org/officeDocument/2006/relationships" id="262" r:id="R4f3e3dc2c879447f"/>
    <p:sldId xmlns:r="http://schemas.openxmlformats.org/officeDocument/2006/relationships" id="263" r:id="R711991246644403d"/>
    <p:sldId xmlns:r="http://schemas.openxmlformats.org/officeDocument/2006/relationships" id="264" r:id="Rfcabc7791c6b4db8"/>
    <p:sldId xmlns:r="http://schemas.openxmlformats.org/officeDocument/2006/relationships" id="265" r:id="Rcdbf323ad35248ce"/>
    <p:sldId xmlns:r="http://schemas.openxmlformats.org/officeDocument/2006/relationships" id="266" r:id="R621ffc355f15495c"/>
    <p:sldId xmlns:r="http://schemas.openxmlformats.org/officeDocument/2006/relationships" id="267" r:id="Raeb4e2e88bd148d6"/>
    <p:sldId xmlns:r="http://schemas.openxmlformats.org/officeDocument/2006/relationships" id="268" r:id="R377e55c9da0c412b"/>
    <p:sldId xmlns:r="http://schemas.openxmlformats.org/officeDocument/2006/relationships" id="269" r:id="Rcf4542aa6ffc4a06"/>
    <p:sldId xmlns:r="http://schemas.openxmlformats.org/officeDocument/2006/relationships" id="270" r:id="Rf9e9891ac9174414"/>
    <p:sldId xmlns:r="http://schemas.openxmlformats.org/officeDocument/2006/relationships" id="271" r:id="R3c04f4f28a804c31"/>
    <p:sldId xmlns:r="http://schemas.openxmlformats.org/officeDocument/2006/relationships" id="272" r:id="Rffaf3768543749b4"/>
    <p:sldId xmlns:r="http://schemas.openxmlformats.org/officeDocument/2006/relationships" id="273" r:id="R16fa1f8838734727"/>
    <p:sldId xmlns:r="http://schemas.openxmlformats.org/officeDocument/2006/relationships" id="274" r:id="Rba57bffc56184377"/>
    <p:sldId xmlns:r="http://schemas.openxmlformats.org/officeDocument/2006/relationships" id="275" r:id="R079d2a26cd704829"/>
    <p:sldId xmlns:r="http://schemas.openxmlformats.org/officeDocument/2006/relationships" id="276" r:id="R14c78d00343948b4"/>
    <p:sldId xmlns:r="http://schemas.openxmlformats.org/officeDocument/2006/relationships" id="277" r:id="R45d92c7c9ae6479a"/>
    <p:sldId xmlns:r="http://schemas.openxmlformats.org/officeDocument/2006/relationships" id="278" r:id="R7c258171b53a4b9e"/>
    <p:sldId xmlns:r="http://schemas.openxmlformats.org/officeDocument/2006/relationships" id="279" r:id="Rade9a65aade04c9b"/>
    <p:sldId xmlns:r="http://schemas.openxmlformats.org/officeDocument/2006/relationships" id="280" r:id="R044218491e7a41cd"/>
    <p:sldId xmlns:r="http://schemas.openxmlformats.org/officeDocument/2006/relationships" id="281" r:id="R780d263da2644d33"/>
    <p:sldId xmlns:r="http://schemas.openxmlformats.org/officeDocument/2006/relationships" id="282" r:id="R10c54c6ef0e34444"/>
    <p:sldId xmlns:r="http://schemas.openxmlformats.org/officeDocument/2006/relationships" id="283" r:id="R3fb114b6e8cd4d7f"/>
    <p:sldId xmlns:r="http://schemas.openxmlformats.org/officeDocument/2006/relationships" id="284" r:id="R6da47a42bddc4578"/>
    <p:sldId xmlns:r="http://schemas.openxmlformats.org/officeDocument/2006/relationships" id="285" r:id="R9bae1d7450f444ba"/>
    <p:sldId xmlns:r="http://schemas.openxmlformats.org/officeDocument/2006/relationships" id="286" r:id="Rc3022cfd28474df7"/>
    <p:sldId xmlns:r="http://schemas.openxmlformats.org/officeDocument/2006/relationships" id="287" r:id="Rf93220a26f6a46c3"/>
    <p:sldId xmlns:r="http://schemas.openxmlformats.org/officeDocument/2006/relationships" id="288" r:id="R466b41e2523b4677"/>
    <p:sldId xmlns:r="http://schemas.openxmlformats.org/officeDocument/2006/relationships" id="289" r:id="R4c4c44bf51e041b9"/>
    <p:sldId xmlns:r="http://schemas.openxmlformats.org/officeDocument/2006/relationships" id="290" r:id="R017e0dabea7b44c0"/>
    <p:sldId xmlns:r="http://schemas.openxmlformats.org/officeDocument/2006/relationships" id="291" r:id="R435e3047226649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fa14b0000e4e9e" /><Relationship Type="http://schemas.openxmlformats.org/officeDocument/2006/relationships/slideMaster" Target="/ppt/slideMasters/slideMaster1.xml" Id="R89c171f0605b4c5b" /><Relationship Type="http://schemas.openxmlformats.org/officeDocument/2006/relationships/notesMaster" Target="/ppt/notesMasters/notesMaster1.xml" Id="R7e8c85dcb7074ff1" /><Relationship Type="http://schemas.openxmlformats.org/officeDocument/2006/relationships/presProps" Target="/ppt/presProps.xml" Id="R87f446c06f9a48dc" /><Relationship Type="http://schemas.openxmlformats.org/officeDocument/2006/relationships/tableStyles" Target="/ppt/tableStyles.xml" Id="Ra50678f0e7414f2b" /><Relationship Type="http://schemas.openxmlformats.org/officeDocument/2006/relationships/slide" Target="/ppt/slides/slide1.xml" Id="Rfbe5fec85d214f53" /><Relationship Type="http://schemas.openxmlformats.org/officeDocument/2006/relationships/slide" Target="/ppt/slides/slide2.xml" Id="Rf9d826afae064a29" /><Relationship Type="http://schemas.openxmlformats.org/officeDocument/2006/relationships/slide" Target="/ppt/slides/slide3.xml" Id="Rf13bb6600f994ee7" /><Relationship Type="http://schemas.openxmlformats.org/officeDocument/2006/relationships/slide" Target="/ppt/slides/slide4.xml" Id="Ra1bc4d4ada164e9b" /><Relationship Type="http://schemas.openxmlformats.org/officeDocument/2006/relationships/slide" Target="/ppt/slides/slide5.xml" Id="R9114af3db4d54766" /><Relationship Type="http://schemas.openxmlformats.org/officeDocument/2006/relationships/slide" Target="/ppt/slides/slide6.xml" Id="R4eae5b2631dd4ee4" /><Relationship Type="http://schemas.openxmlformats.org/officeDocument/2006/relationships/slide" Target="/ppt/slides/slide7.xml" Id="R4f3e3dc2c879447f" /><Relationship Type="http://schemas.openxmlformats.org/officeDocument/2006/relationships/slide" Target="/ppt/slides/slide8.xml" Id="R711991246644403d" /><Relationship Type="http://schemas.openxmlformats.org/officeDocument/2006/relationships/slide" Target="/ppt/slides/slide9.xml" Id="Rfcabc7791c6b4db8" /><Relationship Type="http://schemas.openxmlformats.org/officeDocument/2006/relationships/slide" Target="/ppt/slides/slide10.xml" Id="Rcdbf323ad35248ce" /><Relationship Type="http://schemas.openxmlformats.org/officeDocument/2006/relationships/slide" Target="/ppt/slides/slide11.xml" Id="R621ffc355f15495c" /><Relationship Type="http://schemas.openxmlformats.org/officeDocument/2006/relationships/slide" Target="/ppt/slides/slide12.xml" Id="Raeb4e2e88bd148d6" /><Relationship Type="http://schemas.openxmlformats.org/officeDocument/2006/relationships/slide" Target="/ppt/slides/slide13.xml" Id="R377e55c9da0c412b" /><Relationship Type="http://schemas.openxmlformats.org/officeDocument/2006/relationships/slide" Target="/ppt/slides/slide14.xml" Id="Rcf4542aa6ffc4a06" /><Relationship Type="http://schemas.openxmlformats.org/officeDocument/2006/relationships/slide" Target="/ppt/slides/slide15.xml" Id="Rf9e9891ac9174414" /><Relationship Type="http://schemas.openxmlformats.org/officeDocument/2006/relationships/slide" Target="/ppt/slides/slide16.xml" Id="R3c04f4f28a804c31" /><Relationship Type="http://schemas.openxmlformats.org/officeDocument/2006/relationships/slide" Target="/ppt/slides/slide17.xml" Id="Rffaf3768543749b4" /><Relationship Type="http://schemas.openxmlformats.org/officeDocument/2006/relationships/slide" Target="/ppt/slides/slide18.xml" Id="R16fa1f8838734727" /><Relationship Type="http://schemas.openxmlformats.org/officeDocument/2006/relationships/slide" Target="/ppt/slides/slide19.xml" Id="Rba57bffc56184377" /><Relationship Type="http://schemas.openxmlformats.org/officeDocument/2006/relationships/slide" Target="/ppt/slides/slide20.xml" Id="R079d2a26cd704829" /><Relationship Type="http://schemas.openxmlformats.org/officeDocument/2006/relationships/slide" Target="/ppt/slides/slide21.xml" Id="R14c78d00343948b4" /><Relationship Type="http://schemas.openxmlformats.org/officeDocument/2006/relationships/slide" Target="/ppt/slides/slide22.xml" Id="R45d92c7c9ae6479a" /><Relationship Type="http://schemas.openxmlformats.org/officeDocument/2006/relationships/slide" Target="/ppt/slides/slide23.xml" Id="R7c258171b53a4b9e" /><Relationship Type="http://schemas.openxmlformats.org/officeDocument/2006/relationships/slide" Target="/ppt/slides/slide24.xml" Id="Rade9a65aade04c9b" /><Relationship Type="http://schemas.openxmlformats.org/officeDocument/2006/relationships/slide" Target="/ppt/slides/slide25.xml" Id="R044218491e7a41cd" /><Relationship Type="http://schemas.openxmlformats.org/officeDocument/2006/relationships/slide" Target="/ppt/slides/slide26.xml" Id="R780d263da2644d33" /><Relationship Type="http://schemas.openxmlformats.org/officeDocument/2006/relationships/slide" Target="/ppt/slides/slide27.xml" Id="R10c54c6ef0e34444" /><Relationship Type="http://schemas.openxmlformats.org/officeDocument/2006/relationships/slide" Target="/ppt/slides/slide28.xml" Id="R3fb114b6e8cd4d7f" /><Relationship Type="http://schemas.openxmlformats.org/officeDocument/2006/relationships/slide" Target="/ppt/slides/slide29.xml" Id="R6da47a42bddc4578" /><Relationship Type="http://schemas.openxmlformats.org/officeDocument/2006/relationships/slide" Target="/ppt/slides/slide30.xml" Id="R9bae1d7450f444ba" /><Relationship Type="http://schemas.openxmlformats.org/officeDocument/2006/relationships/slide" Target="/ppt/slides/slide31.xml" Id="Rc3022cfd28474df7" /><Relationship Type="http://schemas.openxmlformats.org/officeDocument/2006/relationships/slide" Target="/ppt/slides/slide32.xml" Id="Rf93220a26f6a46c3" /><Relationship Type="http://schemas.openxmlformats.org/officeDocument/2006/relationships/slide" Target="/ppt/slides/slide33.xml" Id="R466b41e2523b4677" /><Relationship Type="http://schemas.openxmlformats.org/officeDocument/2006/relationships/slide" Target="/ppt/slides/slide34.xml" Id="R4c4c44bf51e041b9" /><Relationship Type="http://schemas.openxmlformats.org/officeDocument/2006/relationships/slide" Target="/ppt/slides/slide35.xml" Id="R017e0dabea7b44c0" /><Relationship Type="http://schemas.openxmlformats.org/officeDocument/2006/relationships/slide" Target="/ppt/slides/slide36.xml" Id="R435e3047226649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a7be32dcb144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867601009a487b" /><Relationship Type="http://schemas.openxmlformats.org/officeDocument/2006/relationships/notesMaster" Target="/ppt/notesMasters/notesMaster1.xml" Id="R05c5c02d71944f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da6ee7e0764459" /><Relationship Type="http://schemas.openxmlformats.org/officeDocument/2006/relationships/notesMaster" Target="/ppt/notesMasters/notesMaster1.xml" Id="R02c00e6a35ef42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087cacefa84069" /><Relationship Type="http://schemas.openxmlformats.org/officeDocument/2006/relationships/notesMaster" Target="/ppt/notesMasters/notesMaster1.xml" Id="Rf82ca156d71741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5b5261a9534258" /><Relationship Type="http://schemas.openxmlformats.org/officeDocument/2006/relationships/notesMaster" Target="/ppt/notesMasters/notesMaster1.xml" Id="R9dcb8b38cb234d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337f1cfc514acd" /><Relationship Type="http://schemas.openxmlformats.org/officeDocument/2006/relationships/notesMaster" Target="/ppt/notesMasters/notesMaster1.xml" Id="Rd00e9f1fd3024f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b515dfaa454f8b" /><Relationship Type="http://schemas.openxmlformats.org/officeDocument/2006/relationships/notesMaster" Target="/ppt/notesMasters/notesMaster1.xml" Id="R9c0a90bf1fbd4a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f3a0a123684cf9" /><Relationship Type="http://schemas.openxmlformats.org/officeDocument/2006/relationships/notesMaster" Target="/ppt/notesMasters/notesMaster1.xml" Id="R8a0c8753857740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cea47effc04cc7" /><Relationship Type="http://schemas.openxmlformats.org/officeDocument/2006/relationships/notesMaster" Target="/ppt/notesMasters/notesMaster1.xml" Id="R96514fd68dcd43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7880db7faf4ea8" /><Relationship Type="http://schemas.openxmlformats.org/officeDocument/2006/relationships/notesMaster" Target="/ppt/notesMasters/notesMaster1.xml" Id="R9654af007f4146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a317fa18cb422f" /><Relationship Type="http://schemas.openxmlformats.org/officeDocument/2006/relationships/notesMaster" Target="/ppt/notesMasters/notesMaster1.xml" Id="R0b61a444d41146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0a89e13f324043" /><Relationship Type="http://schemas.openxmlformats.org/officeDocument/2006/relationships/notesMaster" Target="/ppt/notesMasters/notesMaster1.xml" Id="R46108d36805e47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6066773ae34fe0" /><Relationship Type="http://schemas.openxmlformats.org/officeDocument/2006/relationships/notesMaster" Target="/ppt/notesMasters/notesMaster1.xml" Id="R70bbd1d1f66540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5bb25b3ad84598" /><Relationship Type="http://schemas.openxmlformats.org/officeDocument/2006/relationships/notesMaster" Target="/ppt/notesMasters/notesMaster1.xml" Id="R4e3d810124204e8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0c0abe14924b20" /><Relationship Type="http://schemas.openxmlformats.org/officeDocument/2006/relationships/notesMaster" Target="/ppt/notesMasters/notesMaster1.xml" Id="R97bc31ec0fbb44f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fc731e3dda4776" /><Relationship Type="http://schemas.openxmlformats.org/officeDocument/2006/relationships/notesMaster" Target="/ppt/notesMasters/notesMaster1.xml" Id="Rcd4ac0d5bfad416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e2ce5db576c4cdb" /><Relationship Type="http://schemas.openxmlformats.org/officeDocument/2006/relationships/notesMaster" Target="/ppt/notesMasters/notesMaster1.xml" Id="R627f84908bd0489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d85461ea2b6425c" /><Relationship Type="http://schemas.openxmlformats.org/officeDocument/2006/relationships/notesMaster" Target="/ppt/notesMasters/notesMaster1.xml" Id="R31d1bd945ff445b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68ffbd2c63b45c8" /><Relationship Type="http://schemas.openxmlformats.org/officeDocument/2006/relationships/notesMaster" Target="/ppt/notesMasters/notesMaster1.xml" Id="Raae48a206618426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6b89dee6fa54eec" /><Relationship Type="http://schemas.openxmlformats.org/officeDocument/2006/relationships/notesMaster" Target="/ppt/notesMasters/notesMaster1.xml" Id="R1d81693dd1774ab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a12d3ef7dd241d2" /><Relationship Type="http://schemas.openxmlformats.org/officeDocument/2006/relationships/notesMaster" Target="/ppt/notesMasters/notesMaster1.xml" Id="R46f7f34d283144f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f3e1f3843e7443e" /><Relationship Type="http://schemas.openxmlformats.org/officeDocument/2006/relationships/notesMaster" Target="/ppt/notesMasters/notesMaster1.xml" Id="R4a3f7018d873433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dbf1a8297e6437e" /><Relationship Type="http://schemas.openxmlformats.org/officeDocument/2006/relationships/notesMaster" Target="/ppt/notesMasters/notesMaster1.xml" Id="R5f0875ddd95f4a6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400b8caf458451e" /><Relationship Type="http://schemas.openxmlformats.org/officeDocument/2006/relationships/notesMaster" Target="/ppt/notesMasters/notesMaster1.xml" Id="R6afd3a3c294749e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601a29efab44c8c" /><Relationship Type="http://schemas.openxmlformats.org/officeDocument/2006/relationships/notesMaster" Target="/ppt/notesMasters/notesMaster1.xml" Id="Ra02575c20d5643d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51233fce5204539" /><Relationship Type="http://schemas.openxmlformats.org/officeDocument/2006/relationships/notesMaster" Target="/ppt/notesMasters/notesMaster1.xml" Id="R0b49f6576255437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69d8fe178024169" /><Relationship Type="http://schemas.openxmlformats.org/officeDocument/2006/relationships/notesMaster" Target="/ppt/notesMasters/notesMaster1.xml" Id="Rd04f2a8e79334f4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03f5a516b2748f4" /><Relationship Type="http://schemas.openxmlformats.org/officeDocument/2006/relationships/notesMaster" Target="/ppt/notesMasters/notesMaster1.xml" Id="Rf60215f7a12f4a8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0c83b0ff65b4d73" /><Relationship Type="http://schemas.openxmlformats.org/officeDocument/2006/relationships/notesMaster" Target="/ppt/notesMasters/notesMaster1.xml" Id="Rdd099e0e29794d5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66fefdf96be4bd4" /><Relationship Type="http://schemas.openxmlformats.org/officeDocument/2006/relationships/notesMaster" Target="/ppt/notesMasters/notesMaster1.xml" Id="Rcd2d58691abd467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e245c2c94ad4847" /><Relationship Type="http://schemas.openxmlformats.org/officeDocument/2006/relationships/notesMaster" Target="/ppt/notesMasters/notesMaster1.xml" Id="Rf0e3d360ddac4cd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6829783968b4ff3" /><Relationship Type="http://schemas.openxmlformats.org/officeDocument/2006/relationships/notesMaster" Target="/ppt/notesMasters/notesMaster1.xml" Id="R6680bc3eb9bd4f4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3d821cfc13f47bf" /><Relationship Type="http://schemas.openxmlformats.org/officeDocument/2006/relationships/notesMaster" Target="/ppt/notesMasters/notesMaster1.xml" Id="Rb2df4a3fd15a4ad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e29f534c9bc4367" /><Relationship Type="http://schemas.openxmlformats.org/officeDocument/2006/relationships/notesMaster" Target="/ppt/notesMasters/notesMaster1.xml" Id="R2ecfaf83ce314c6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13caf90d8084561" /><Relationship Type="http://schemas.openxmlformats.org/officeDocument/2006/relationships/notesMaster" Target="/ppt/notesMasters/notesMaster1.xml" Id="R0c0e5c20b0aa46f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c30384ccf7949b2" /><Relationship Type="http://schemas.openxmlformats.org/officeDocument/2006/relationships/notesMaster" Target="/ppt/notesMasters/notesMaster1.xml" Id="R06b2692efd5a4b2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7dcb710dc2648d8" /><Relationship Type="http://schemas.openxmlformats.org/officeDocument/2006/relationships/notesMaster" Target="/ppt/notesMasters/notesMaster1.xml" Id="R4326b5b8441341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以约50分钟一课安排。先不公布主题。原漫画用于帮助理解，证据以原文为准。</a:t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第1格气泡画在男子旁，但原文“妈妈不见了”是妻子在电话另一头说的。保留原图，明确说话人。</a:t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教师示范：圈题干指代词，回看电话内容，再用完整句解释。不能推断病情突然加重。</a:t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背景状况与眼前久寻未果共同解释担忧，不要只抄“时间流逝”。</a:t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方阿姨只说母亲回到旧组屋区。网页要求连续加入前两句，第二句不能覆盖第一句。</a:t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第一课唯一主要书面题。先解释记忆混淆，再说明语言依据。学生不必猜医学机理。</a:t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参考3点：记忆混淆；具体话语与误认情境；留食物体现关爱。答案按意义核对，不按关键词自动评分。</a:t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先举例再让学生分类，不机械要求所有写景都凑齐四类。</a:t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课本表格后半：整体、景物特点、作者感情。由具体描写推至怀念与理解，不止停在描写角度分类。</a:t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可接受有根据的心情解释。转头可能是不愿别人看到泪痕；不要机械规定唯一心理。</a:t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教参允许赞同或反对，只要解释合理。学生须说明具体作用，不只说“好、感人”。</a:t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教师已明确保留第10段全文。教参“可以去掉”的判断与理由矛盾，采用保留更好的分析。</a:t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保留更好：回忆为理解母亲情感提供内容，也与后文画面照应。并非删去后故事完全看不懂。</a:t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课本巩固练习一。独立于开放题，不强制把句式嵌入观点论证。</a:t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保留课本巩固练习三原题。先独立表态与构思，不能提前给现成立场理由让学生照选。</a:t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必做书面回应。允许同意、部分同意、不同意。例子可用课文或生活；设想须明确为假设，不编造学生经历。</a:t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只有学生先答后才揭示。结合方阿姨联系家人与无障碍设施的例子解释；此页只展示思路，完整示例见网页与教师答案。</a:t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来源：本次提供的《如果走散了》课文、课本问题、教学参考和原漫画。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a37eadaf1c4de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4be2c880894dc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426336b3d74c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49da8a77e548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60438b085b4a8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905a45250b46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60D674-F25C-495A-A3F1-7EBF011C5E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57D0685-CC37-4875-8108-1A228F95B8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8F61700-928E-44F6-97B3-81361C7087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4084C5-F5FB-4D90-99A5-C6CEC10234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3C36F4A-9145-4254-BD6A-D80636335A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07CB667-E89A-4C1F-87E3-6E5ACB6494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6B66AD-B918-4F6E-BB03-297AC8A00F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9E6BBB-BD6D-4CE5-BB61-8874073B7E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134B20-8DB9-4E2A-B218-5823B46CC2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59597E-6E75-4967-8F48-A6FF054D57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7c0210ddfe4171" /><Relationship Type="http://schemas.openxmlformats.org/officeDocument/2006/relationships/slideLayout" Target="/ppt/slideLayouts/slideLayout1.xml" Id="Rdb3ad5d88fe148d1" /><Relationship Type="http://schemas.openxmlformats.org/officeDocument/2006/relationships/slideLayout" Target="/ppt/slideLayouts/slideLayout2.xml" Id="R67d0d883f1924ab8" /><Relationship Type="http://schemas.openxmlformats.org/officeDocument/2006/relationships/slideLayout" Target="/ppt/slideLayouts/slideLayout3.xml" Id="Rccf47547b6834f85" /><Relationship Type="http://schemas.openxmlformats.org/officeDocument/2006/relationships/slideLayout" Target="/ppt/slideLayouts/slideLayout4.xml" Id="R46a181790a844b3b" /><Relationship Type="http://schemas.openxmlformats.org/officeDocument/2006/relationships/slideLayout" Target="/ppt/slideLayouts/slideLayout5.xml" Id="R267831c90fda4a96" /><Relationship Type="http://schemas.openxmlformats.org/officeDocument/2006/relationships/slideLayout" Target="/ppt/slideLayouts/slideLayout6.xml" Id="Rca0c91b768164f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3ad5d88fe148d1"/>
    <p:sldLayoutId xmlns:r="http://schemas.openxmlformats.org/officeDocument/2006/relationships" id="2147483650" r:id="R67d0d883f1924ab8"/>
    <p:sldLayoutId xmlns:r="http://schemas.openxmlformats.org/officeDocument/2006/relationships" id="2147483651" r:id="Rccf47547b6834f85"/>
    <p:sldLayoutId xmlns:r="http://schemas.openxmlformats.org/officeDocument/2006/relationships" id="2147483652" r:id="R46a181790a844b3b"/>
    <p:sldLayoutId xmlns:r="http://schemas.openxmlformats.org/officeDocument/2006/relationships" id="2147483653" r:id="R267831c90fda4a96"/>
    <p:sldLayoutId xmlns:r="http://schemas.openxmlformats.org/officeDocument/2006/relationships" id="2147483654" r:id="Rca0c91b768164f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8c0b213b924339" /><Relationship Type="http://schemas.openxmlformats.org/officeDocument/2006/relationships/image" Target="/ppt/media/image.png" Id="Rcec028607eea4aea" /><Relationship Type="http://schemas.openxmlformats.org/officeDocument/2006/relationships/notesSlide" Target="/ppt/notesSlides/notesSlide1.xml" Id="Rcfe0a5b55ab94e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5c38c22d844678" /><Relationship Type="http://schemas.openxmlformats.org/officeDocument/2006/relationships/notesSlide" Target="/ppt/notesSlides/notesSlide2.xml" Id="Ra36fe5965e5e46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4e01475e6d4758" /><Relationship Type="http://schemas.openxmlformats.org/officeDocument/2006/relationships/notesSlide" Target="/ppt/notesSlides/notesSlide3.xml" Id="Re1f046edce8244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f3042a96104c7e" /><Relationship Type="http://schemas.openxmlformats.org/officeDocument/2006/relationships/notesSlide" Target="/ppt/notesSlides/notesSlide4.xml" Id="Re9375b7327fe4e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b690ca0c844479" /><Relationship Type="http://schemas.openxmlformats.org/officeDocument/2006/relationships/notesSlide" Target="/ppt/notesSlides/notesSlide5.xml" Id="R574995230c124f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00696c9b564801" /><Relationship Type="http://schemas.openxmlformats.org/officeDocument/2006/relationships/notesSlide" Target="/ppt/notesSlides/notesSlide6.xml" Id="Rf9d27b0ffdc14a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ff93a8f1654160" /><Relationship Type="http://schemas.openxmlformats.org/officeDocument/2006/relationships/notesSlide" Target="/ppt/notesSlides/notesSlide7.xml" Id="Ra14645a2d83b43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2eb68451604b83" /><Relationship Type="http://schemas.openxmlformats.org/officeDocument/2006/relationships/notesSlide" Target="/ppt/notesSlides/notesSlide8.xml" Id="Rded12550d62c40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d86f31bf0044c0" /><Relationship Type="http://schemas.openxmlformats.org/officeDocument/2006/relationships/notesSlide" Target="/ppt/notesSlides/notesSlide9.xml" Id="R21858549b3e346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43965da3f94aab" /><Relationship Type="http://schemas.openxmlformats.org/officeDocument/2006/relationships/notesSlide" Target="/ppt/notesSlides/notesSlide10.xml" Id="R825cbf2cd9334d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df60d629ae43c9" /><Relationship Type="http://schemas.openxmlformats.org/officeDocument/2006/relationships/notesSlide" Target="/ppt/notesSlides/notesSlide11.xml" Id="R754db67502b24a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f5d3098982435b" /><Relationship Type="http://schemas.openxmlformats.org/officeDocument/2006/relationships/notesSlide" Target="/ppt/notesSlides/notesSlide12.xml" Id="R82d16bdc5fba4cb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314521cf164322" /><Relationship Type="http://schemas.openxmlformats.org/officeDocument/2006/relationships/image" Target="/ppt/media/image2.png" Id="Reedcd46ed81845ce" /><Relationship Type="http://schemas.openxmlformats.org/officeDocument/2006/relationships/notesSlide" Target="/ppt/notesSlides/notesSlide13.xml" Id="R3070f30a15f940c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c7e24383094344" /><Relationship Type="http://schemas.openxmlformats.org/officeDocument/2006/relationships/notesSlide" Target="/ppt/notesSlides/notesSlide14.xml" Id="R0127cc5a12734b0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79c338e953469a" /><Relationship Type="http://schemas.openxmlformats.org/officeDocument/2006/relationships/notesSlide" Target="/ppt/notesSlides/notesSlide15.xml" Id="R404024a241b44c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3e2c5e4f914639" /><Relationship Type="http://schemas.openxmlformats.org/officeDocument/2006/relationships/notesSlide" Target="/ppt/notesSlides/notesSlide16.xml" Id="R803342e08a9048d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19922a00074e9a" /><Relationship Type="http://schemas.openxmlformats.org/officeDocument/2006/relationships/notesSlide" Target="/ppt/notesSlides/notesSlide17.xml" Id="R518e37db54d549d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232b985d9141c4" /><Relationship Type="http://schemas.openxmlformats.org/officeDocument/2006/relationships/notesSlide" Target="/ppt/notesSlides/notesSlide18.xml" Id="R395dc70a52874e9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24b2a13b0c402c" /><Relationship Type="http://schemas.openxmlformats.org/officeDocument/2006/relationships/notesSlide" Target="/ppt/notesSlides/notesSlide19.xml" Id="R630350dad2ae454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b27997ac1e489d" /><Relationship Type="http://schemas.openxmlformats.org/officeDocument/2006/relationships/notesSlide" Target="/ppt/notesSlides/notesSlide20.xml" Id="R7d2e929b2b9b494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fb6cd76b4b4ef0" /><Relationship Type="http://schemas.openxmlformats.org/officeDocument/2006/relationships/notesSlide" Target="/ppt/notesSlides/notesSlide21.xml" Id="Rcf3b7b6e2258471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8424456d974fc1" /><Relationship Type="http://schemas.openxmlformats.org/officeDocument/2006/relationships/notesSlide" Target="/ppt/notesSlides/notesSlide22.xml" Id="R62ae22b42e154ee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52edbc2d2f482c" /><Relationship Type="http://schemas.openxmlformats.org/officeDocument/2006/relationships/notesSlide" Target="/ppt/notesSlides/notesSlide23.xml" Id="R56f6c29a0a22441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2a1508aafd4a0d" /><Relationship Type="http://schemas.openxmlformats.org/officeDocument/2006/relationships/notesSlide" Target="/ppt/notesSlides/notesSlide24.xml" Id="R73f5610462a5489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6219978b31464e" /><Relationship Type="http://schemas.openxmlformats.org/officeDocument/2006/relationships/notesSlide" Target="/ppt/notesSlides/notesSlide25.xml" Id="R3241e5248a554cd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13b8ac57084b47" /><Relationship Type="http://schemas.openxmlformats.org/officeDocument/2006/relationships/notesSlide" Target="/ppt/notesSlides/notesSlide26.xml" Id="R80d41a98579e4ba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9e7b5fa6884a74" /><Relationship Type="http://schemas.openxmlformats.org/officeDocument/2006/relationships/notesSlide" Target="/ppt/notesSlides/notesSlide27.xml" Id="Rf97f3b847b724df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85527ec93940ff" /><Relationship Type="http://schemas.openxmlformats.org/officeDocument/2006/relationships/notesSlide" Target="/ppt/notesSlides/notesSlide28.xml" Id="Rcd2e4e03d70844a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8fbf6e9a3c4676" /><Relationship Type="http://schemas.openxmlformats.org/officeDocument/2006/relationships/notesSlide" Target="/ppt/notesSlides/notesSlide29.xml" Id="R062be38dc234463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2dcc4a01b6401a" /><Relationship Type="http://schemas.openxmlformats.org/officeDocument/2006/relationships/notesSlide" Target="/ppt/notesSlides/notesSlide30.xml" Id="R3dc743cb5b2d4d0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f1812922de48de" /><Relationship Type="http://schemas.openxmlformats.org/officeDocument/2006/relationships/notesSlide" Target="/ppt/notesSlides/notesSlide31.xml" Id="R1be5f610baab4db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4b98602fc0404b" /><Relationship Type="http://schemas.openxmlformats.org/officeDocument/2006/relationships/notesSlide" Target="/ppt/notesSlides/notesSlide32.xml" Id="R6a863ec322a94b2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1d06f577c441aa" /><Relationship Type="http://schemas.openxmlformats.org/officeDocument/2006/relationships/notesSlide" Target="/ppt/notesSlides/notesSlide33.xml" Id="R75fc832df91e4e6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c2ebf21c81493d" /><Relationship Type="http://schemas.openxmlformats.org/officeDocument/2006/relationships/notesSlide" Target="/ppt/notesSlides/notesSlide34.xml" Id="R59df8ab5c9c04cd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d938b5dd9b4f0d" /><Relationship Type="http://schemas.openxmlformats.org/officeDocument/2006/relationships/notesSlide" Target="/ppt/notesSlides/notesSlide35.xml" Id="R438aad786c7743d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0bf30bbe4f4101" /><Relationship Type="http://schemas.openxmlformats.org/officeDocument/2006/relationships/notesSlide" Target="/ppt/notesSlides/notesSlide36.xml" Id="R6ae77589a50e4b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5DF1C4C-4EE4-4E22-B555-FFEB3B41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57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57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57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57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57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57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57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57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57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57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57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如果走散了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045A3-8775-4B4A-B439-8FC4A72C50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028607eea4aea"/>
          <a:srcRect xmlns:a="http://schemas.openxmlformats.org/drawingml/2006/main" l="50879" t="75977" r="879" b="1237"/>
          <a:stretch xmlns:a="http://schemas.openxmlformats.org/drawingml/2006/main"/>
        </p:blipFill>
        <p:spPr>
          <a:xfrm xmlns:a="http://schemas.openxmlformats.org/drawingml/2006/main">
            <a:off x="6210300" y="1809750"/>
            <a:ext cx="5334000" cy="3779150"/>
          </a:xfrm>
          <a:prstGeom xmlns:a="http://schemas.openxmlformats.org/drawingml/2006/main" prst="rect">
            <a:avLst/>
          </a:prstGeom>
        </p:spPr>
      </p:pic>
      <p:sp>
        <p:nvSpPr>
          <p:cNvPr id="3" name="line-0">
            <a:extLst xmlns:a="http://schemas.openxmlformats.org/drawingml/2006/main">
              <a:ext uri="{FF2B5EF4-FFF2-40B4-BE49-F238E27FC236}">
                <a16:creationId xmlns:a16="http://schemas.microsoft.com/office/drawing/2014/main" id="{ECF811DD-0D5D-4C24-8C2C-607A7E78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中二高级华文　单元五</a:t>
            </a:r>
          </a:p>
        </p:txBody>
      </p:sp>
      <p:sp>
        <p:nvSpPr>
          <p:cNvPr id="4" name="line-1">
            <a:extLst xmlns:a="http://schemas.openxmlformats.org/drawingml/2006/main">
              <a:ext uri="{FF2B5EF4-FFF2-40B4-BE49-F238E27FC236}">
                <a16:creationId xmlns:a16="http://schemas.microsoft.com/office/drawing/2014/main" id="{10D72EAE-0DAA-45AA-AE14-42FF71DA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巩固课文　第一课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087629A-0CF3-4023-8E98-A7BF5A06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576413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CB0831C-FB35-4B79-850A-0F061057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妈妈不见了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650A2852-90C2-4A99-8C40-6CDD6EFA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妻子：“妈妈不见了！”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22FE01DB-AF96-4A6D-AD15-0C70C7ED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“我”：“我马上回来。”</a:t>
            </a:r>
          </a:p>
        </p:txBody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E3186A46-69BB-4612-B2FD-67340B21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先读第1—3段，想想家里出了什么事。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9D6FD5D-3D18-4A12-B880-01273FBE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299370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CFBFB05-8491-4A11-9869-C5FEA31E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“出了问题”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19B39D11-2CB3-491A-95DA-F22F3C0B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这里的“出了问题”指的是</a:t>
            </a:r>
            <a:r>
              <a:rPr sz="3000" b="1">
                <a:solidFill>
                  <a:srgbClr val="AE3C31"/>
                </a:solidFill>
                <a:latin typeface="LXGW WenKai TC"/>
                <a:ea typeface="LXGW WenKai TC"/>
                <a:cs typeface="LXGW WenKai TC"/>
              </a:rPr>
              <a:t>什么</a:t>
            </a: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？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BBFFDD17-EFAE-4C9C-8760-EA4BA88D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请回看第1段与第3段。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391AA55-3239-4D7E-AEBF-B519FB2B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044616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985ABA9-CA29-4C5C-B6D7-4614F004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rPr>
              <a:t>问题的具体内容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516CAE75-4755-4C7E-AE27-40CF59C8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母亲走失了，家人一时找不到她。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F26B19FA-62E5-4A2F-952F-534CA88A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“周全”是照顾安排。</a:t>
            </a:r>
          </a:p>
        </p:txBody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3AD78DB0-2A1A-4C04-891F-9903C4A8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“问题”是母亲仍然走失。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0918106-3BAE-41D1-B748-4C210021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574604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DC017E2-1DD1-4FF9-9961-6AC3144C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妻子和女佣的神色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24DE83CC-8C57-4947-A4AD-51017CB6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1">
                <a:solidFill>
                  <a:srgbClr val="AE3C31"/>
                </a:solidFill>
                <a:latin typeface="LXGW WenKai TC"/>
                <a:ea typeface="LXGW WenKai TC"/>
                <a:cs typeface="LXGW WenKai TC"/>
              </a:rPr>
              <a:t>为</a:t>
            </a:r>
            <a:r>
              <a:rPr sz="3000" b="1">
                <a:solidFill>
                  <a:srgbClr val="AE3C31"/>
                </a:solidFill>
                <a:latin typeface="LXGW WenKai TC"/>
                <a:ea typeface="LXGW WenKai TC"/>
                <a:cs typeface="LXGW WenKai TC"/>
              </a:rPr>
              <a:t>什么</a:t>
            </a: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妻子和女佣神色凝重？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ED847C9C-34F9-4D62-A929-E49A4C16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第4段：母亲没有去妹妹那里。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7EDDE39-0A12-4F80-AE25-A240DFD6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159177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A443FBF-2A80-4D3B-9675-B689288F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rPr>
              <a:t>担忧的原因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09C8DDE4-5097-44BC-8F78-6B7AD19D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母亲不见了，她们担心她的安危。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912ACEB7-F804-4FB7-8072-C657BD44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原文不足以说明她们在互相责怪。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AC0F937-3794-4AE4-91C9-413753FA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718238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5F3A6F5-668F-4D6A-BE31-C2D0B3D7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越来越沉重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8AF793F3-884E-4117-85DA-3563B2E3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“我”的心情</a:t>
            </a:r>
            <a:r>
              <a:rPr sz="3000" b="1">
                <a:solidFill>
                  <a:srgbClr val="AE3C31"/>
                </a:solidFill>
                <a:latin typeface="LXGW WenKai TC"/>
                <a:ea typeface="LXGW WenKai TC"/>
                <a:cs typeface="LXGW WenKai TC"/>
              </a:rPr>
              <a:t>为</a:t>
            </a:r>
            <a:r>
              <a:rPr sz="3000" b="1">
                <a:solidFill>
                  <a:srgbClr val="AE3C31"/>
                </a:solidFill>
                <a:latin typeface="LXGW WenKai TC"/>
                <a:ea typeface="LXGW WenKai TC"/>
                <a:cs typeface="LXGW WenKai TC"/>
              </a:rPr>
              <a:t>什么</a:t>
            </a: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越来越沉重？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86EB2FA8-1F86-49A4-908A-1B030D5F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回看第3、5、6段，找出两方面原因。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8211D0B-9628-423D-90A0-6D162733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392983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F75A0BC-BA6A-4BC9-8B26-36CF7D4A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rPr>
              <a:t>担忧怎样加深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C2D222A0-0294-418A-9AD4-4D0F8777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找了很久，仍未找到母亲。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E949DBCD-D488-485B-8912-BF0C5834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母亲患有失智症，“我”担心她的安危。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07C6376-3B82-4ED6-B2A2-011D289A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564547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E8BC6DA-857C-4762-9677-5C7DD735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妹妹的判断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7AB69F5E-7C8E-4005-B3A7-AB82A921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1">
                <a:solidFill>
                  <a:srgbClr val="AE3C31"/>
                </a:solidFill>
                <a:latin typeface="LXGW WenKai TC"/>
                <a:ea typeface="LXGW WenKai TC"/>
                <a:cs typeface="LXGW WenKai TC"/>
              </a:rPr>
              <a:t>为</a:t>
            </a:r>
            <a:r>
              <a:rPr sz="3000" b="1">
                <a:solidFill>
                  <a:srgbClr val="AE3C31"/>
                </a:solidFill>
                <a:latin typeface="LXGW WenKai TC"/>
                <a:ea typeface="LXGW WenKai TC"/>
                <a:cs typeface="LXGW WenKai TC"/>
              </a:rPr>
              <a:t>什么</a:t>
            </a: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妹妹说母亲一定是去了游乐场？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601BFDD1-FEDB-4E66-AE73-85457AF1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读第7—10段，找出她的</a:t>
            </a:r>
            <a:r>
              <a:rPr sz="3000" b="1">
                <a:solidFill>
                  <a:srgbClr val="AE3C31"/>
                </a:solidFill>
                <a:latin typeface="LXGW WenKai TC"/>
                <a:ea typeface="LXGW WenKai TC"/>
                <a:cs typeface="LXGW WenKai TC"/>
              </a:rPr>
              <a:t>根据</a:t>
            </a: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。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C203ADA-438A-494E-BFE7-7A75605F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66969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C6EB7AC-1ACF-423B-9F73-B3296156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rPr>
              <a:t>约定提供根据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2EEE233B-6237-426C-A11A-273C0E64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那是兄妹小时候常去的地方。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BAB38328-048A-43BC-B6E3-D45C2EC5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母亲常叮嘱：走散了就到那里会合。</a:t>
            </a:r>
          </a:p>
        </p:txBody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D39ED1DF-C169-4FDC-870D-B11614AA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这是妹妹的推测，第11段才证实。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8E12C62-0061-40EB-A056-C56D8B85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740660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39917C1-9DFF-40BA-89EE-4EB5E330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母亲的话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4CA92063-EBCF-4AC2-B136-FCAF1F5E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1">
                <a:solidFill>
                  <a:srgbClr val="AE3C31"/>
                </a:solidFill>
                <a:latin typeface="LXGW WenKai TC"/>
                <a:ea typeface="LXGW WenKai TC"/>
                <a:cs typeface="LXGW WenKai TC"/>
              </a:rPr>
              <a:t>为</a:t>
            </a:r>
            <a:r>
              <a:rPr sz="3000" b="1">
                <a:solidFill>
                  <a:srgbClr val="AE3C31"/>
                </a:solidFill>
                <a:latin typeface="LXGW WenKai TC"/>
                <a:ea typeface="LXGW WenKai TC"/>
                <a:cs typeface="LXGW WenKai TC"/>
              </a:rPr>
              <a:t>什么</a:t>
            </a: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母亲会说这些话？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06DE60D9-962B-4A33-BCC7-70177B97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“你们先去游乐场玩一玩吧……”</a:t>
            </a:r>
          </a:p>
        </p:txBody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B36D955A-A87D-4F11-ACF8-7B43EE9E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独立解释，并引用一处语言作依据。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B4AABD8-885F-45ED-8478-ADA38452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429961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692D4E8-022A-4BD2-A4A4-D0070B44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rPr>
              <a:t>记忆与牵挂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05A8F14E-B32B-4F0E-A426-C0B2A639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母亲把成年儿女当成小时候的孩子。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38737136-F8BA-43E9-819B-6AAF40A2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她以为儿女回来会合，还让他们去玩。</a:t>
            </a:r>
          </a:p>
        </p:txBody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5816AF95-C1BA-4369-BC5C-4FE6221C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她记得儿女爱吃咖喱卜，特地留着。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A8DB7B8-829A-4B03-9DFA-75B9FC15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445772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90B58BF-ED43-479D-B867-DFB6964D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游乐场的景物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21E35-3595-4B0A-8A30-96A8904C55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cd46ed81845ce"/>
          <a:srcRect xmlns:a="http://schemas.openxmlformats.org/drawingml/2006/main" l="879" t="9505" r="50195" b="67904"/>
          <a:stretch xmlns:a="http://schemas.openxmlformats.org/drawingml/2006/main"/>
        </p:blipFill>
        <p:spPr>
          <a:xfrm xmlns:a="http://schemas.openxmlformats.org/drawingml/2006/main">
            <a:off x="6210300" y="1809750"/>
            <a:ext cx="5334000" cy="3694407"/>
          </a:xfrm>
          <a:prstGeom xmlns:a="http://schemas.openxmlformats.org/drawingml/2006/main" prst="rect">
            <a:avLst/>
          </a:prstGeom>
        </p:spPr>
      </p:pic>
      <p:sp>
        <p:nvSpPr>
          <p:cNvPr id="3" name="line-0">
            <a:extLst xmlns:a="http://schemas.openxmlformats.org/drawingml/2006/main">
              <a:ext uri="{FF2B5EF4-FFF2-40B4-BE49-F238E27FC236}">
                <a16:creationId xmlns:a16="http://schemas.microsoft.com/office/drawing/2014/main" id="{5E0D8C91-FD0E-4370-AC38-04F03555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第二课　第13—15段与全文回看</a:t>
            </a:r>
          </a:p>
        </p:txBody>
      </p:sp>
      <p:sp>
        <p:nvSpPr>
          <p:cNvPr id="4" name="line-1">
            <a:extLst xmlns:a="http://schemas.openxmlformats.org/drawingml/2006/main">
              <a:ext uri="{FF2B5EF4-FFF2-40B4-BE49-F238E27FC236}">
                <a16:creationId xmlns:a16="http://schemas.microsoft.com/office/drawing/2014/main" id="{8C2BFF8A-024E-4B4A-B53C-D1597C5E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先读第13段，再完成景物整理表。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7311747-89FA-4D33-B22E-DA1BA871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133246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59FE030-B2D2-47D0-B4A4-891ACAE6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形态与色彩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7566A599-99BF-4F1B-8701-8263DC80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形态：它长什么样？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F6848349-FA07-429C-8C9C-C04C3C03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“气派十足的大船”“高高的桅杆”</a:t>
            </a:r>
          </a:p>
        </p:txBody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73D06DBA-1C52-41B3-B3BF-8C4C37DE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色彩：如“红色船帆”。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4C78BE6-318A-4C48-88B6-31766EA2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341502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A83CC32-1933-45AB-BC20-F82E5C31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声音与人的活动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8A9764D2-9707-4213-8BED-FB50DF48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声音：秋千发出“咿咿呀呀”的声音。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B5135F84-474B-4FEC-A1DD-F7B8708E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人的活动：孩子追逐，妈妈聊天。</a:t>
            </a:r>
          </a:p>
        </p:txBody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ADFA9292-5381-4E5F-9B9C-EEEF8C84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这些描写让人感受到怎样的气氛？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B1BB1B1-0AE8-4AC4-A899-5DA33DC4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127960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097BDD3-309C-423D-8F1F-309F16A0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大船的描写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F2907FE9-A9AA-4B96-9902-3AB82045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大船有</a:t>
            </a:r>
            <a:r>
              <a:rPr sz="3000" b="1">
                <a:solidFill>
                  <a:srgbClr val="AE3C31"/>
                </a:solidFill>
                <a:latin typeface="LXGW WenKai TC"/>
                <a:ea typeface="LXGW WenKai TC"/>
                <a:cs typeface="LXGW WenKai TC"/>
              </a:rPr>
              <a:t>什么</a:t>
            </a: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特点？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C7491B4A-B000-4EDF-B9A0-390A2023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桅杆上挂着</a:t>
            </a:r>
            <a:r>
              <a:rPr sz="3000" b="1">
                <a:solidFill>
                  <a:srgbClr val="AE3C31"/>
                </a:solidFill>
                <a:latin typeface="LXGW WenKai TC"/>
                <a:ea typeface="LXGW WenKai TC"/>
                <a:cs typeface="LXGW WenKai TC"/>
              </a:rPr>
              <a:t>什么</a:t>
            </a: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？孩子在做什么？</a:t>
            </a:r>
          </a:p>
        </p:txBody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747A89E4-0C8D-4FAD-AB98-E647C141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按第13段的先后完成表格。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FD52184-0985-4AC9-A8D1-FCC0EB86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509714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24CF7DE-6DA4-41B2-99C9-94E6F208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rPr>
              <a:t>大船的特点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484A6F71-5916-42CE-B288-B7235FC7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有些老旧，仍然气派十足。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0516261D-8837-4BD0-B191-41F0DDA4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高高的桅杆，俏皮的红色船帆。</a:t>
            </a:r>
          </a:p>
        </p:txBody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4CAB59B8-5439-4589-A831-669B3503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孩子围着波浪滑梯，你追我赶。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306A0B6-59A2-4E27-946C-A453D493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229589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C1B8FBA-32E5-47BF-9A59-8067B8A7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秋千与长椅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E47BCF0A-B2F7-4BCE-B5EE-7FA57916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孩子怎样荡秋千？秋千发出</a:t>
            </a:r>
            <a:r>
              <a:rPr sz="3000" b="1">
                <a:solidFill>
                  <a:srgbClr val="AE3C31"/>
                </a:solidFill>
                <a:latin typeface="LXGW WenKai TC"/>
                <a:ea typeface="LXGW WenKai TC"/>
                <a:cs typeface="LXGW WenKai TC"/>
              </a:rPr>
              <a:t>什么</a:t>
            </a: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声音？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6876B40B-AECD-42FF-BDE2-BE886A6E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长椅上的妈妈在做</a:t>
            </a:r>
            <a:r>
              <a:rPr sz="3000" b="1">
                <a:solidFill>
                  <a:srgbClr val="AE3C31"/>
                </a:solidFill>
                <a:latin typeface="LXGW WenKai TC"/>
                <a:ea typeface="LXGW WenKai TC"/>
                <a:cs typeface="LXGW WenKai TC"/>
              </a:rPr>
              <a:t>什么</a:t>
            </a: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？心情怎样？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4232267-B208-499C-8148-4068F7D8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032514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FB45B02-BC89-4A62-AE99-EBEB0214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rPr>
              <a:t>欢乐与惬意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21F0EF33-EA81-409B-9D65-D3DE64D2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孩子开心地荡秋千。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3439BD8D-DA8B-4B40-888A-BE0A52E1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秋千一起一落，发出咿咿呀呀的声音。</a:t>
            </a:r>
          </a:p>
        </p:txBody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7233FDC1-19B2-4FD9-96D4-E90B7231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妈妈们聊天、照看孩童，轻松而惬意。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3EF52CA-9CF4-40A5-909D-4174EF77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191484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04E78DE-E52F-458F-A1A7-4CBB3BF0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“俏皮的”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06E4BF65-DEB2-4014-ABFA-9B6565B1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“俏皮的”可以去掉吗？</a:t>
            </a:r>
            <a:r>
              <a:rPr sz="3000" b="1">
                <a:solidFill>
                  <a:srgbClr val="AE3C31"/>
                </a:solidFill>
                <a:latin typeface="LXGW WenKai TC"/>
                <a:ea typeface="LXGW WenKai TC"/>
                <a:cs typeface="LXGW WenKai TC"/>
              </a:rPr>
              <a:t>为</a:t>
            </a:r>
            <a:r>
              <a:rPr sz="3000" b="1">
                <a:solidFill>
                  <a:srgbClr val="AE3C31"/>
                </a:solidFill>
                <a:latin typeface="LXGW WenKai TC"/>
                <a:ea typeface="LXGW WenKai TC"/>
                <a:cs typeface="LXGW WenKai TC"/>
              </a:rPr>
              <a:t>什么</a:t>
            </a: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？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907C8C5E-D429-4031-A4AB-E8798023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比较：红色船帆 / 俏皮的红色船帆。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56636EF-5E37-4C8C-8ED1-7AABEAEC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4610711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395E470-184F-4006-A292-C915F025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rPr>
              <a:t>保留的表达效果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144D54CA-D822-4C06-BA99-25C136F2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删去后，仍能知道船帆是红色的。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BBBCE442-1136-4D70-8CD2-902E7465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保留更好：它赋予船帆活泼可爱的感觉。</a:t>
            </a:r>
          </a:p>
        </p:txBody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5E2DA344-90CB-450D-B586-2DC6515D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这种感觉增强了游乐场的欢快气氛。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C8C6F45-7CF5-476A-95CF-B4664678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881383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5AE0533-298F-41EF-8862-A68AAEFF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景物与感情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5B039617-0C04-4EBA-8BB3-AB3073DD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游乐场对“我”和母亲有</a:t>
            </a:r>
            <a:r>
              <a:rPr sz="3000" b="1">
                <a:solidFill>
                  <a:srgbClr val="AE3C31"/>
                </a:solidFill>
                <a:latin typeface="LXGW WenKai TC"/>
                <a:ea typeface="LXGW WenKai TC"/>
                <a:cs typeface="LXGW WenKai TC"/>
              </a:rPr>
              <a:t>什么</a:t>
            </a: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意义？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7D454801-8ABE-480E-B0DB-E79931A8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读第14段：外观变了，</a:t>
            </a:r>
            <a:r>
              <a:rPr sz="3000" b="1">
                <a:solidFill>
                  <a:srgbClr val="AE3C31"/>
                </a:solidFill>
                <a:latin typeface="LXGW WenKai TC"/>
                <a:ea typeface="LXGW WenKai TC"/>
                <a:cs typeface="LXGW WenKai TC"/>
              </a:rPr>
              <a:t>什么</a:t>
            </a: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仍在？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8B304A4-74B3-4464-BED4-C7B2204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82263965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58776BE-71CD-473F-A7E5-C195DA7A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rPr>
              <a:t>游乐场承载的回忆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0A6028CF-FDF9-41B1-91EE-02B3E2C7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色彩不如往日鲜艳，仍欢乐温馨。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56458456-9201-474A-8D22-26F6C8C2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它承载“我”的童年快乐。</a:t>
            </a:r>
          </a:p>
        </p:txBody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D87FB55D-9807-4FE6-8708-B07E6810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它也寄托母亲对旧日生活的怀念。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267AF7C-6EA3-4DE1-BD16-4D3D9326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42361670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9BB49BB-524F-4127-8D1B-2670DE3F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妹妹的泪痕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B8A5A4C1-43B8-41E9-8A42-B3C5E99A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1">
                <a:solidFill>
                  <a:srgbClr val="AE3C31"/>
                </a:solidFill>
                <a:latin typeface="LXGW WenKai TC"/>
                <a:ea typeface="LXGW WenKai TC"/>
                <a:cs typeface="LXGW WenKai TC"/>
              </a:rPr>
              <a:t>为</a:t>
            </a:r>
            <a:r>
              <a:rPr sz="3000" b="1">
                <a:solidFill>
                  <a:srgbClr val="AE3C31"/>
                </a:solidFill>
                <a:latin typeface="LXGW WenKai TC"/>
                <a:ea typeface="LXGW WenKai TC"/>
                <a:cs typeface="LXGW WenKai TC"/>
              </a:rPr>
              <a:t>什么</a:t>
            </a: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妹妹“转过头去迎着晚风，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966C8E06-C76C-4DE5-8D16-E507D46A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似乎想让风吹干眼角的泪痕”？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170C8AA-82EA-4A53-826B-359A4483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2172103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8E1F00A-6826-42A0-AE2A-CFC30120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rPr>
              <a:t>有根据的心理推断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FD2AC342-0B0C-4118-B745-A8F3AA5E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母亲的现状与往昔，使妹妹心酸。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5F14195D-325D-4D87-B679-8438DD83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母亲仍牵挂儿女，也令人感动。</a:t>
            </a:r>
          </a:p>
        </p:txBody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C0DFD61B-FD5D-4A65-AF96-3DD5D39E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“似乎”保留推测，不能说成确定事实。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E80A5E6-F687-4E6C-89C1-945D549D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32776052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0CE6547-7B68-42FA-AE65-C2E05C2E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“妈，我们回家吧”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EEDDD2A6-18A1-4CCD-B38B-7944CA3E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最后一句作为结尾</a:t>
            </a:r>
            <a:r>
              <a:rPr sz="3000" b="1">
                <a:solidFill>
                  <a:srgbClr val="AE3C31"/>
                </a:solidFill>
                <a:latin typeface="LXGW WenKai TC"/>
                <a:ea typeface="LXGW WenKai TC"/>
                <a:cs typeface="LXGW WenKai TC"/>
              </a:rPr>
              <a:t>好不好</a:t>
            </a: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？</a:t>
            </a:r>
            <a:r>
              <a:rPr sz="3000" b="1">
                <a:solidFill>
                  <a:srgbClr val="AE3C31"/>
                </a:solidFill>
                <a:latin typeface="LXGW WenKai TC"/>
                <a:ea typeface="LXGW WenKai TC"/>
                <a:cs typeface="LXGW WenKai TC"/>
              </a:rPr>
              <a:t>为</a:t>
            </a:r>
            <a:r>
              <a:rPr sz="3000" b="1">
                <a:solidFill>
                  <a:srgbClr val="AE3C31"/>
                </a:solidFill>
                <a:latin typeface="LXGW WenKai TC"/>
                <a:ea typeface="LXGW WenKai TC"/>
                <a:cs typeface="LXGW WenKai TC"/>
              </a:rPr>
              <a:t>什么</a:t>
            </a: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？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0D7B446C-330E-4CA3-8D13-E2B198BE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联系“柔声”与“我”的情绪变化。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F0AD6B25-13E7-4520-8C7A-5E9655D1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5901971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6D75E1C-F44D-40F2-98ED-C0A3CE1B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rPr>
              <a:t>结尾的作用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BA96E64C-F1FE-465A-9F79-DF71AF2B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交代找到母亲后带她回家的结果。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4321ECDF-6FA3-4949-9B5A-CDCD60E9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“柔声”表现理解与体谅。</a:t>
            </a:r>
          </a:p>
        </p:txBody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FA6BC5D3-E90B-4653-AC6A-4E480F03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结尾温暖含蓄，感情落在具体言行里。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920E78-EA28-4DA9-804E-A7856FBB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81528224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CE292F6-775D-47F3-B918-E7FED674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全文回看第10段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2E6DDC81-CDE9-410C-A67D-283B2F91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“那时候……话家常”这句话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1DA7A0FA-0A87-4979-99E3-FEA279D1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可以去掉吗？</a:t>
            </a:r>
            <a:r>
              <a:rPr sz="3000" b="1">
                <a:solidFill>
                  <a:srgbClr val="AE3C31"/>
                </a:solidFill>
                <a:latin typeface="LXGW WenKai TC"/>
                <a:ea typeface="LXGW WenKai TC"/>
                <a:cs typeface="LXGW WenKai TC"/>
              </a:rPr>
              <a:t>为</a:t>
            </a:r>
            <a:r>
              <a:rPr sz="3000" b="1">
                <a:solidFill>
                  <a:srgbClr val="AE3C31"/>
                </a:solidFill>
                <a:latin typeface="LXGW WenKai TC"/>
                <a:ea typeface="LXGW WenKai TC"/>
                <a:cs typeface="LXGW WenKai TC"/>
              </a:rPr>
              <a:t>什么</a:t>
            </a: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？</a:t>
            </a:r>
          </a:p>
        </p:txBody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26CFF0FA-D7E3-4C7A-AAD8-8F0211EB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先回看第10段，再比较第13段。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92B0A07-8D6A-4F88-B24B-9B9EF4B8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83484902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9A98CF4-9B46-4085-997C-8F2A5FAF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rPr>
              <a:t>第10段的美好生活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07888DA5-7D90-4AB8-997B-58440D51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“母亲常会坐在游乐场边的长椅上，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091AE9F1-A19E-4EE5-AEF4-3DC0DF99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一边看我们玩耍，一边和邻居话家常。”</a:t>
            </a:r>
          </a:p>
        </p:txBody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CDA086F5-239F-4CEB-BDA2-CD099723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这段生活值得母亲怀念。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7978DD3-1E3E-4487-B039-BC67B049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46341879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69B5A9D-681E-4C46-8B03-CA9E0037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rPr>
              <a:t>前后照应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B74D06F4-ED81-44CC-95EC-1F00161B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第10段：母亲看孩子玩，与邻居聊天。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BAA239F8-3EAD-4A3C-9CBE-9AFC390C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第13段：妈妈们聊天，不时照看孩童。</a:t>
            </a:r>
          </a:p>
        </p:txBody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EC4478FF-0441-4E3F-88E7-D21C4819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照应：前后内容相互关联（echo）。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5E8E0C8-DA2E-4C68-8C87-1F08169A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77548202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F9B8EDC-48D2-4A21-A7C6-B17A36F1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仿写句子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3C78C637-C87B-471B-BB05-ACA0188B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虽然……，但……，也……。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C56BFDF2-6A4C-4BCF-8B70-24BEE36C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“虽然”写一个情况，“但”转到另一面。</a:t>
            </a:r>
          </a:p>
        </p:txBody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FAB3B6F2-B0D1-4431-B502-CCDF6DFB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“也”承接后半句，再补充一点。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361EB9A-9451-47B4-A481-EEB5777C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67684933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C1F9267-BA44-44B2-9FEB-ED41D5E4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rPr>
              <a:t>仿写示例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6531DD75-E50B-4044-8ACF-B6B62EFF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虽然这座图书馆面积不大，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350A220B-E657-4EDB-BE89-0964484A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但它为居民提供了安静的阅读空间，</a:t>
            </a:r>
          </a:p>
        </p:txBody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94E93369-134F-4968-930D-F6256179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也让孩子们有机会参加有趣的读书活动。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7B47D92-4015-47E9-844D-E50D9460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42563423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23E8958-10C9-4D0E-8619-863E9A81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社区的人情味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2DFA266D-00F0-480B-B4AB-624CE005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有人说，社区的人情味比居住环境更重要。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028D4EDA-8BBE-4138-B3FB-3D66FDE2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你</a:t>
            </a:r>
            <a:r>
              <a:rPr sz="3000" b="1">
                <a:solidFill>
                  <a:srgbClr val="AE3C31"/>
                </a:solidFill>
                <a:latin typeface="LXGW WenKai TC"/>
                <a:ea typeface="LXGW WenKai TC"/>
                <a:cs typeface="LXGW WenKai TC"/>
              </a:rPr>
              <a:t>同意</a:t>
            </a: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吗？说说你的</a:t>
            </a:r>
            <a:r>
              <a:rPr sz="3000" b="1">
                <a:solidFill>
                  <a:srgbClr val="AE3C31"/>
                </a:solidFill>
                <a:latin typeface="LXGW WenKai TC"/>
                <a:ea typeface="LXGW WenKai TC"/>
                <a:cs typeface="LXGW WenKai TC"/>
              </a:rPr>
              <a:t>理由</a:t>
            </a: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。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5F68B3A-3FB9-47FC-94E6-FA3BFB88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36911648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4D9AD5F-1C61-4AA4-A603-D14750F6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开放题的解释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580C541E-D274-4315-8435-DC21552D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立场：我怎么看？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F57EBBCE-2E3E-4060-8C70-6313C5B7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理由与例子：为什么？什么事能说明？</a:t>
            </a:r>
          </a:p>
        </p:txBody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02AC362F-898B-44EB-97CA-46EC3EAA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回扣：例子怎样支持两者重要性的比较？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4A94CAF-84E6-4AA5-9130-C892762A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05517515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BC4BDBD-CD92-4FE6-AFFD-3B4ABB58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315B67"/>
                </a:solidFill>
                <a:latin typeface="LXGW WenKai TC"/>
                <a:ea typeface="LXGW WenKai TC"/>
                <a:cs typeface="LXGW WenKai TC"/>
              </a:rPr>
              <a:t>一种合理回应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3A0CB36C-D95C-4A2F-B2A7-E5D8A729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邻里的关怀能提供及时帮助，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DB1D40CB-2647-4BD3-A161-EDE73D65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安全、方便的环境也支持居民生活。</a:t>
            </a:r>
          </a:p>
        </p:txBody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54B0FE55-32C4-4682-953E-717170E0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83D43"/>
                </a:solidFill>
                <a:latin typeface="Noto Serif CJK SC"/>
                <a:ea typeface="Noto Serif CJK SC"/>
                <a:cs typeface="Noto Serif CJK SC"/>
              </a:rPr>
              <a:t>我部分同意，二者需要相互配合。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E67720B-D3C4-47E4-AA7D-05B8C984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11153629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B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D2A945F-9826-4FFE-A7D8-91939723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检查与订正</a:t>
            </a:r>
          </a:p>
        </p:txBody>
      </p:sp>
      <p:sp>
        <p:nvSpPr>
          <p:cNvPr id="2" name="line-0">
            <a:extLst xmlns:a="http://schemas.openxmlformats.org/drawingml/2006/main">
              <a:ext uri="{FF2B5EF4-FFF2-40B4-BE49-F238E27FC236}">
                <a16:creationId xmlns:a16="http://schemas.microsoft.com/office/drawing/2014/main" id="{6C958D2D-F0D2-4AA3-821A-232D50A9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我的理由回应了“更重要”的比较吗？</a:t>
            </a:r>
          </a:p>
        </p:txBody>
      </p:sp>
      <p:sp>
        <p:nvSpPr>
          <p:cNvPr id="3" name="line-1">
            <a:extLst xmlns:a="http://schemas.openxmlformats.org/drawingml/2006/main">
              <a:ext uri="{FF2B5EF4-FFF2-40B4-BE49-F238E27FC236}">
                <a16:creationId xmlns:a16="http://schemas.microsoft.com/office/drawing/2014/main" id="{F9EE0440-98DB-41C2-8ECB-090FBB74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例子怎样支持我的看法？</a:t>
            </a:r>
          </a:p>
        </p:txBody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D50540E1-CA88-47DA-BFAF-7E7BB70C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83D43"/>
                </a:solidFill>
                <a:latin typeface="LXGW WenKai TC"/>
                <a:ea typeface="LXGW WenKai TC"/>
                <a:cs typeface="LXGW WenKai TC"/>
              </a:rPr>
              <a:t>对照后订正，整理词语并导出学习记录。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0CDBF0E-9962-4DFD-817B-51477F2A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54666B"/>
                </a:solidFill>
                <a:latin typeface="LXGW WenKai TC"/>
                <a:ea typeface="LXGW WenKai TC"/>
                <a:cs typeface="LXGW WenKai TC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8370621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2026-10-21T06:02:55.3920000Z</dcterms:created>
  <dcterms:modified xsi:type="dcterms:W3CDTF">2026-10-21T06:02:55.3920000Z</dcterms:modified>
</coreProperties>
</file>