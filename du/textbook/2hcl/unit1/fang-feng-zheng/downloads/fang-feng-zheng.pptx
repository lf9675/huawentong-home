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02fa1fa142e43b9"/><Relationship Type="http://schemas.openxmlformats.org/officeDocument/2006/relationships/extended-properties" Target="/docProps/app.xml" Id="Rc8344b29253b4fbd"/><Relationship Type="http://schemas.openxmlformats.org/officeDocument/2006/relationships/officeDocument" Target="/ppt/presentation.xml" Id="R7ae05d606017408d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a83dd176341e6"/>
  </p:sldMasterIdLst>
  <p:notesMasterIdLst>
    <p:notesMasterId xmlns:r="http://schemas.openxmlformats.org/officeDocument/2006/relationships" r:id="Radc2470d11bd4685"/>
  </p:notesMasterIdLst>
  <p:sldIdLst>
    <p:sldId xmlns:r="http://schemas.openxmlformats.org/officeDocument/2006/relationships" id="256" r:id="Rb1932c2076ae4e50"/>
    <p:sldId xmlns:r="http://schemas.openxmlformats.org/officeDocument/2006/relationships" id="257" r:id="Rcaeb242b4e2044e9"/>
    <p:sldId xmlns:r="http://schemas.openxmlformats.org/officeDocument/2006/relationships" id="258" r:id="R88c33e2ee07d472c"/>
    <p:sldId xmlns:r="http://schemas.openxmlformats.org/officeDocument/2006/relationships" id="259" r:id="R1eb9f13cd0fa4ce9"/>
    <p:sldId xmlns:r="http://schemas.openxmlformats.org/officeDocument/2006/relationships" id="260" r:id="R6184a1c5bdf04332"/>
    <p:sldId xmlns:r="http://schemas.openxmlformats.org/officeDocument/2006/relationships" id="261" r:id="R393b02660b044bf2"/>
    <p:sldId xmlns:r="http://schemas.openxmlformats.org/officeDocument/2006/relationships" id="262" r:id="R646628ae32cd448e"/>
    <p:sldId xmlns:r="http://schemas.openxmlformats.org/officeDocument/2006/relationships" id="263" r:id="R44e3b9f8611a4552"/>
    <p:sldId xmlns:r="http://schemas.openxmlformats.org/officeDocument/2006/relationships" id="264" r:id="R70d08089863c4387"/>
    <p:sldId xmlns:r="http://schemas.openxmlformats.org/officeDocument/2006/relationships" id="265" r:id="R6ae439b695da4d20"/>
    <p:sldId xmlns:r="http://schemas.openxmlformats.org/officeDocument/2006/relationships" id="266" r:id="R82c3c83df45644d9"/>
    <p:sldId xmlns:r="http://schemas.openxmlformats.org/officeDocument/2006/relationships" id="267" r:id="R62d79d1871bb477a"/>
    <p:sldId xmlns:r="http://schemas.openxmlformats.org/officeDocument/2006/relationships" id="268" r:id="R76746002d9fe40ba"/>
    <p:sldId xmlns:r="http://schemas.openxmlformats.org/officeDocument/2006/relationships" id="269" r:id="Reba3acf561424452"/>
    <p:sldId xmlns:r="http://schemas.openxmlformats.org/officeDocument/2006/relationships" id="270" r:id="Rf751ca65a6cc4264"/>
    <p:sldId xmlns:r="http://schemas.openxmlformats.org/officeDocument/2006/relationships" id="271" r:id="R95c84367f8064d11"/>
    <p:sldId xmlns:r="http://schemas.openxmlformats.org/officeDocument/2006/relationships" id="272" r:id="R402a8f92a21546f9"/>
    <p:sldId xmlns:r="http://schemas.openxmlformats.org/officeDocument/2006/relationships" id="273" r:id="Rab193c936da74e6c"/>
    <p:sldId xmlns:r="http://schemas.openxmlformats.org/officeDocument/2006/relationships" id="274" r:id="R969caac4e24b4aaf"/>
    <p:sldId xmlns:r="http://schemas.openxmlformats.org/officeDocument/2006/relationships" id="275" r:id="R266d6b7988dd4e9d"/>
    <p:sldId xmlns:r="http://schemas.openxmlformats.org/officeDocument/2006/relationships" id="276" r:id="Rc4533ed44b2d4f1d"/>
    <p:sldId xmlns:r="http://schemas.openxmlformats.org/officeDocument/2006/relationships" id="277" r:id="R3e77ede126684d45"/>
    <p:sldId xmlns:r="http://schemas.openxmlformats.org/officeDocument/2006/relationships" id="278" r:id="R75370d7d9e06434b"/>
    <p:sldId xmlns:r="http://schemas.openxmlformats.org/officeDocument/2006/relationships" id="279" r:id="R4e86326afe674f06"/>
    <p:sldId xmlns:r="http://schemas.openxmlformats.org/officeDocument/2006/relationships" id="280" r:id="Rabfb45d8a21c4fdd"/>
    <p:sldId xmlns:r="http://schemas.openxmlformats.org/officeDocument/2006/relationships" id="281" r:id="R35d36296730748d6"/>
    <p:sldId xmlns:r="http://schemas.openxmlformats.org/officeDocument/2006/relationships" id="282" r:id="R18a573707fea4659"/>
    <p:sldId xmlns:r="http://schemas.openxmlformats.org/officeDocument/2006/relationships" id="283" r:id="Reb65fd8bc29341bd"/>
    <p:sldId xmlns:r="http://schemas.openxmlformats.org/officeDocument/2006/relationships" id="284" r:id="R40208b6c4a15471c"/>
    <p:sldId xmlns:r="http://schemas.openxmlformats.org/officeDocument/2006/relationships" id="285" r:id="Rebbb4e524430428d"/>
    <p:sldId xmlns:r="http://schemas.openxmlformats.org/officeDocument/2006/relationships" id="286" r:id="R070bea2687204ad7"/>
    <p:sldId xmlns:r="http://schemas.openxmlformats.org/officeDocument/2006/relationships" id="287" r:id="R96b2f50a2a3a4dac"/>
    <p:sldId xmlns:r="http://schemas.openxmlformats.org/officeDocument/2006/relationships" id="288" r:id="Re09298fb55564dc7"/>
    <p:sldId xmlns:r="http://schemas.openxmlformats.org/officeDocument/2006/relationships" id="289" r:id="Rf2090567e16f4e7b"/>
    <p:sldId xmlns:r="http://schemas.openxmlformats.org/officeDocument/2006/relationships" id="290" r:id="R5309551fc94143c9"/>
    <p:sldId xmlns:r="http://schemas.openxmlformats.org/officeDocument/2006/relationships" id="291" r:id="R3aeb0c54947d4394"/>
    <p:sldId xmlns:r="http://schemas.openxmlformats.org/officeDocument/2006/relationships" id="292" r:id="Ra72985d207124f1e"/>
    <p:sldId xmlns:r="http://schemas.openxmlformats.org/officeDocument/2006/relationships" id="293" r:id="R1b42e263db63415b"/>
    <p:sldId xmlns:r="http://schemas.openxmlformats.org/officeDocument/2006/relationships" id="294" r:id="R921621f8730c4582"/>
    <p:sldId xmlns:r="http://schemas.openxmlformats.org/officeDocument/2006/relationships" id="295" r:id="Rb30dd294011645de"/>
    <p:sldId xmlns:r="http://schemas.openxmlformats.org/officeDocument/2006/relationships" id="296" r:id="Rcfcb14e2806d4c39"/>
    <p:sldId xmlns:r="http://schemas.openxmlformats.org/officeDocument/2006/relationships" id="297" r:id="Rc0c120a96e624773"/>
    <p:sldId xmlns:r="http://schemas.openxmlformats.org/officeDocument/2006/relationships" id="298" r:id="R158718ec3c334914"/>
    <p:sldId xmlns:r="http://schemas.openxmlformats.org/officeDocument/2006/relationships" id="299" r:id="Ra9a02cf1af9f4613"/>
    <p:sldId xmlns:r="http://schemas.openxmlformats.org/officeDocument/2006/relationships" id="300" r:id="Re7df484b695c4a42"/>
    <p:sldId xmlns:r="http://schemas.openxmlformats.org/officeDocument/2006/relationships" id="301" r:id="Rf8da9f7461014c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cf46071617c415f"/><Relationship Type="http://schemas.openxmlformats.org/officeDocument/2006/relationships/slideMaster" Target="/ppt/slideMasters/slideMaster1.xml" Id="R02ea83dd176341e6"/><Relationship Type="http://schemas.openxmlformats.org/officeDocument/2006/relationships/notesMaster" Target="/ppt/notesMasters/notesMaster1.xml" Id="Radc2470d11bd4685"/><Relationship Type="http://schemas.openxmlformats.org/officeDocument/2006/relationships/presProps" Target="/ppt/presProps.xml" Id="R7bfc33a2c5f4485a"/><Relationship Type="http://schemas.openxmlformats.org/officeDocument/2006/relationships/tableStyles" Target="/ppt/tableStyles.xml" Id="R54d0ee6d78e44a20"/><Relationship Type="http://schemas.openxmlformats.org/officeDocument/2006/relationships/slide" Target="/ppt/slides/slide1.xml" Id="Rb1932c2076ae4e50"/><Relationship Type="http://schemas.openxmlformats.org/officeDocument/2006/relationships/slide" Target="/ppt/slides/slide2.xml" Id="Rcaeb242b4e2044e9"/><Relationship Type="http://schemas.openxmlformats.org/officeDocument/2006/relationships/slide" Target="/ppt/slides/slide3.xml" Id="R88c33e2ee07d472c"/><Relationship Type="http://schemas.openxmlformats.org/officeDocument/2006/relationships/slide" Target="/ppt/slides/slide4.xml" Id="R1eb9f13cd0fa4ce9"/><Relationship Type="http://schemas.openxmlformats.org/officeDocument/2006/relationships/slide" Target="/ppt/slides/slide5.xml" Id="R6184a1c5bdf04332"/><Relationship Type="http://schemas.openxmlformats.org/officeDocument/2006/relationships/slide" Target="/ppt/slides/slide6.xml" Id="R393b02660b044bf2"/><Relationship Type="http://schemas.openxmlformats.org/officeDocument/2006/relationships/slide" Target="/ppt/slides/slide7.xml" Id="R646628ae32cd448e"/><Relationship Type="http://schemas.openxmlformats.org/officeDocument/2006/relationships/slide" Target="/ppt/slides/slide8.xml" Id="R44e3b9f8611a4552"/><Relationship Type="http://schemas.openxmlformats.org/officeDocument/2006/relationships/slide" Target="/ppt/slides/slide9.xml" Id="R70d08089863c4387"/><Relationship Type="http://schemas.openxmlformats.org/officeDocument/2006/relationships/slide" Target="/ppt/slides/slide10.xml" Id="R6ae439b695da4d20"/><Relationship Type="http://schemas.openxmlformats.org/officeDocument/2006/relationships/slide" Target="/ppt/slides/slide11.xml" Id="R82c3c83df45644d9"/><Relationship Type="http://schemas.openxmlformats.org/officeDocument/2006/relationships/slide" Target="/ppt/slides/slide12.xml" Id="R62d79d1871bb477a"/><Relationship Type="http://schemas.openxmlformats.org/officeDocument/2006/relationships/slide" Target="/ppt/slides/slide13.xml" Id="R76746002d9fe40ba"/><Relationship Type="http://schemas.openxmlformats.org/officeDocument/2006/relationships/slide" Target="/ppt/slides/slide14.xml" Id="Reba3acf561424452"/><Relationship Type="http://schemas.openxmlformats.org/officeDocument/2006/relationships/slide" Target="/ppt/slides/slide15.xml" Id="Rf751ca65a6cc4264"/><Relationship Type="http://schemas.openxmlformats.org/officeDocument/2006/relationships/slide" Target="/ppt/slides/slide16.xml" Id="R95c84367f8064d11"/><Relationship Type="http://schemas.openxmlformats.org/officeDocument/2006/relationships/slide" Target="/ppt/slides/slide17.xml" Id="R402a8f92a21546f9"/><Relationship Type="http://schemas.openxmlformats.org/officeDocument/2006/relationships/slide" Target="/ppt/slides/slide18.xml" Id="Rab193c936da74e6c"/><Relationship Type="http://schemas.openxmlformats.org/officeDocument/2006/relationships/slide" Target="/ppt/slides/slide19.xml" Id="R969caac4e24b4aaf"/><Relationship Type="http://schemas.openxmlformats.org/officeDocument/2006/relationships/slide" Target="/ppt/slides/slide20.xml" Id="R266d6b7988dd4e9d"/><Relationship Type="http://schemas.openxmlformats.org/officeDocument/2006/relationships/slide" Target="/ppt/slides/slide21.xml" Id="Rc4533ed44b2d4f1d"/><Relationship Type="http://schemas.openxmlformats.org/officeDocument/2006/relationships/slide" Target="/ppt/slides/slide22.xml" Id="R3e77ede126684d45"/><Relationship Type="http://schemas.openxmlformats.org/officeDocument/2006/relationships/slide" Target="/ppt/slides/slide23.xml" Id="R75370d7d9e06434b"/><Relationship Type="http://schemas.openxmlformats.org/officeDocument/2006/relationships/slide" Target="/ppt/slides/slide24.xml" Id="R4e86326afe674f06"/><Relationship Type="http://schemas.openxmlformats.org/officeDocument/2006/relationships/slide" Target="/ppt/slides/slide25.xml" Id="Rabfb45d8a21c4fdd"/><Relationship Type="http://schemas.openxmlformats.org/officeDocument/2006/relationships/slide" Target="/ppt/slides/slide26.xml" Id="R35d36296730748d6"/><Relationship Type="http://schemas.openxmlformats.org/officeDocument/2006/relationships/slide" Target="/ppt/slides/slide27.xml" Id="R18a573707fea4659"/><Relationship Type="http://schemas.openxmlformats.org/officeDocument/2006/relationships/slide" Target="/ppt/slides/slide28.xml" Id="Reb65fd8bc29341bd"/><Relationship Type="http://schemas.openxmlformats.org/officeDocument/2006/relationships/slide" Target="/ppt/slides/slide29.xml" Id="R40208b6c4a15471c"/><Relationship Type="http://schemas.openxmlformats.org/officeDocument/2006/relationships/slide" Target="/ppt/slides/slide30.xml" Id="Rebbb4e524430428d"/><Relationship Type="http://schemas.openxmlformats.org/officeDocument/2006/relationships/slide" Target="/ppt/slides/slide31.xml" Id="R070bea2687204ad7"/><Relationship Type="http://schemas.openxmlformats.org/officeDocument/2006/relationships/slide" Target="/ppt/slides/slide32.xml" Id="R96b2f50a2a3a4dac"/><Relationship Type="http://schemas.openxmlformats.org/officeDocument/2006/relationships/slide" Target="/ppt/slides/slide33.xml" Id="Re09298fb55564dc7"/><Relationship Type="http://schemas.openxmlformats.org/officeDocument/2006/relationships/slide" Target="/ppt/slides/slide34.xml" Id="Rf2090567e16f4e7b"/><Relationship Type="http://schemas.openxmlformats.org/officeDocument/2006/relationships/slide" Target="/ppt/slides/slide35.xml" Id="R5309551fc94143c9"/><Relationship Type="http://schemas.openxmlformats.org/officeDocument/2006/relationships/slide" Target="/ppt/slides/slide36.xml" Id="R3aeb0c54947d4394"/><Relationship Type="http://schemas.openxmlformats.org/officeDocument/2006/relationships/slide" Target="/ppt/slides/slide37.xml" Id="Ra72985d207124f1e"/><Relationship Type="http://schemas.openxmlformats.org/officeDocument/2006/relationships/slide" Target="/ppt/slides/slide38.xml" Id="R1b42e263db63415b"/><Relationship Type="http://schemas.openxmlformats.org/officeDocument/2006/relationships/slide" Target="/ppt/slides/slide39.xml" Id="R921621f8730c4582"/><Relationship Type="http://schemas.openxmlformats.org/officeDocument/2006/relationships/slide" Target="/ppt/slides/slide40.xml" Id="Rb30dd294011645de"/><Relationship Type="http://schemas.openxmlformats.org/officeDocument/2006/relationships/slide" Target="/ppt/slides/slide41.xml" Id="Rcfcb14e2806d4c39"/><Relationship Type="http://schemas.openxmlformats.org/officeDocument/2006/relationships/slide" Target="/ppt/slides/slide42.xml" Id="Rc0c120a96e624773"/><Relationship Type="http://schemas.openxmlformats.org/officeDocument/2006/relationships/slide" Target="/ppt/slides/slide43.xml" Id="R158718ec3c334914"/><Relationship Type="http://schemas.openxmlformats.org/officeDocument/2006/relationships/slide" Target="/ppt/slides/slide44.xml" Id="Ra9a02cf1af9f4613"/><Relationship Type="http://schemas.openxmlformats.org/officeDocument/2006/relationships/slide" Target="/ppt/slides/slide45.xml" Id="Re7df484b695c4a42"/><Relationship Type="http://schemas.openxmlformats.org/officeDocument/2006/relationships/slide" Target="/ppt/slides/slide46.xml" Id="Rf8da9f7461014c75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8c5b611b5e374155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790d55f02f38443c"/><Relationship Type="http://schemas.openxmlformats.org/officeDocument/2006/relationships/notesMaster" Target="/ppt/notesMasters/notesMaster1.xml" Id="R3ae42cb8a7564634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fd40bd895a754270"/><Relationship Type="http://schemas.openxmlformats.org/officeDocument/2006/relationships/notesMaster" Target="/ppt/notesMasters/notesMaster1.xml" Id="Rf36f01a5aad54dea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c3489609fefd48d6"/><Relationship Type="http://schemas.openxmlformats.org/officeDocument/2006/relationships/notesMaster" Target="/ppt/notesMasters/notesMaster1.xml" Id="R12bea7a1300a4554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6d297bc6c6a5453b"/><Relationship Type="http://schemas.openxmlformats.org/officeDocument/2006/relationships/notesMaster" Target="/ppt/notesMasters/notesMaster1.xml" Id="Ra7697e0671874790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538d9da1571148d7"/><Relationship Type="http://schemas.openxmlformats.org/officeDocument/2006/relationships/notesMaster" Target="/ppt/notesMasters/notesMaster1.xml" Id="R76d2b9f19e194043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8a23a77e800e4087"/><Relationship Type="http://schemas.openxmlformats.org/officeDocument/2006/relationships/notesMaster" Target="/ppt/notesMasters/notesMaster1.xml" Id="R2ffbb53e203a48ae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439341740b874fef"/><Relationship Type="http://schemas.openxmlformats.org/officeDocument/2006/relationships/notesMaster" Target="/ppt/notesMasters/notesMaster1.xml" Id="R6d2ccc2a9c3b4fe8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be130867b5ae4353"/><Relationship Type="http://schemas.openxmlformats.org/officeDocument/2006/relationships/notesMaster" Target="/ppt/notesMasters/notesMaster1.xml" Id="R75fa67ec6ce24874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cd11c06d5d0745b5"/><Relationship Type="http://schemas.openxmlformats.org/officeDocument/2006/relationships/notesMaster" Target="/ppt/notesMasters/notesMaster1.xml" Id="R731a672d4c034e69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254e9b5b67174ed9"/><Relationship Type="http://schemas.openxmlformats.org/officeDocument/2006/relationships/notesMaster" Target="/ppt/notesMasters/notesMaster1.xml" Id="Ra7bd79d07bc64ced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ce7e4d14d3be4edc"/><Relationship Type="http://schemas.openxmlformats.org/officeDocument/2006/relationships/notesMaster" Target="/ppt/notesMasters/notesMaster1.xml" Id="R2fdcf71f06f4473a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785eb02b85d94212"/><Relationship Type="http://schemas.openxmlformats.org/officeDocument/2006/relationships/notesMaster" Target="/ppt/notesMasters/notesMaster1.xml" Id="Rc9e16f7399b140d7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260a35dc80424458"/><Relationship Type="http://schemas.openxmlformats.org/officeDocument/2006/relationships/notesMaster" Target="/ppt/notesMasters/notesMaster1.xml" Id="R71fa977936c249ed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043d3715b5e74f97"/><Relationship Type="http://schemas.openxmlformats.org/officeDocument/2006/relationships/notesMaster" Target="/ppt/notesMasters/notesMaster1.xml" Id="Rd41968075a7e4de1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a6b3686c26274693"/><Relationship Type="http://schemas.openxmlformats.org/officeDocument/2006/relationships/notesMaster" Target="/ppt/notesMasters/notesMaster1.xml" Id="R6d04ee4f4fd64aff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87f9fbdbf3b049c9"/><Relationship Type="http://schemas.openxmlformats.org/officeDocument/2006/relationships/notesMaster" Target="/ppt/notesMasters/notesMaster1.xml" Id="R967beac835534247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512db9693cb949e8"/><Relationship Type="http://schemas.openxmlformats.org/officeDocument/2006/relationships/notesMaster" Target="/ppt/notesMasters/notesMaster1.xml" Id="R096b8f36405f4f28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5a68500a1aca4e4d"/><Relationship Type="http://schemas.openxmlformats.org/officeDocument/2006/relationships/notesMaster" Target="/ppt/notesMasters/notesMaster1.xml" Id="Rc779e573364b44f3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190f314900414689"/><Relationship Type="http://schemas.openxmlformats.org/officeDocument/2006/relationships/notesMaster" Target="/ppt/notesMasters/notesMaster1.xml" Id="R9f75cd57c2304084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a36d36e075a04289"/><Relationship Type="http://schemas.openxmlformats.org/officeDocument/2006/relationships/notesMaster" Target="/ppt/notesMasters/notesMaster1.xml" Id="R1dfe53bd6a9d4702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314d2c97b7954f87"/><Relationship Type="http://schemas.openxmlformats.org/officeDocument/2006/relationships/notesMaster" Target="/ppt/notesMasters/notesMaster1.xml" Id="R2100138e34ee4db1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804ac25a017d4915"/><Relationship Type="http://schemas.openxmlformats.org/officeDocument/2006/relationships/notesMaster" Target="/ppt/notesMasters/notesMaster1.xml" Id="R97ea6cfcb6744148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a9c17f834c214fb3"/><Relationship Type="http://schemas.openxmlformats.org/officeDocument/2006/relationships/notesMaster" Target="/ppt/notesMasters/notesMaster1.xml" Id="R1c8d752d28cf4acd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c341f14b71cb4a02"/><Relationship Type="http://schemas.openxmlformats.org/officeDocument/2006/relationships/notesMaster" Target="/ppt/notesMasters/notesMaster1.xml" Id="R9be6a15a14224d8a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c6223069110a4fe2"/><Relationship Type="http://schemas.openxmlformats.org/officeDocument/2006/relationships/notesMaster" Target="/ppt/notesMasters/notesMaster1.xml" Id="R49ca57adb0014fd8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9181cd1df9504f29"/><Relationship Type="http://schemas.openxmlformats.org/officeDocument/2006/relationships/notesMaster" Target="/ppt/notesMasters/notesMaster1.xml" Id="R1a36cb79f4d541f6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b864e6a47d474841"/><Relationship Type="http://schemas.openxmlformats.org/officeDocument/2006/relationships/notesMaster" Target="/ppt/notesMasters/notesMaster1.xml" Id="Rd5fb2cff6ac9431b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1128e8260d15463f"/><Relationship Type="http://schemas.openxmlformats.org/officeDocument/2006/relationships/notesMaster" Target="/ppt/notesMasters/notesMaster1.xml" Id="R87f31f50432d46f3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f0bcbb52838c4f1d"/><Relationship Type="http://schemas.openxmlformats.org/officeDocument/2006/relationships/notesMaster" Target="/ppt/notesMasters/notesMaster1.xml" Id="R2cb25f84e44a4f32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36cc2695f2e04c13"/><Relationship Type="http://schemas.openxmlformats.org/officeDocument/2006/relationships/notesMaster" Target="/ppt/notesMasters/notesMaster1.xml" Id="R3516b4b3542c4aaa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3611b5e65949480b"/><Relationship Type="http://schemas.openxmlformats.org/officeDocument/2006/relationships/notesMaster" Target="/ppt/notesMasters/notesMaster1.xml" Id="Rbd1e5f68475e45ea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146c5d07a8a548eb"/><Relationship Type="http://schemas.openxmlformats.org/officeDocument/2006/relationships/notesMaster" Target="/ppt/notesMasters/notesMaster1.xml" Id="R83c4d5ddefc44086"/></Relationships>
</file>

<file path=ppt/notesSlides/_rels/notesSlide33.xml.rels><?xml version='1.0' encoding='UTF-8' standalone='yes'?>
<Relationships xmlns="http://schemas.openxmlformats.org/package/2006/relationships"><Relationship Type="http://schemas.openxmlformats.org/officeDocument/2006/relationships/slide" Target="/ppt/slides/slide33.xml" Id="R6c7233d17c374b7f"/><Relationship Type="http://schemas.openxmlformats.org/officeDocument/2006/relationships/notesMaster" Target="/ppt/notesMasters/notesMaster1.xml" Id="Raa714eb65c074a11"/></Relationships>
</file>

<file path=ppt/notesSlides/_rels/notesSlide34.xml.rels><?xml version='1.0' encoding='UTF-8' standalone='yes'?>
<Relationships xmlns="http://schemas.openxmlformats.org/package/2006/relationships"><Relationship Type="http://schemas.openxmlformats.org/officeDocument/2006/relationships/slide" Target="/ppt/slides/slide34.xml" Id="Rce630006b75f4d17"/><Relationship Type="http://schemas.openxmlformats.org/officeDocument/2006/relationships/notesMaster" Target="/ppt/notesMasters/notesMaster1.xml" Id="R55b84b6878db4365"/></Relationships>
</file>

<file path=ppt/notesSlides/_rels/notesSlide35.xml.rels><?xml version='1.0' encoding='UTF-8' standalone='yes'?>
<Relationships xmlns="http://schemas.openxmlformats.org/package/2006/relationships"><Relationship Type="http://schemas.openxmlformats.org/officeDocument/2006/relationships/slide" Target="/ppt/slides/slide35.xml" Id="R2f73650159994290"/><Relationship Type="http://schemas.openxmlformats.org/officeDocument/2006/relationships/notesMaster" Target="/ppt/notesMasters/notesMaster1.xml" Id="R93ac9891b2bb4bda"/></Relationships>
</file>

<file path=ppt/notesSlides/_rels/notesSlide36.xml.rels><?xml version='1.0' encoding='UTF-8' standalone='yes'?>
<Relationships xmlns="http://schemas.openxmlformats.org/package/2006/relationships"><Relationship Type="http://schemas.openxmlformats.org/officeDocument/2006/relationships/slide" Target="/ppt/slides/slide36.xml" Id="R6dbe338761c549e7"/><Relationship Type="http://schemas.openxmlformats.org/officeDocument/2006/relationships/notesMaster" Target="/ppt/notesMasters/notesMaster1.xml" Id="R21d5fd347e864680"/></Relationships>
</file>

<file path=ppt/notesSlides/_rels/notesSlide37.xml.rels><?xml version='1.0' encoding='UTF-8' standalone='yes'?>
<Relationships xmlns="http://schemas.openxmlformats.org/package/2006/relationships"><Relationship Type="http://schemas.openxmlformats.org/officeDocument/2006/relationships/slide" Target="/ppt/slides/slide37.xml" Id="R0a58711563cd43b3"/><Relationship Type="http://schemas.openxmlformats.org/officeDocument/2006/relationships/notesMaster" Target="/ppt/notesMasters/notesMaster1.xml" Id="R7180e80df4774f29"/></Relationships>
</file>

<file path=ppt/notesSlides/_rels/notesSlide38.xml.rels><?xml version='1.0' encoding='UTF-8' standalone='yes'?>
<Relationships xmlns="http://schemas.openxmlformats.org/package/2006/relationships"><Relationship Type="http://schemas.openxmlformats.org/officeDocument/2006/relationships/slide" Target="/ppt/slides/slide38.xml" Id="Rc5c92cb35d944002"/><Relationship Type="http://schemas.openxmlformats.org/officeDocument/2006/relationships/notesMaster" Target="/ppt/notesMasters/notesMaster1.xml" Id="R78890f1bbef245a7"/></Relationships>
</file>

<file path=ppt/notesSlides/_rels/notesSlide39.xml.rels><?xml version='1.0' encoding='UTF-8' standalone='yes'?>
<Relationships xmlns="http://schemas.openxmlformats.org/package/2006/relationships"><Relationship Type="http://schemas.openxmlformats.org/officeDocument/2006/relationships/slide" Target="/ppt/slides/slide39.xml" Id="R0fbffed9a76e4c5b"/><Relationship Type="http://schemas.openxmlformats.org/officeDocument/2006/relationships/notesMaster" Target="/ppt/notesMasters/notesMaster1.xml" Id="Rfaede098cf5f4840"/></Relationships>
</file>

<file path=ppt/notesSlides/_rels/notesSlide40.xml.rels><?xml version='1.0' encoding='UTF-8' standalone='yes'?>
<Relationships xmlns="http://schemas.openxmlformats.org/package/2006/relationships"><Relationship Type="http://schemas.openxmlformats.org/officeDocument/2006/relationships/slide" Target="/ppt/slides/slide40.xml" Id="R689acae94c274b11"/><Relationship Type="http://schemas.openxmlformats.org/officeDocument/2006/relationships/notesMaster" Target="/ppt/notesMasters/notesMaster1.xml" Id="Rd97a1b640f7b43d0"/></Relationships>
</file>

<file path=ppt/notesSlides/_rels/notesSlide41.xml.rels><?xml version='1.0' encoding='UTF-8' standalone='yes'?>
<Relationships xmlns="http://schemas.openxmlformats.org/package/2006/relationships"><Relationship Type="http://schemas.openxmlformats.org/officeDocument/2006/relationships/slide" Target="/ppt/slides/slide41.xml" Id="R2ca3074cb547450e"/><Relationship Type="http://schemas.openxmlformats.org/officeDocument/2006/relationships/notesMaster" Target="/ppt/notesMasters/notesMaster1.xml" Id="Ra598f11bb2cf45e3"/></Relationships>
</file>

<file path=ppt/notesSlides/_rels/notesSlide42.xml.rels><?xml version='1.0' encoding='UTF-8' standalone='yes'?>
<Relationships xmlns="http://schemas.openxmlformats.org/package/2006/relationships"><Relationship Type="http://schemas.openxmlformats.org/officeDocument/2006/relationships/slide" Target="/ppt/slides/slide42.xml" Id="R4c5ed8e336ec4e6f"/><Relationship Type="http://schemas.openxmlformats.org/officeDocument/2006/relationships/notesMaster" Target="/ppt/notesMasters/notesMaster1.xml" Id="Rb47d090f743b4773"/></Relationships>
</file>

<file path=ppt/notesSlides/_rels/notesSlide43.xml.rels><?xml version='1.0' encoding='UTF-8' standalone='yes'?>
<Relationships xmlns="http://schemas.openxmlformats.org/package/2006/relationships"><Relationship Type="http://schemas.openxmlformats.org/officeDocument/2006/relationships/slide" Target="/ppt/slides/slide43.xml" Id="R53bddb3b91e44e83"/><Relationship Type="http://schemas.openxmlformats.org/officeDocument/2006/relationships/notesMaster" Target="/ppt/notesMasters/notesMaster1.xml" Id="Rd744b80a6f904367"/></Relationships>
</file>

<file path=ppt/notesSlides/_rels/notesSlide44.xml.rels><?xml version='1.0' encoding='UTF-8' standalone='yes'?>
<Relationships xmlns="http://schemas.openxmlformats.org/package/2006/relationships"><Relationship Type="http://schemas.openxmlformats.org/officeDocument/2006/relationships/slide" Target="/ppt/slides/slide44.xml" Id="Rf8b94cc5effb4b0e"/><Relationship Type="http://schemas.openxmlformats.org/officeDocument/2006/relationships/notesMaster" Target="/ppt/notesMasters/notesMaster1.xml" Id="R21cc4a6dbb8546bd"/></Relationships>
</file>

<file path=ppt/notesSlides/_rels/notesSlide45.xml.rels><?xml version='1.0' encoding='UTF-8' standalone='yes'?>
<Relationships xmlns="http://schemas.openxmlformats.org/package/2006/relationships"><Relationship Type="http://schemas.openxmlformats.org/officeDocument/2006/relationships/slide" Target="/ppt/slides/slide45.xml" Id="R316319c9531c433b"/><Relationship Type="http://schemas.openxmlformats.org/officeDocument/2006/relationships/notesMaster" Target="/ppt/notesMasters/notesMaster1.xml" Id="R470934caf0b24974"/></Relationships>
</file>

<file path=ppt/notesSlides/_rels/notesSlide46.xml.rels><?xml version='1.0' encoding='UTF-8' standalone='yes'?>
<Relationships xmlns="http://schemas.openxmlformats.org/package/2006/relationships"><Relationship Type="http://schemas.openxmlformats.org/officeDocument/2006/relationships/slide" Target="/ppt/slides/slide46.xml" Id="Rff5d0aad61244b02"/><Relationship Type="http://schemas.openxmlformats.org/officeDocument/2006/relationships/notesMaster" Target="/ppt/notesMasters/notesMaster1.xml" Id="Rc3d937ef00ae44a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先读第1—9段。提问与讲评分开，按全班进度翻页。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教参导入，口头分享即可，不考放风筝技巧。约3分钟。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教参问题。不要提前告诉学生静音模式；让学生读到第3段验证。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第1段直接信息。先保留疑问，不把猜测当成事实。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教师示范：问的是为什么，不是只解释词语。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第一步定位第1段；第二步联系第2段。担心责备是合理推断。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网页第2段多句取证。不要要求学生先选人物特点。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课本沿用外貌描写的大类，包括表情、神色。此时先比较表现，不推断妈妈不爱孩子。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爸爸也担心孩子，只是说话、处理冲突的方式较温和。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先说明概念，再分析第3段作用。例句来自已读第3段。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学生自主取证、共构短答。网页保留首次与订正。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“生动形象”不是完整作用。必须说清具体心情；“不讲理”是“我”当时的看法。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回应教参第1段问题。训练读到新证据后修正判断。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先在网页点选，再展开讲评。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把固定词义放回语境。不可说“举白旗”是拿白色旗子去海边。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图文阅读仍一次一段。本页先带学生逐段读，再到第8段口头解释，不把短段合成新段。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依据第4、7、8段。第9段爸爸赶紧请妈妈准备，下一课才读海边事件。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建议50分钟。人物综合放第三课；两课时方案见教师流程。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联系第4段与第10段。先理解两面拉扯，再解释词义。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“想和好”是教参提出的合理推断。不能拿风筝断线后的惊慌回答。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教师补充的概念对照。例子不作为新的阅读篇章或计分题。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教参原问修辞；作用为教师补充追问。先答再翻页。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不要机械把有依据的拟人解释判错。读到第13段后，再联系爸爸的用意。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学生短答。强调“最不喜欢”“还会”构成取舍，不能只写“因为妈妈爱我”。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这是原文直接支持的答案。进一步推断希望改善关系，要有前后行为依据，不当成唯一必答事实。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让学生回到完整第13段，先口头串联，不只复述风筝结局。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图中为语境解释，并非课文原句。将比喻对应后，再说明爸爸希望孩子体谅父母。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注意“可能”和“合理”：不把本文扩大为所有管教都正确，或有自由就必然失败。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教参原题。词义可点选，观点须口头说明为什么。不要强制同意。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课文没有写出实际道歉或冷战正式结束。后者是开放解释，不能冒充故事结局。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课本巩固练习一。扩写例句按课本保留，不等同于第13段含汗珠的整句。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先独立写一句，再看示例。不是把示例人名改一改。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示例非唯一答案。接受合理动作、姿态、神态或电视内容，避免重复堆词。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两课时完成时，本部分仍须保留独立人物分析与开放回应。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原题完整保留。网页自写特点，无特点选项。可点选、粘贴多句。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同一情境比较。爸爸特点课本已有示例，但学生页先自主概括，再出参考。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回看第10—13段；问题是课本综合题的分步支架，不新增独立计分题。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接受温和、善于沟通、循循善诱等有证据的概括。不要凭温和判为没有原则。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课本将“额头上都是豆大的汗珠”等归外貌描写。指出行为和需要的关系。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让学生先独立概括主题；不能把“妈妈管得对”当成完整主题。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前两句是课本比较所得主题；第三句是结合教参的讨论延伸。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>课本巩固练习第三题。必做。不同立场可以成立，关键是理由与例子的联系。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先独立写，再讨论和订正。不要求披露家庭隐私；假设例子须标明假设。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示范不是唯一答案。接着看例子怎样具体支持观点。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第二句是假设建议，不是原文情节。对照学生回答，检查理由与例子之间的逻辑。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无倒计时，不按关键词自动评分。若两课时完成，此页可作为简短总结。</a:t>
            </a:r>
          </a:p>
          <a:p xmlns:a="http://schemas.openxmlformats.org/drawingml/2006/main">
            <a:r>
              <a:t>来源：用户上传课文及教参截图（2026-10-19）。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9305f1425884d1c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45f4f3469f24e81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e85d50fffb140f1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09dc9cd699d4635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5cec222f3544f02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540135f3b054aa0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79FC8E-F33A-4496-86DA-9E12BD8DE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3B2BE7-BE46-4D4F-957E-B6705F4C31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C501E5-9387-4382-A7E7-9AF057A91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4667F4-1458-45B3-959B-A07955468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E76C6A-EE6B-41C3-8CCF-C2740F6155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96CA20-6B55-428D-B363-1DDB05B84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DADF54-B7EE-4631-92D9-5554BB8F34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EAAC69-ACDB-4013-A374-676189C1AE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EF92A7-7398-4584-987C-00797DF5A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3D9AD5-78D7-40C8-9C40-574AD69434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e68a08f16d84523"/><Relationship Type="http://schemas.openxmlformats.org/officeDocument/2006/relationships/slideLayout" Target="/ppt/slideLayouts/slideLayout1.xml" Id="Rf1c8ea3d87f849a4"/><Relationship Type="http://schemas.openxmlformats.org/officeDocument/2006/relationships/slideLayout" Target="/ppt/slideLayouts/slideLayout2.xml" Id="R3c9724922512425d"/><Relationship Type="http://schemas.openxmlformats.org/officeDocument/2006/relationships/slideLayout" Target="/ppt/slideLayouts/slideLayout3.xml" Id="Rca15c8e39fb948a4"/><Relationship Type="http://schemas.openxmlformats.org/officeDocument/2006/relationships/slideLayout" Target="/ppt/slideLayouts/slideLayout4.xml" Id="R39d4c915db66448f"/><Relationship Type="http://schemas.openxmlformats.org/officeDocument/2006/relationships/slideLayout" Target="/ppt/slideLayouts/slideLayout5.xml" Id="R7238fb2308c84a06"/><Relationship Type="http://schemas.openxmlformats.org/officeDocument/2006/relationships/slideLayout" Target="/ppt/slideLayouts/slideLayout6.xml" Id="R4dd3a59ed0a54dba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c8ea3d87f849a4"/>
    <p:sldLayoutId xmlns:r="http://schemas.openxmlformats.org/officeDocument/2006/relationships" id="2147483650" r:id="R3c9724922512425d"/>
    <p:sldLayoutId xmlns:r="http://schemas.openxmlformats.org/officeDocument/2006/relationships" id="2147483651" r:id="Rca15c8e39fb948a4"/>
    <p:sldLayoutId xmlns:r="http://schemas.openxmlformats.org/officeDocument/2006/relationships" id="2147483652" r:id="R39d4c915db66448f"/>
    <p:sldLayoutId xmlns:r="http://schemas.openxmlformats.org/officeDocument/2006/relationships" id="2147483653" r:id="R7238fb2308c84a06"/>
    <p:sldLayoutId xmlns:r="http://schemas.openxmlformats.org/officeDocument/2006/relationships" id="2147483654" r:id="R4dd3a59ed0a5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136925bea245a0"/><Relationship Type="http://schemas.openxmlformats.org/officeDocument/2006/relationships/image" Target="/ppt/media/image.png" Id="R34740f7374c94333"/><Relationship Type="http://schemas.openxmlformats.org/officeDocument/2006/relationships/notesSlide" Target="/ppt/notesSlides/notesSlide1.xml" Id="R9fc4ea4a5cba4f70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db00eaa664481d"/><Relationship Type="http://schemas.openxmlformats.org/officeDocument/2006/relationships/notesSlide" Target="/ppt/notesSlides/notesSlide2.xml" Id="Rbf066ff0a0f5477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7be317fd0e49fe"/><Relationship Type="http://schemas.openxmlformats.org/officeDocument/2006/relationships/notesSlide" Target="/ppt/notesSlides/notesSlide3.xml" Id="R0bdc73f19e0649b5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fba268307a74953"/><Relationship Type="http://schemas.openxmlformats.org/officeDocument/2006/relationships/notesSlide" Target="/ppt/notesSlides/notesSlide4.xml" Id="Rf96e6cb5789c4bcf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2fe06a1fae24d07"/><Relationship Type="http://schemas.openxmlformats.org/officeDocument/2006/relationships/notesSlide" Target="/ppt/notesSlides/notesSlide5.xml" Id="R75c56aefe2774850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e46656dfbc84496"/><Relationship Type="http://schemas.openxmlformats.org/officeDocument/2006/relationships/notesSlide" Target="/ppt/notesSlides/notesSlide6.xml" Id="Rd83b77d4afad451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9510be06f9410b"/><Relationship Type="http://schemas.openxmlformats.org/officeDocument/2006/relationships/notesSlide" Target="/ppt/notesSlides/notesSlide7.xml" Id="Rec0d180ba96045d6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3aff84bca548a3"/><Relationship Type="http://schemas.openxmlformats.org/officeDocument/2006/relationships/notesSlide" Target="/ppt/notesSlides/notesSlide8.xml" Id="R666ab04b58764ecc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5aa642786e4017"/><Relationship Type="http://schemas.openxmlformats.org/officeDocument/2006/relationships/notesSlide" Target="/ppt/notesSlides/notesSlide9.xml" Id="R519f3491401d4305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c119a9c25d4c11"/><Relationship Type="http://schemas.openxmlformats.org/officeDocument/2006/relationships/notesSlide" Target="/ppt/notesSlides/notesSlide10.xml" Id="Rc2197bd9121449f1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d2f01b7c624688"/><Relationship Type="http://schemas.openxmlformats.org/officeDocument/2006/relationships/notesSlide" Target="/ppt/notesSlides/notesSlide11.xml" Id="R0462f28dbe2b4d97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ef437f24854692"/><Relationship Type="http://schemas.openxmlformats.org/officeDocument/2006/relationships/notesSlide" Target="/ppt/notesSlides/notesSlide12.xml" Id="Rf54e534785ae4bf9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92c2bc5a5e4c15"/><Relationship Type="http://schemas.openxmlformats.org/officeDocument/2006/relationships/notesSlide" Target="/ppt/notesSlides/notesSlide13.xml" Id="R0dedb8fdbcf34b2c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e1907a98a14b50"/><Relationship Type="http://schemas.openxmlformats.org/officeDocument/2006/relationships/notesSlide" Target="/ppt/notesSlides/notesSlide14.xml" Id="R6f9c653a64864e22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18eecc0c91d4826"/><Relationship Type="http://schemas.openxmlformats.org/officeDocument/2006/relationships/notesSlide" Target="/ppt/notesSlides/notesSlide15.xml" Id="R94d520a4b4144367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8005762faa4509"/><Relationship Type="http://schemas.openxmlformats.org/officeDocument/2006/relationships/notesSlide" Target="/ppt/notesSlides/notesSlide16.xml" Id="R47ce0c190e8e47b7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78567d1c9b482c"/><Relationship Type="http://schemas.openxmlformats.org/officeDocument/2006/relationships/notesSlide" Target="/ppt/notesSlides/notesSlide17.xml" Id="Re7ec799b4b1d4f94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92eb0e2497b495a"/><Relationship Type="http://schemas.openxmlformats.org/officeDocument/2006/relationships/image" Target="../media/image.png" Id="Rf29ece5704b94f62"/><Relationship Type="http://schemas.openxmlformats.org/officeDocument/2006/relationships/notesSlide" Target="/ppt/notesSlides/notesSlide18.xml" Id="R0fb540c9323540ab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09737ed9c14551"/><Relationship Type="http://schemas.openxmlformats.org/officeDocument/2006/relationships/notesSlide" Target="/ppt/notesSlides/notesSlide19.xml" Id="R435ab4c1b25a4277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1bf7dc6f9194b30"/><Relationship Type="http://schemas.openxmlformats.org/officeDocument/2006/relationships/notesSlide" Target="/ppt/notesSlides/notesSlide20.xml" Id="R2ce38e53682f42e3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b19aa755204a83"/><Relationship Type="http://schemas.openxmlformats.org/officeDocument/2006/relationships/notesSlide" Target="/ppt/notesSlides/notesSlide21.xml" Id="Re2ac38893c204d63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dbbe6f377e84745"/><Relationship Type="http://schemas.openxmlformats.org/officeDocument/2006/relationships/notesSlide" Target="/ppt/notesSlides/notesSlide22.xml" Id="Rce3a8ca2cf384a11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8a769b0f8b4004"/><Relationship Type="http://schemas.openxmlformats.org/officeDocument/2006/relationships/notesSlide" Target="/ppt/notesSlides/notesSlide23.xml" Id="R4044d3c14e204dc3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338b981657b45e6"/><Relationship Type="http://schemas.openxmlformats.org/officeDocument/2006/relationships/notesSlide" Target="/ppt/notesSlides/notesSlide24.xml" Id="R4f0247293f644adc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55f93496804e47"/><Relationship Type="http://schemas.openxmlformats.org/officeDocument/2006/relationships/notesSlide" Target="/ppt/notesSlides/notesSlide25.xml" Id="R99c452b033ac45d8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9805793adf4c9c"/><Relationship Type="http://schemas.openxmlformats.org/officeDocument/2006/relationships/notesSlide" Target="/ppt/notesSlides/notesSlide26.xml" Id="R8eeeac2ae1434543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0f248919f1a4673"/><Relationship Type="http://schemas.openxmlformats.org/officeDocument/2006/relationships/notesSlide" Target="/ppt/notesSlides/notesSlide27.xml" Id="R9ba6a43b349e4126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eae39472ac4dc1"/><Relationship Type="http://schemas.openxmlformats.org/officeDocument/2006/relationships/notesSlide" Target="/ppt/notesSlides/notesSlide28.xml" Id="R4a99aa32955f47c6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538d73409c4ebe"/><Relationship Type="http://schemas.openxmlformats.org/officeDocument/2006/relationships/notesSlide" Target="/ppt/notesSlides/notesSlide29.xml" Id="R352e035720244492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7e48da25954686"/><Relationship Type="http://schemas.openxmlformats.org/officeDocument/2006/relationships/notesSlide" Target="/ppt/notesSlides/notesSlide30.xml" Id="Rfd458f4f7f3b4a49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1c99027ec4456c"/><Relationship Type="http://schemas.openxmlformats.org/officeDocument/2006/relationships/notesSlide" Target="/ppt/notesSlides/notesSlide31.xml" Id="Rc68712e2e7b24a9a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f2098b9ac24790"/><Relationship Type="http://schemas.openxmlformats.org/officeDocument/2006/relationships/notesSlide" Target="/ppt/notesSlides/notesSlide32.xml" Id="R7867bd5808d34b95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44e4eeef324010"/><Relationship Type="http://schemas.openxmlformats.org/officeDocument/2006/relationships/notesSlide" Target="/ppt/notesSlides/notesSlide33.xml" Id="R9b512a55872a4e77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6c206b990041f9"/><Relationship Type="http://schemas.openxmlformats.org/officeDocument/2006/relationships/image" Target="/ppt/media/image3.png" Id="R02703d9a80a24312"/><Relationship Type="http://schemas.openxmlformats.org/officeDocument/2006/relationships/notesSlide" Target="/ppt/notesSlides/notesSlide34.xml" Id="R4b7ef1b73a00493d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d8860f71804655"/><Relationship Type="http://schemas.openxmlformats.org/officeDocument/2006/relationships/notesSlide" Target="/ppt/notesSlides/notesSlide35.xml" Id="R8b04fe511b6c489e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4f3b37073b47e5"/><Relationship Type="http://schemas.openxmlformats.org/officeDocument/2006/relationships/notesSlide" Target="/ppt/notesSlides/notesSlide36.xml" Id="Rb8cc4a86855d4639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6a8947e4f94532"/><Relationship Type="http://schemas.openxmlformats.org/officeDocument/2006/relationships/notesSlide" Target="/ppt/notesSlides/notesSlide37.xml" Id="R57ae347747154e25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40531c88fe4928"/><Relationship Type="http://schemas.openxmlformats.org/officeDocument/2006/relationships/notesSlide" Target="/ppt/notesSlides/notesSlide38.xml" Id="R0d4bd2de4aa8449c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fb1d65aefbe431c"/><Relationship Type="http://schemas.openxmlformats.org/officeDocument/2006/relationships/notesSlide" Target="/ppt/notesSlides/notesSlide39.xml" Id="R45797d487c014172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88fe26659694699"/><Relationship Type="http://schemas.openxmlformats.org/officeDocument/2006/relationships/notesSlide" Target="/ppt/notesSlides/notesSlide40.xml" Id="R5000d4ae26a24980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9ce2c42a7e4f76"/><Relationship Type="http://schemas.openxmlformats.org/officeDocument/2006/relationships/notesSlide" Target="/ppt/notesSlides/notesSlide41.xml" Id="R9e100e23fd934559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3dc6e7131b432d"/><Relationship Type="http://schemas.openxmlformats.org/officeDocument/2006/relationships/notesSlide" Target="/ppt/notesSlides/notesSlide42.xml" Id="Re9b7ac3e71044981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61ad82d0c004cf4"/><Relationship Type="http://schemas.openxmlformats.org/officeDocument/2006/relationships/notesSlide" Target="/ppt/notesSlides/notesSlide43.xml" Id="R7fc1ba61bc0b4d43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d10a8db22ad441e"/><Relationship Type="http://schemas.openxmlformats.org/officeDocument/2006/relationships/notesSlide" Target="/ppt/notesSlides/notesSlide44.xml" Id="R2c5dff321a584e83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8f9b910843416a"/><Relationship Type="http://schemas.openxmlformats.org/officeDocument/2006/relationships/notesSlide" Target="/ppt/notesSlides/notesSlide45.xml" Id="R139fd563ec094565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cbb5a1cc9164e0e"/><Relationship Type="http://schemas.openxmlformats.org/officeDocument/2006/relationships/notesSlide" Target="/ppt/notesSlides/notesSlide46.xml" Id="R6e877938e75a4e33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6E3F08A-4448-4190-B327-F25A905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放风筝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C07742B-E9D5-46B3-ACF3-91524BD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 · 单元一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054DA03-5367-4CDC-8FA9-7012F916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第一课：晚归与冷战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D7225-D332-4D4B-A408-82E7391B9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40f7374c94333"/>
          <a:srcRect xmlns:a="http://schemas.openxmlformats.org/drawingml/2006/main" l="50293" t="55534" r="391" b="25195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7914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70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A5F102-4FA8-4F98-A5E4-9B191B8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放风筝时，怎样用线？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E224464-29B2-496D-A3D7-D5FEB03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你放过风筝吗？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1323A86-B334-4114-BC57-F7154865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什么时候要放线？什么时候要收线？</a:t>
            </a:r>
          </a:p>
        </p:txBody>
      </p:sp>
    </p:spTree>
    <p:extLst>
      <p:ext uri="{BB962C8B-B14F-4D97-AF65-F5344CB8AC3E}">
        <p14:creationId xmlns:p14="http://schemas.microsoft.com/office/powerpoint/2010/main" val="421709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95807BE-2417-4389-A9C3-70B2723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第一段：先存疑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B104CCF-69D4-4A86-BD00-C2146B49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没接妈妈的电话？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E82C699-1C02-4434-8CDF-3000CC14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这一段告诉了我们什么？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F98DBD4-A728-4D9D-893D-3BAC9E90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还缺少什么信息？</a:t>
            </a:r>
          </a:p>
        </p:txBody>
      </p:sp>
    </p:spTree>
    <p:extLst>
      <p:ext uri="{BB962C8B-B14F-4D97-AF65-F5344CB8AC3E}">
        <p14:creationId xmlns:p14="http://schemas.microsoft.com/office/powerpoint/2010/main" val="2051709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A0E764-E451-4683-965F-5AE09A25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已知与暂时未知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BFC085B-31F4-4910-A56C-46FE4680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已知：做作业太投入，没有注意时间。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59C5E66-455B-4986-B7A2-E0AFA75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已知：十点半发现妈妈的五个未接来电。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5C930BF-B33E-4301-B278-EA84F39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暂时未知：没有接电话的完整原因。</a:t>
            </a:r>
          </a:p>
        </p:txBody>
      </p:sp>
    </p:spTree>
    <p:extLst>
      <p:ext uri="{BB962C8B-B14F-4D97-AF65-F5344CB8AC3E}">
        <p14:creationId xmlns:p14="http://schemas.microsoft.com/office/powerpoint/2010/main" val="2090021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7FDEBF-95DA-4AE5-A826-1FB0FFA7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第二段：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害怕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BC24255-AD25-4D66-904B-A5947BC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会“战战兢兢”？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ECE8798-82E7-460A-8F5F-DDB59757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先找事实，再解释心情。</a:t>
            </a:r>
          </a:p>
        </p:txBody>
      </p:sp>
    </p:spTree>
    <p:extLst>
      <p:ext uri="{BB962C8B-B14F-4D97-AF65-F5344CB8AC3E}">
        <p14:creationId xmlns:p14="http://schemas.microsoft.com/office/powerpoint/2010/main" val="1334200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9F29C1-2D17-4797-AF4B-7AEDBE8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事实怎样连到心情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4A2990C-3ABB-4E1F-BD99-F0B9125F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很晚才回家，又漏接妈妈的来电。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8FA735C-4BF8-40FE-A1CB-3C1B87AE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因此担心受到父母责备。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7E630CC-7EEB-4800-A26A-9A3B837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“战战兢兢”写出开门时的害怕。</a:t>
            </a:r>
          </a:p>
        </p:txBody>
      </p:sp>
    </p:spTree>
    <p:extLst>
      <p:ext uri="{BB962C8B-B14F-4D97-AF65-F5344CB8AC3E}">
        <p14:creationId xmlns:p14="http://schemas.microsoft.com/office/powerpoint/2010/main" val="2129172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8C3569-BC9A-4EF8-B096-58C5508D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第二段：妈妈与爸爸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18B4C40-ED41-4754-9318-131075C2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“我”很晚回家，妈妈和爸爸的反应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有什么不同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EA7BFED-3749-4B1B-AA26-169418EB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各找一组表情、语言或行动。</a:t>
            </a:r>
          </a:p>
        </p:txBody>
      </p:sp>
    </p:spTree>
    <p:extLst>
      <p:ext uri="{BB962C8B-B14F-4D97-AF65-F5344CB8AC3E}">
        <p14:creationId xmlns:p14="http://schemas.microsoft.com/office/powerpoint/2010/main" val="1053411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EDD0AF8-CCC0-4DA6-A9EB-4F8907B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妈妈的反应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04309C8-CBF5-4098-A6BD-4F048ED6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“紧皱眉头，表情严肃”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FE34520-B72D-4434-A045-DECBA8F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“一脸不悦地责问我”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7417FB5-0052-4501-BBFF-FD61314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晚归又不接电话，让她急切地责问。</a:t>
            </a:r>
          </a:p>
        </p:txBody>
      </p:sp>
    </p:spTree>
    <p:extLst>
      <p:ext uri="{BB962C8B-B14F-4D97-AF65-F5344CB8AC3E}">
        <p14:creationId xmlns:p14="http://schemas.microsoft.com/office/powerpoint/2010/main" val="1668822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7AD39A-AE86-400A-B288-FC9D92E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爸爸的反应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CA9459D-0407-4BB4-A589-21B28304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“两眼布满血丝，神色焦虑”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86593A7-6481-41F9-B4D4-7A12F056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拍拍妈妈，安抚她。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D9CC6D9-B0A5-4241-B6E3-DB217078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关心晚归原因，也问有没有吃晚餐。</a:t>
            </a:r>
          </a:p>
        </p:txBody>
      </p:sp>
    </p:spTree>
    <p:extLst>
      <p:ext uri="{BB962C8B-B14F-4D97-AF65-F5344CB8AC3E}">
        <p14:creationId xmlns:p14="http://schemas.microsoft.com/office/powerpoint/2010/main" val="1837806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5C70A77-8414-4126-86FA-7FEF1659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行动与心理描写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8F5BBE3-9112-4DC3-AC05-7BD4D320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行动描写：写人物怎样做。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37B5EE3-1429-46FD-B254-6B2BE021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“快步走进房间”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5A65E74-85F2-4F96-A80B-67111440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心理描写：写人物心里怎样想。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F11F27D8-0FE6-4634-9559-FDCBB29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为什么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不能给我多一点儿自由？”</a:t>
            </a:r>
          </a:p>
        </p:txBody>
      </p:sp>
    </p:spTree>
    <p:extLst>
      <p:ext uri="{BB962C8B-B14F-4D97-AF65-F5344CB8AC3E}">
        <p14:creationId xmlns:p14="http://schemas.microsoft.com/office/powerpoint/2010/main" val="19517936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583928-21BA-4209-9D26-5CF2F022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第三段：怎样写出心情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E1F8BEE-510C-4FC1-955F-D7CA0CBE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第3段在描写“我”时运用了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哪些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人物描写？有什么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作用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ED66138-AB50-447E-AD8B-1FFD835E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找原句，再说心情及原因。</a:t>
            </a:r>
          </a:p>
        </p:txBody>
      </p:sp>
    </p:spTree>
    <p:extLst>
      <p:ext uri="{BB962C8B-B14F-4D97-AF65-F5344CB8AC3E}">
        <p14:creationId xmlns:p14="http://schemas.microsoft.com/office/powerpoint/2010/main" val="1601536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FF2F8DA-7D53-49C7-91A0-5E452951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委屈与生气有依据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A399A5C-56E7-4A5C-9FFF-6714C8F0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行动：“快步”“重重地把门关上”。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429240A-88D0-469A-B907-A06905B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心理：想要自由，觉得妈妈不讲理。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F822456-2606-484A-B774-4F0F5C2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想解释却不被倾听，感到难过、委屈、生气。</a:t>
            </a:r>
          </a:p>
        </p:txBody>
      </p:sp>
    </p:spTree>
    <p:extLst>
      <p:ext uri="{BB962C8B-B14F-4D97-AF65-F5344CB8AC3E}">
        <p14:creationId xmlns:p14="http://schemas.microsoft.com/office/powerpoint/2010/main" val="809027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6971E2-C70C-48A0-B4A8-0D9FA78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回到第一段的疑问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1E498AE-9B17-4B74-904F-B68EBB5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第3段补出：手机设成静音模式。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1417CC3-2B8A-42B2-AB28-59FD114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再加上做作业投入、忘了时间。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1FDC4F7-E090-41C6-B853-37F2614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可以核对：课文没有说“我”故意不接。</a:t>
            </a:r>
          </a:p>
        </p:txBody>
      </p:sp>
    </p:spTree>
    <p:extLst>
      <p:ext uri="{BB962C8B-B14F-4D97-AF65-F5344CB8AC3E}">
        <p14:creationId xmlns:p14="http://schemas.microsoft.com/office/powerpoint/2010/main" val="1058400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028896-4906-4F4A-9D4E-C11B1514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第四段：词语在这里的意思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709C5F2-922A-4C2A-83FB-82D13C8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“和事佬”和“举白旗”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分别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是什么意思？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D8B7ABA-DC32-46E1-8935-98031541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联系爸爸与“我”的行为来解释。</a:t>
            </a:r>
          </a:p>
        </p:txBody>
      </p:sp>
    </p:spTree>
    <p:extLst>
      <p:ext uri="{BB962C8B-B14F-4D97-AF65-F5344CB8AC3E}">
        <p14:creationId xmlns:p14="http://schemas.microsoft.com/office/powerpoint/2010/main" val="8774524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E19A6C-E93C-45FA-9152-B639A8B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和事佬与举白旗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4578BFA-EB8F-456D-BAF9-A25C8896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和事佬：调解争执的人。文中指爸爸。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697E95F-ED1C-49A4-8861-C5D35175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举白旗：本指投降认输。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FA7829F-737C-4759-A0FF-24366C8A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文中指“我”先认错、向妈妈道歉。</a:t>
            </a:r>
          </a:p>
        </p:txBody>
      </p:sp>
    </p:spTree>
    <p:extLst>
      <p:ext uri="{BB962C8B-B14F-4D97-AF65-F5344CB8AC3E}">
        <p14:creationId xmlns:p14="http://schemas.microsoft.com/office/powerpoint/2010/main" val="18145906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D3199E-6BD8-40B9-A4AA-3ECEAB1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第五至九段：出游前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45BA942-1759-449E-8BF0-1E1008B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按第五、六、七、八、九段依次阅读。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B700FE6-9BCD-43AD-AEAA-5278AA5E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“我”听到妈妈也一起去放风筝时，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心里有些别扭？</a:t>
            </a:r>
          </a:p>
        </p:txBody>
      </p:sp>
    </p:spTree>
    <p:extLst>
      <p:ext uri="{BB962C8B-B14F-4D97-AF65-F5344CB8AC3E}">
        <p14:creationId xmlns:p14="http://schemas.microsoft.com/office/powerpoint/2010/main" val="7401673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8C4A4D-2612-4A8A-A55C-DB7A54C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别扭来自尚未化解的冷战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AD74141-1E9E-479F-A8F6-379C9F1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“我”有歉意，却不愿先道歉。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2233FA6-063D-4AC8-BA8D-D331F56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突然知道妈妈也去，不知怎样与她相处。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899175F-3CD5-4B0F-85E6-5F5C699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所以心里不自在。</a:t>
            </a:r>
          </a:p>
        </p:txBody>
      </p:sp>
    </p:spTree>
    <p:extLst>
      <p:ext uri="{BB962C8B-B14F-4D97-AF65-F5344CB8AC3E}">
        <p14:creationId xmlns:p14="http://schemas.microsoft.com/office/powerpoint/2010/main" val="24186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ABC6894-DD21-4969-A1EE-F0B8CFA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海边的变化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20A6F4E-A945-49C7-909C-9DA8DE95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第二课：第十至十四段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1DB9A9F-2382-4567-904E-7350C015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原句告诉我们什么？还需要怎样推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想？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69237-097D-44D2-822A-9112513EDD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ece5704b94f62"/>
          <a:srcRect xmlns:a="http://schemas.openxmlformats.org/drawingml/2006/main" l="50293" t="38477" r="391" b="44922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4048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316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A210B4-2963-4C7C-8E4A-A416C23F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第十段：五味杂陈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6169980-B2FA-424D-B949-4A309E65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“五味杂陈”是什么意思？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0A5DB6E-4608-4031-B345-FE84953E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会有这样的心理？</a:t>
            </a:r>
          </a:p>
        </p:txBody>
      </p:sp>
    </p:spTree>
    <p:extLst>
      <p:ext uri="{BB962C8B-B14F-4D97-AF65-F5344CB8AC3E}">
        <p14:creationId xmlns:p14="http://schemas.microsoft.com/office/powerpoint/2010/main" val="7897564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8F31CDD-93E6-4B93-A584-4F3EA8C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想和好，却不愿先认错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BC21484-96DF-469C-99EE-4D401A3A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五味杂陈：多种感受交杂，难以说清。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BF6A482-34D7-49F8-8618-904C107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有歉意、想和好，却觉得妈妈也有错。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FF6A58E-D5BE-4848-A0E4-301E8F5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于是犹豫：该不该和妈妈说话？</a:t>
            </a:r>
          </a:p>
        </p:txBody>
      </p:sp>
    </p:spTree>
    <p:extLst>
      <p:ext uri="{BB962C8B-B14F-4D97-AF65-F5344CB8AC3E}">
        <p14:creationId xmlns:p14="http://schemas.microsoft.com/office/powerpoint/2010/main" val="14191538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D87C21-9342-4AB2-9465-1CBECF0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比喻与拟人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1E678CB-5631-48D8-9100-C24291C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比喻：用相似的事物打比方。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E08B684-7D78-449A-9078-AC303F0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例：汗珠像豆子。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76F8109-A6DF-4BB4-8235-041004B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拟人：把事物当人来写。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E403AFE-4A1C-4CFB-8EB6-9AF4FF77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例：花儿向我点头。</a:t>
            </a:r>
          </a:p>
        </p:txBody>
      </p:sp>
    </p:spTree>
    <p:extLst>
      <p:ext uri="{BB962C8B-B14F-4D97-AF65-F5344CB8AC3E}">
        <p14:creationId xmlns:p14="http://schemas.microsoft.com/office/powerpoint/2010/main" val="15111767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CACD3F-6F8E-47D7-867D-4797217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第十一段：风筝像什么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A8E2639-FFCC-4624-8178-177309B0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“风筝却像个不听话的孩子，用力挣脱。”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462AF41-E680-48F3-A6E3-FD519BA6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运用了什么修辞手法？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D0A4E46-656B-4EF0-BA80-BDADACC3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它写出风筝怎样的样子？</a:t>
            </a:r>
          </a:p>
        </p:txBody>
      </p:sp>
    </p:spTree>
    <p:extLst>
      <p:ext uri="{BB962C8B-B14F-4D97-AF65-F5344CB8AC3E}">
        <p14:creationId xmlns:p14="http://schemas.microsoft.com/office/powerpoint/2010/main" val="18017200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ACB3DD-374F-41D5-AA20-677B44F0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主要是比喻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75FE811-AD20-4548-ABE6-FA394C2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把风筝比作不听话的孩子。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16ED9A8-BD31-45D3-AF4F-D66B4E17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突出不受控制、挣脱牵引的样子。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D71A4D5-D7C9-4422-9207-21DD64F5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“用力挣脱”也带有拟人色彩。</a:t>
            </a:r>
          </a:p>
        </p:txBody>
      </p:sp>
    </p:spTree>
    <p:extLst>
      <p:ext uri="{BB962C8B-B14F-4D97-AF65-F5344CB8AC3E}">
        <p14:creationId xmlns:p14="http://schemas.microsoft.com/office/powerpoint/2010/main" val="6804628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957EB7-2396-4EE1-8C34-BC40770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第十二段：怕晒却主动出游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8158A92-FD21-4B99-8761-149B7685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妈妈最不喜欢晒太阳，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还会提议出来放风筝？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BB03F44-ACED-416D-8B82-AFE0502B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先找爸爸明说的原因。</a:t>
            </a:r>
          </a:p>
        </p:txBody>
      </p:sp>
    </p:spTree>
    <p:extLst>
      <p:ext uri="{BB962C8B-B14F-4D97-AF65-F5344CB8AC3E}">
        <p14:creationId xmlns:p14="http://schemas.microsoft.com/office/powerpoint/2010/main" val="7561625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AD4C64-00F9-40BE-AC93-004065E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妈妈把孩子的需要放在心上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AD05367-8740-4C35-A88F-1864BC9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直接原因：考试压力大，需要解压。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7D71EED-6FB4-4D76-BB45-2B10ECD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妈妈虽怕晒、怕长斑，仍提议出门。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C152332-334A-4EFE-9F5C-B6A3263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她愿意暂时放下顾虑，帮助孩子。</a:t>
            </a:r>
          </a:p>
        </p:txBody>
      </p:sp>
    </p:spTree>
    <p:extLst>
      <p:ext uri="{BB962C8B-B14F-4D97-AF65-F5344CB8AC3E}">
        <p14:creationId xmlns:p14="http://schemas.microsoft.com/office/powerpoint/2010/main" val="19472637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59DF25-A2F7-4600-B75F-ED15FB0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第十三段：爸爸想让“我”明白什么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AAA7273-1A0C-414E-A88D-3489C50B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第13段中，爸爸对“我”说的话有什么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用意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21FEF34-56B2-4D82-BE97-6376EFD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风筝发生的事，与孩子成长有什么联系？</a:t>
            </a:r>
          </a:p>
        </p:txBody>
      </p:sp>
    </p:spTree>
    <p:extLst>
      <p:ext uri="{BB962C8B-B14F-4D97-AF65-F5344CB8AC3E}">
        <p14:creationId xmlns:p14="http://schemas.microsoft.com/office/powerpoint/2010/main" val="21400013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9D0047C-1FB1-43E5-8FDD-0D9104D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风筝与孩子的联系</a:t>
            </a:r>
          </a:p>
        </p:txBody>
      </p:sp>
      <p:sp>
        <p:nvSpPr>
          <p:cNvPr id="2" name="mapping-left-0">
            <a:extLst xmlns:a="http://schemas.openxmlformats.org/drawingml/2006/main">
              <a:ext uri="{FF2B5EF4-FFF2-40B4-BE49-F238E27FC236}">
                <a16:creationId xmlns:a16="http://schemas.microsoft.com/office/drawing/2014/main" id="{80ECD7A2-42A9-46F7-BE69-CB56840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风筝</a:t>
            </a:r>
          </a:p>
        </p:txBody>
      </p:sp>
      <p:sp>
        <p:nvSpPr>
          <p:cNvPr id="3" name="mapping-link-0">
            <a:extLst xmlns:a="http://schemas.openxmlformats.org/drawingml/2006/main">
              <a:ext uri="{FF2B5EF4-FFF2-40B4-BE49-F238E27FC236}">
                <a16:creationId xmlns:a16="http://schemas.microsoft.com/office/drawing/2014/main" id="{7B706B08-CD94-4474-AF92-7979C9D0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对应</a:t>
            </a:r>
          </a:p>
        </p:txBody>
      </p:sp>
      <p:sp>
        <p:nvSpPr>
          <p:cNvPr id="4" name="mapping-right-0">
            <a:extLst xmlns:a="http://schemas.openxmlformats.org/drawingml/2006/main">
              <a:ext uri="{FF2B5EF4-FFF2-40B4-BE49-F238E27FC236}">
                <a16:creationId xmlns:a16="http://schemas.microsoft.com/office/drawing/2014/main" id="{4FE5F955-99B4-4A58-94BD-EDFE121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669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孩子</a:t>
            </a:r>
          </a:p>
        </p:txBody>
      </p:sp>
      <p:sp>
        <p:nvSpPr>
          <p:cNvPr id="5" name="mapping-left-1">
            <a:extLst xmlns:a="http://schemas.openxmlformats.org/drawingml/2006/main">
              <a:ext uri="{FF2B5EF4-FFF2-40B4-BE49-F238E27FC236}">
                <a16:creationId xmlns:a16="http://schemas.microsoft.com/office/drawing/2014/main" id="{5D5A8E48-BDD2-4673-9B18-1F4AEE8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线的牵引</a:t>
            </a:r>
          </a:p>
        </p:txBody>
      </p:sp>
      <p:sp>
        <p:nvSpPr>
          <p:cNvPr id="6" name="mapping-link-1">
            <a:extLst xmlns:a="http://schemas.openxmlformats.org/drawingml/2006/main">
              <a:ext uri="{FF2B5EF4-FFF2-40B4-BE49-F238E27FC236}">
                <a16:creationId xmlns:a16="http://schemas.microsoft.com/office/drawing/2014/main" id="{689B0000-88A8-40EA-98F7-A7821BCF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48025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对应</a:t>
            </a:r>
          </a:p>
        </p:txBody>
      </p:sp>
      <p:sp>
        <p:nvSpPr>
          <p:cNvPr id="7" name="mapping-right-1">
            <a:extLst xmlns:a="http://schemas.openxmlformats.org/drawingml/2006/main">
              <a:ext uri="{FF2B5EF4-FFF2-40B4-BE49-F238E27FC236}">
                <a16:creationId xmlns:a16="http://schemas.microsoft.com/office/drawing/2014/main" id="{8363FC9C-A8B2-41D4-83F2-A226E344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480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父母合理的引导</a:t>
            </a:r>
          </a:p>
        </p:txBody>
      </p:sp>
      <p:sp>
        <p:nvSpPr>
          <p:cNvPr id="8" name="mapping-left-2">
            <a:extLst xmlns:a="http://schemas.openxmlformats.org/drawingml/2006/main">
              <a:ext uri="{FF2B5EF4-FFF2-40B4-BE49-F238E27FC236}">
                <a16:creationId xmlns:a16="http://schemas.microsoft.com/office/drawing/2014/main" id="{201F704B-E0DB-4211-A3D9-F0187C2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失去牵引后落下</a:t>
            </a:r>
          </a:p>
        </p:txBody>
      </p:sp>
      <p:sp>
        <p:nvSpPr>
          <p:cNvPr id="9" name="mapping-link-2">
            <a:extLst xmlns:a="http://schemas.openxmlformats.org/drawingml/2006/main">
              <a:ext uri="{FF2B5EF4-FFF2-40B4-BE49-F238E27FC236}">
                <a16:creationId xmlns:a16="http://schemas.microsoft.com/office/drawing/2014/main" id="{8BFD3715-4C4A-4514-970A-0DA3308E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对应</a:t>
            </a:r>
          </a:p>
        </p:txBody>
      </p:sp>
      <p:sp>
        <p:nvSpPr>
          <p:cNvPr id="10" name="mapping-right-2">
            <a:extLst xmlns:a="http://schemas.openxmlformats.org/drawingml/2006/main">
              <a:ext uri="{FF2B5EF4-FFF2-40B4-BE49-F238E27FC236}">
                <a16:creationId xmlns:a16="http://schemas.microsoft.com/office/drawing/2014/main" id="{452F7BD6-87CC-484D-9514-BC89959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291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缺少引导可能走弯路</a:t>
            </a:r>
          </a:p>
        </p:txBody>
      </p:sp>
    </p:spTree>
    <p:extLst>
      <p:ext uri="{BB962C8B-B14F-4D97-AF65-F5344CB8AC3E}">
        <p14:creationId xmlns:p14="http://schemas.microsoft.com/office/powerpoint/2010/main" val="212944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A1A242-0893-41E6-AF13-38B5B47D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爸爸借眼前的事劝导孩子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BCC2510-81D0-494F-A4E6-E9C1268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父母的约束包含关心和引导。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8AED2DA-B083-42F4-8097-0EB69B1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一味排斥合理提醒，可能走弯路。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A1B11A9-B74A-404B-8EAF-1A921EED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爸爸希望“我”理解父母的苦心。</a:t>
            </a:r>
          </a:p>
        </p:txBody>
      </p:sp>
    </p:spTree>
    <p:extLst>
      <p:ext uri="{BB962C8B-B14F-4D97-AF65-F5344CB8AC3E}">
        <p14:creationId xmlns:p14="http://schemas.microsoft.com/office/powerpoint/2010/main" val="19537029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8FA59D-D4AC-44E7-99B7-E8B3CFC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第十四段：如梦初醒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8FA052D-3C2C-4B3A-BBFB-E4CDFA7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“如梦初醒”是什么意思？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7BFF2AE-D94D-4EF7-AEBA-10375E3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说说你对“孩子不就是父母手中的风筝吗”这句话的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看法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091554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06D869B-F1FF-489D-B778-40DC257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醒悟与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看法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EDFCCE2-35A5-4744-94FD-F80DB12E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如梦初醒：原来不明白，后来突然醒悟。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DA22C94-BFB4-482C-9D52-C5B021A2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文中指“我”理解父母关心、引导的苦心。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35FD607-E441-46BD-B830-0D4C6E2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看法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可补充：孩子也需要自主，父母也应倾听。</a:t>
            </a:r>
          </a:p>
        </p:txBody>
      </p:sp>
    </p:spTree>
    <p:extLst>
      <p:ext uri="{BB962C8B-B14F-4D97-AF65-F5344CB8AC3E}">
        <p14:creationId xmlns:p14="http://schemas.microsoft.com/office/powerpoint/2010/main" val="10299143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E93EF49-7470-4B33-89D5-173B9EEB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课本例句：怎样扩写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756D805-BA79-40EF-BBDF-933374FE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原句：妈妈解着风筝线。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E06A6A4-BCFF-4FFE-8D76-69E02DDC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扩写：妈妈弯着腰，聚精会神地解着缠绕在树丛中的风筝线。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07F26C6-E547-4191-B5D7-B36CE72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主干不变，加入合理的姿态与细节。</a:t>
            </a:r>
          </a:p>
        </p:txBody>
      </p:sp>
    </p:spTree>
    <p:extLst>
      <p:ext uri="{BB962C8B-B14F-4D97-AF65-F5344CB8AC3E}">
        <p14:creationId xmlns:p14="http://schemas.microsoft.com/office/powerpoint/2010/main" val="12451316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E11429-AAD7-4BF7-82A4-1662176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扩写句子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B1C363A-4F05-4F65-8350-C8B93AD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我看着电视。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05CFFC2-EB32-4B0E-B8E5-02D0394F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自己扩写一句，让画面更具体。</a:t>
            </a:r>
          </a:p>
        </p:txBody>
      </p:sp>
    </p:spTree>
    <p:extLst>
      <p:ext uri="{BB962C8B-B14F-4D97-AF65-F5344CB8AC3E}">
        <p14:creationId xmlns:p14="http://schemas.microsoft.com/office/powerpoint/2010/main" val="14063173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314E1A-9C76-4F85-89BC-3D2CA94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一个扩写示例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496D5DE-8D7E-47FB-8DE3-F6828B9B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我蜷着双腿坐在沙发上，目不转睛地看着电视里的球赛。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02F69CE-E0BA-40AD-B564-90D1B06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自检：主干有没有变？细节是否合理？</a:t>
            </a:r>
          </a:p>
        </p:txBody>
      </p:sp>
    </p:spTree>
    <p:extLst>
      <p:ext uri="{BB962C8B-B14F-4D97-AF65-F5344CB8AC3E}">
        <p14:creationId xmlns:p14="http://schemas.microsoft.com/office/powerpoint/2010/main" val="16132515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2ECD1BD-7FAE-4CB3-A486-9D5DD1F3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父母怎样表达爱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51BFA01-AE64-4EF7-80FD-3C492DB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第三课：人物比较与开放回应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CD0CE35-DE79-4AE9-9BF2-81E5F7F0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有依据，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看法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有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理由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E9D88-6C13-4C62-BB15-9B46AE370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03d9a80a24312"/>
          <a:srcRect xmlns:a="http://schemas.openxmlformats.org/drawingml/2006/main" l="293" t="53776" r="50195" b="27018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771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04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7424F8-3535-4529-B8C8-55ACBA56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课本：比较爸爸和妈妈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F486E35-D6A8-4A59-AD94-D352BDA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从文中画出描写爸爸和妈妈的句子，通过比较把握人物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，理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解文章主题。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25FC68F-9555-4EF8-88F2-16725EB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先比较晚归，再比较放风筝。</a:t>
            </a:r>
          </a:p>
        </p:txBody>
      </p:sp>
    </p:spTree>
    <p:extLst>
      <p:ext uri="{BB962C8B-B14F-4D97-AF65-F5344CB8AC3E}">
        <p14:creationId xmlns:p14="http://schemas.microsoft.com/office/powerpoint/2010/main" val="12223680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61FD07-2F08-4844-8C69-94C458AC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晚归时：爸爸与妈妈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FF92B05-759A-4EAD-8302-612A0A1F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爸爸：关心孩子，脾气温和。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39A1F78-FE00-4471-92ED-0007AA3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依据：焦虑等待、安抚妈妈、询问晚餐。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4974D0E-B5EB-4563-A961-2D2A65CD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妈妈：较严厉、急切。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F81BA1D3-7F07-42E4-AF41-61C2CA6A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依据：紧皱眉头、一脸不悦地责问。</a:t>
            </a:r>
          </a:p>
        </p:txBody>
      </p:sp>
    </p:spTree>
    <p:extLst>
      <p:ext uri="{BB962C8B-B14F-4D97-AF65-F5344CB8AC3E}">
        <p14:creationId xmlns:p14="http://schemas.microsoft.com/office/powerpoint/2010/main" val="17967757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3C2AD3-EBD2-4D8E-A18C-AF0EAD1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放风筝时：怎样概括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332883C-ADAD-40F1-B1CB-7EF004A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爸爸说了什么、做了什么？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93F2E77-E97D-48D0-BB60-6B19BD8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妈妈做了什么？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38C6D3F-C91E-4962-B275-E35FC0F8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这些表现说明怎样的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7246918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CB9884-2744-4C0D-AD0F-5E8BFDCC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爸爸：温和，善于引导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1C57F0E-FC51-49B1-AAF1-71B58019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慈爱地说明妈妈的提议。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3823B57-E294-452E-82CB-3A880269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搂着“我”的肩膀，借风筝讲道理。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AC96892-959F-4E89-857F-CBF2D80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从眼前的事入手，帮助孩子理解父母。</a:t>
            </a:r>
          </a:p>
        </p:txBody>
      </p:sp>
    </p:spTree>
    <p:extLst>
      <p:ext uri="{BB962C8B-B14F-4D97-AF65-F5344CB8AC3E}">
        <p14:creationId xmlns:p14="http://schemas.microsoft.com/office/powerpoint/2010/main" val="9612432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B2C8E7-EDE6-4F8A-A9EE-2DA81960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妈妈：用行动关心孩子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FD345A6-6E95-4025-881F-C587993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怕晒，仍提议出游帮孩子解压。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4422FED-A057-430C-8BB0-FF9B2832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整理、捡拾风筝，弯腰专心解线。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EBDEA5C-3347-4A4D-BEB4-155ED969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愿意付出，顾及孩子的需要。</a:t>
            </a:r>
          </a:p>
        </p:txBody>
      </p:sp>
    </p:spTree>
    <p:extLst>
      <p:ext uri="{BB962C8B-B14F-4D97-AF65-F5344CB8AC3E}">
        <p14:creationId xmlns:p14="http://schemas.microsoft.com/office/powerpoint/2010/main" val="2457724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F13890-1A91-46C3-96A0-6B0CDF97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课本：比较后的主题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C5D5B43-A752-46E0-B12F-A3C90081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父母表达爱的方式虽然不同，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A7220A5-389F-4A75-A872-675A0B8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但都是出于________。</a:t>
            </a:r>
          </a:p>
        </p:txBody>
      </p:sp>
    </p:spTree>
    <p:extLst>
      <p:ext uri="{BB962C8B-B14F-4D97-AF65-F5344CB8AC3E}">
        <p14:creationId xmlns:p14="http://schemas.microsoft.com/office/powerpoint/2010/main" val="1359330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3C3C03B-AAAB-447A-9750-0A432434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不同方式，共同关爱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ABFA877-69EB-4D8A-87FD-21076EBE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父母都爱孩子，希望孩子健康成长。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0BAE0BE-C8EB-4A06-A8A7-57A5C48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爸爸温和劝导，妈妈用实际行动关心。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E465BEA-6ED2-42DB-8956-F98924B7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孩子应理解苦心，亲子也需要沟通。</a:t>
            </a:r>
          </a:p>
        </p:txBody>
      </p:sp>
    </p:spTree>
    <p:extLst>
      <p:ext uri="{BB962C8B-B14F-4D97-AF65-F5344CB8AC3E}">
        <p14:creationId xmlns:p14="http://schemas.microsoft.com/office/powerpoint/2010/main" val="14048029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F2EEF-EB64-4D4A-9495-1D390FEA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自由还是严加管教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FC55643-EBA6-40FB-965C-67C8FC21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在家庭教育方面，有人认为应该给孩子自由；有人则认为应该对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孩子严加管教。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69638A9-AB03-4521-B00F-71FDB697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你对此有什么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看法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61232947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E80F1AE-5B7A-4512-9D54-805AE07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一段有根据的回答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9811866-568F-453E-9CF3-FE9C4F31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立场：我怎么看？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5ACC73D-EA0A-4F3E-8D8A-6A6A0C4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理由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：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为什么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19A388C-7798-4D08-91EA-01BE55E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例子：什么情境、做法与影响？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FBA29F3-65FA-45B1-AD10-087225E4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回扣：例子怎样支持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看法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82325688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B89C39-2624-4FFA-A50F-184315D4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示范：立场与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理由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4C9C185-37D6-4D75-9408-3F963C53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我认为应给予孩子适当自由，并通过沟通订立合理界限。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C786A60-2F52-415C-928E-092BF73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孩子需要练习独立判断，但也可能忽略安全与责任。</a:t>
            </a:r>
          </a:p>
        </p:txBody>
      </p:sp>
    </p:spTree>
    <p:extLst>
      <p:ext uri="{BB962C8B-B14F-4D97-AF65-F5344CB8AC3E}">
        <p14:creationId xmlns:p14="http://schemas.microsoft.com/office/powerpoint/2010/main" val="11196992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10084A-E216-49C1-AD35-D01D5F7D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示范：例子与回扣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1DC2557-5D33-40B0-A2E8-B1905CC8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文中的“我”忘了时间、漏接电话，让父母担心。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61292FC-9333-4D15-8CA4-CCB880D3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若先商量回家时间、变化时及时报平安，孩子能自主做作业，父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母也能放心。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2021EEA-B743-4C17-A401-15579D1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可见自由与合理引导可以配合。</a:t>
            </a:r>
          </a:p>
        </p:txBody>
      </p:sp>
    </p:spTree>
    <p:extLst>
      <p:ext uri="{BB962C8B-B14F-4D97-AF65-F5344CB8AC3E}">
        <p14:creationId xmlns:p14="http://schemas.microsoft.com/office/powerpoint/2010/main" val="2078435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9B58ED0-9FEE-4429-8062-A08FA66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不同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看法</a:t>
            </a: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，也要解释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4F97DC4-2D03-4FCB-984D-81E5BF75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主张更多自由：说明能力、范围与责任。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5A50059-36B3-48EB-92E3-32984FA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主张较严管教：说明具体风险与合理界限。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2238BE7-9A7D-4618-8E2B-157104A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最后对照依据、订正回答、整理词语。</a:t>
            </a:r>
          </a:p>
        </p:txBody>
      </p:sp>
    </p:spTree>
    <p:extLst>
      <p:ext uri="{BB962C8B-B14F-4D97-AF65-F5344CB8AC3E}">
        <p14:creationId xmlns:p14="http://schemas.microsoft.com/office/powerpoint/2010/main" val="1621878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2026-10-19T09:12:58.9720000Z</dcterms:created>
  <dcterms:modified xsi:type="dcterms:W3CDTF">2026-10-19T09:12:58.9720000Z</dcterms:modified>
</coreProperties>
</file>