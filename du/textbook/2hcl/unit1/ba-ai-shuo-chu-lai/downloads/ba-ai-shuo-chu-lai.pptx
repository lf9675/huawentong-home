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68f82e2368143a3"/><Relationship Type="http://schemas.openxmlformats.org/officeDocument/2006/relationships/extended-properties" Target="/docProps/app.xml" Id="R357ca21ac2e1464c"/><Relationship Type="http://schemas.openxmlformats.org/officeDocument/2006/relationships/officeDocument" Target="/ppt/presentation.xml" Id="R229b42c192be465e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adcece61c54c40"/>
  </p:sldMasterIdLst>
  <p:notesMasterIdLst>
    <p:notesMasterId xmlns:r="http://schemas.openxmlformats.org/officeDocument/2006/relationships" r:id="Rfcbb16b5dcc04437"/>
  </p:notesMasterIdLst>
  <p:sldIdLst>
    <p:sldId xmlns:r="http://schemas.openxmlformats.org/officeDocument/2006/relationships" id="256" r:id="R71c813955b314a6c"/>
    <p:sldId xmlns:r="http://schemas.openxmlformats.org/officeDocument/2006/relationships" id="257" r:id="R0765452dad8a4010"/>
    <p:sldId xmlns:r="http://schemas.openxmlformats.org/officeDocument/2006/relationships" id="258" r:id="Rb0b711b463254686"/>
    <p:sldId xmlns:r="http://schemas.openxmlformats.org/officeDocument/2006/relationships" id="259" r:id="R08c374152c234c40"/>
    <p:sldId xmlns:r="http://schemas.openxmlformats.org/officeDocument/2006/relationships" id="260" r:id="R539eb243610b409b"/>
    <p:sldId xmlns:r="http://schemas.openxmlformats.org/officeDocument/2006/relationships" id="261" r:id="R5c981f27185a47a3"/>
    <p:sldId xmlns:r="http://schemas.openxmlformats.org/officeDocument/2006/relationships" id="262" r:id="R6c72de4e45394fb7"/>
    <p:sldId xmlns:r="http://schemas.openxmlformats.org/officeDocument/2006/relationships" id="263" r:id="R532a27e767604109"/>
    <p:sldId xmlns:r="http://schemas.openxmlformats.org/officeDocument/2006/relationships" id="264" r:id="Rc21d90ab42fe4495"/>
    <p:sldId xmlns:r="http://schemas.openxmlformats.org/officeDocument/2006/relationships" id="265" r:id="R4799ad1f613d4851"/>
    <p:sldId xmlns:r="http://schemas.openxmlformats.org/officeDocument/2006/relationships" id="266" r:id="R8b6a18235cc74f0c"/>
    <p:sldId xmlns:r="http://schemas.openxmlformats.org/officeDocument/2006/relationships" id="267" r:id="R494bbb4475b44344"/>
    <p:sldId xmlns:r="http://schemas.openxmlformats.org/officeDocument/2006/relationships" id="268" r:id="R54d370ec4e0a49f8"/>
    <p:sldId xmlns:r="http://schemas.openxmlformats.org/officeDocument/2006/relationships" id="269" r:id="Rdf3864040c904e1d"/>
    <p:sldId xmlns:r="http://schemas.openxmlformats.org/officeDocument/2006/relationships" id="270" r:id="Rc83c887aa9554217"/>
    <p:sldId xmlns:r="http://schemas.openxmlformats.org/officeDocument/2006/relationships" id="271" r:id="R0e7676368eeb49ee"/>
    <p:sldId xmlns:r="http://schemas.openxmlformats.org/officeDocument/2006/relationships" id="272" r:id="R90c339700b494bca"/>
    <p:sldId xmlns:r="http://schemas.openxmlformats.org/officeDocument/2006/relationships" id="273" r:id="R6b39cf8687404f9e"/>
    <p:sldId xmlns:r="http://schemas.openxmlformats.org/officeDocument/2006/relationships" id="274" r:id="R98df029a6d2341a5"/>
    <p:sldId xmlns:r="http://schemas.openxmlformats.org/officeDocument/2006/relationships" id="275" r:id="Rc36c36e0c2374cfe"/>
    <p:sldId xmlns:r="http://schemas.openxmlformats.org/officeDocument/2006/relationships" id="276" r:id="R0ad9379b5f3e4f6c"/>
    <p:sldId xmlns:r="http://schemas.openxmlformats.org/officeDocument/2006/relationships" id="277" r:id="Rb34d48ec83fe466b"/>
    <p:sldId xmlns:r="http://schemas.openxmlformats.org/officeDocument/2006/relationships" id="278" r:id="R287279c1e6334717"/>
    <p:sldId xmlns:r="http://schemas.openxmlformats.org/officeDocument/2006/relationships" id="279" r:id="Rac745196350244ef"/>
    <p:sldId xmlns:r="http://schemas.openxmlformats.org/officeDocument/2006/relationships" id="280" r:id="R3c86d124d112409f"/>
    <p:sldId xmlns:r="http://schemas.openxmlformats.org/officeDocument/2006/relationships" id="281" r:id="R422db2adba824f64"/>
    <p:sldId xmlns:r="http://schemas.openxmlformats.org/officeDocument/2006/relationships" id="282" r:id="Radbffa37686b496d"/>
    <p:sldId xmlns:r="http://schemas.openxmlformats.org/officeDocument/2006/relationships" id="283" r:id="R0d12b582d1494695"/>
    <p:sldId xmlns:r="http://schemas.openxmlformats.org/officeDocument/2006/relationships" id="284" r:id="Rf5cf8d7a29fa4425"/>
    <p:sldId xmlns:r="http://schemas.openxmlformats.org/officeDocument/2006/relationships" id="285" r:id="R0f5245a47204432b"/>
    <p:sldId xmlns:r="http://schemas.openxmlformats.org/officeDocument/2006/relationships" id="286" r:id="R83dec0724bc94646"/>
    <p:sldId xmlns:r="http://schemas.openxmlformats.org/officeDocument/2006/relationships" id="287" r:id="R5f35f80f81b44894"/>
    <p:sldId xmlns:r="http://schemas.openxmlformats.org/officeDocument/2006/relationships" id="288" r:id="Rdae9eca07d2446ad"/>
    <p:sldId xmlns:r="http://schemas.openxmlformats.org/officeDocument/2006/relationships" id="289" r:id="Rd7ffecaa255b46c4"/>
    <p:sldId xmlns:r="http://schemas.openxmlformats.org/officeDocument/2006/relationships" id="290" r:id="R18f5ee1e760a496a"/>
    <p:sldId xmlns:r="http://schemas.openxmlformats.org/officeDocument/2006/relationships" id="291" r:id="Rbe64d1394273436d"/>
    <p:sldId xmlns:r="http://schemas.openxmlformats.org/officeDocument/2006/relationships" id="292" r:id="Ra76dbe50c6ca48ac"/>
    <p:sldId xmlns:r="http://schemas.openxmlformats.org/officeDocument/2006/relationships" id="293" r:id="Re77f6cd385c444ab"/>
    <p:sldId xmlns:r="http://schemas.openxmlformats.org/officeDocument/2006/relationships" id="294" r:id="R26f372d5444f4c19"/>
    <p:sldId xmlns:r="http://schemas.openxmlformats.org/officeDocument/2006/relationships" id="295" r:id="Rbb0da360d8d04bc8"/>
    <p:sldId xmlns:r="http://schemas.openxmlformats.org/officeDocument/2006/relationships" id="296" r:id="R8047dd852432402b"/>
    <p:sldId xmlns:r="http://schemas.openxmlformats.org/officeDocument/2006/relationships" id="297" r:id="R5ea2edfa188f4acb"/>
    <p:sldId xmlns:r="http://schemas.openxmlformats.org/officeDocument/2006/relationships" id="298" r:id="Rb08318ebb2e444b9"/>
    <p:sldId xmlns:r="http://schemas.openxmlformats.org/officeDocument/2006/relationships" id="299" r:id="Rf819937ba50347ed"/>
    <p:sldId xmlns:r="http://schemas.openxmlformats.org/officeDocument/2006/relationships" id="300" r:id="Re754e083597a44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0e6e1483c1974470"/><Relationship Type="http://schemas.openxmlformats.org/officeDocument/2006/relationships/slideMaster" Target="/ppt/slideMasters/slideMaster1.xml" Id="Rbdadcece61c54c40"/><Relationship Type="http://schemas.openxmlformats.org/officeDocument/2006/relationships/notesMaster" Target="/ppt/notesMasters/notesMaster1.xml" Id="Rfcbb16b5dcc04437"/><Relationship Type="http://schemas.openxmlformats.org/officeDocument/2006/relationships/presProps" Target="/ppt/presProps.xml" Id="R846afdc7832b44c6"/><Relationship Type="http://schemas.openxmlformats.org/officeDocument/2006/relationships/tableStyles" Target="/ppt/tableStyles.xml" Id="R4ca5db1c5053495d"/><Relationship Type="http://schemas.openxmlformats.org/officeDocument/2006/relationships/slide" Target="/ppt/slides/slide1.xml" Id="R71c813955b314a6c"/><Relationship Type="http://schemas.openxmlformats.org/officeDocument/2006/relationships/slide" Target="/ppt/slides/slide2.xml" Id="R0765452dad8a4010"/><Relationship Type="http://schemas.openxmlformats.org/officeDocument/2006/relationships/slide" Target="/ppt/slides/slide3.xml" Id="Rb0b711b463254686"/><Relationship Type="http://schemas.openxmlformats.org/officeDocument/2006/relationships/slide" Target="/ppt/slides/slide4.xml" Id="R08c374152c234c40"/><Relationship Type="http://schemas.openxmlformats.org/officeDocument/2006/relationships/slide" Target="/ppt/slides/slide5.xml" Id="R539eb243610b409b"/><Relationship Type="http://schemas.openxmlformats.org/officeDocument/2006/relationships/slide" Target="/ppt/slides/slide6.xml" Id="R5c981f27185a47a3"/><Relationship Type="http://schemas.openxmlformats.org/officeDocument/2006/relationships/slide" Target="/ppt/slides/slide7.xml" Id="R6c72de4e45394fb7"/><Relationship Type="http://schemas.openxmlformats.org/officeDocument/2006/relationships/slide" Target="/ppt/slides/slide8.xml" Id="R532a27e767604109"/><Relationship Type="http://schemas.openxmlformats.org/officeDocument/2006/relationships/slide" Target="/ppt/slides/slide9.xml" Id="Rc21d90ab42fe4495"/><Relationship Type="http://schemas.openxmlformats.org/officeDocument/2006/relationships/slide" Target="/ppt/slides/slide10.xml" Id="R4799ad1f613d4851"/><Relationship Type="http://schemas.openxmlformats.org/officeDocument/2006/relationships/slide" Target="/ppt/slides/slide11.xml" Id="R8b6a18235cc74f0c"/><Relationship Type="http://schemas.openxmlformats.org/officeDocument/2006/relationships/slide" Target="/ppt/slides/slide12.xml" Id="R494bbb4475b44344"/><Relationship Type="http://schemas.openxmlformats.org/officeDocument/2006/relationships/slide" Target="/ppt/slides/slide13.xml" Id="R54d370ec4e0a49f8"/><Relationship Type="http://schemas.openxmlformats.org/officeDocument/2006/relationships/slide" Target="/ppt/slides/slide14.xml" Id="Rdf3864040c904e1d"/><Relationship Type="http://schemas.openxmlformats.org/officeDocument/2006/relationships/slide" Target="/ppt/slides/slide15.xml" Id="Rc83c887aa9554217"/><Relationship Type="http://schemas.openxmlformats.org/officeDocument/2006/relationships/slide" Target="/ppt/slides/slide16.xml" Id="R0e7676368eeb49ee"/><Relationship Type="http://schemas.openxmlformats.org/officeDocument/2006/relationships/slide" Target="/ppt/slides/slide17.xml" Id="R90c339700b494bca"/><Relationship Type="http://schemas.openxmlformats.org/officeDocument/2006/relationships/slide" Target="/ppt/slides/slide18.xml" Id="R6b39cf8687404f9e"/><Relationship Type="http://schemas.openxmlformats.org/officeDocument/2006/relationships/slide" Target="/ppt/slides/slide19.xml" Id="R98df029a6d2341a5"/><Relationship Type="http://schemas.openxmlformats.org/officeDocument/2006/relationships/slide" Target="/ppt/slides/slide20.xml" Id="Rc36c36e0c2374cfe"/><Relationship Type="http://schemas.openxmlformats.org/officeDocument/2006/relationships/slide" Target="/ppt/slides/slide21.xml" Id="R0ad9379b5f3e4f6c"/><Relationship Type="http://schemas.openxmlformats.org/officeDocument/2006/relationships/slide" Target="/ppt/slides/slide22.xml" Id="Rb34d48ec83fe466b"/><Relationship Type="http://schemas.openxmlformats.org/officeDocument/2006/relationships/slide" Target="/ppt/slides/slide23.xml" Id="R287279c1e6334717"/><Relationship Type="http://schemas.openxmlformats.org/officeDocument/2006/relationships/slide" Target="/ppt/slides/slide24.xml" Id="Rac745196350244ef"/><Relationship Type="http://schemas.openxmlformats.org/officeDocument/2006/relationships/slide" Target="/ppt/slides/slide25.xml" Id="R3c86d124d112409f"/><Relationship Type="http://schemas.openxmlformats.org/officeDocument/2006/relationships/slide" Target="/ppt/slides/slide26.xml" Id="R422db2adba824f64"/><Relationship Type="http://schemas.openxmlformats.org/officeDocument/2006/relationships/slide" Target="/ppt/slides/slide27.xml" Id="Radbffa37686b496d"/><Relationship Type="http://schemas.openxmlformats.org/officeDocument/2006/relationships/slide" Target="/ppt/slides/slide28.xml" Id="R0d12b582d1494695"/><Relationship Type="http://schemas.openxmlformats.org/officeDocument/2006/relationships/slide" Target="/ppt/slides/slide29.xml" Id="Rf5cf8d7a29fa4425"/><Relationship Type="http://schemas.openxmlformats.org/officeDocument/2006/relationships/slide" Target="/ppt/slides/slide30.xml" Id="R0f5245a47204432b"/><Relationship Type="http://schemas.openxmlformats.org/officeDocument/2006/relationships/slide" Target="/ppt/slides/slide31.xml" Id="R83dec0724bc94646"/><Relationship Type="http://schemas.openxmlformats.org/officeDocument/2006/relationships/slide" Target="/ppt/slides/slide32.xml" Id="R5f35f80f81b44894"/><Relationship Type="http://schemas.openxmlformats.org/officeDocument/2006/relationships/slide" Target="/ppt/slides/slide33.xml" Id="Rdae9eca07d2446ad"/><Relationship Type="http://schemas.openxmlformats.org/officeDocument/2006/relationships/slide" Target="/ppt/slides/slide34.xml" Id="Rd7ffecaa255b46c4"/><Relationship Type="http://schemas.openxmlformats.org/officeDocument/2006/relationships/slide" Target="/ppt/slides/slide35.xml" Id="R18f5ee1e760a496a"/><Relationship Type="http://schemas.openxmlformats.org/officeDocument/2006/relationships/slide" Target="/ppt/slides/slide36.xml" Id="Rbe64d1394273436d"/><Relationship Type="http://schemas.openxmlformats.org/officeDocument/2006/relationships/slide" Target="/ppt/slides/slide37.xml" Id="Ra76dbe50c6ca48ac"/><Relationship Type="http://schemas.openxmlformats.org/officeDocument/2006/relationships/slide" Target="/ppt/slides/slide38.xml" Id="Re77f6cd385c444ab"/><Relationship Type="http://schemas.openxmlformats.org/officeDocument/2006/relationships/slide" Target="/ppt/slides/slide39.xml" Id="R26f372d5444f4c19"/><Relationship Type="http://schemas.openxmlformats.org/officeDocument/2006/relationships/slide" Target="/ppt/slides/slide40.xml" Id="Rbb0da360d8d04bc8"/><Relationship Type="http://schemas.openxmlformats.org/officeDocument/2006/relationships/slide" Target="/ppt/slides/slide41.xml" Id="R8047dd852432402b"/><Relationship Type="http://schemas.openxmlformats.org/officeDocument/2006/relationships/slide" Target="/ppt/slides/slide42.xml" Id="R5ea2edfa188f4acb"/><Relationship Type="http://schemas.openxmlformats.org/officeDocument/2006/relationships/slide" Target="/ppt/slides/slide43.xml" Id="Rb08318ebb2e444b9"/><Relationship Type="http://schemas.openxmlformats.org/officeDocument/2006/relationships/slide" Target="/ppt/slides/slide44.xml" Id="Rf819937ba50347ed"/><Relationship Type="http://schemas.openxmlformats.org/officeDocument/2006/relationships/slide" Target="/ppt/slides/slide45.xml" Id="Re754e083597a443d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57ea319049984ff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f5f95090ee7b4456"/><Relationship Type="http://schemas.openxmlformats.org/officeDocument/2006/relationships/notesMaster" Target="/ppt/notesMasters/notesMaster1.xml" Id="R464f2baa3d234c8d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9ef062d99e994a2f"/><Relationship Type="http://schemas.openxmlformats.org/officeDocument/2006/relationships/notesMaster" Target="/ppt/notesMasters/notesMaster1.xml" Id="Ra4a8d34247d44fc8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2a0f73f41ef54e95"/><Relationship Type="http://schemas.openxmlformats.org/officeDocument/2006/relationships/notesMaster" Target="/ppt/notesMasters/notesMaster1.xml" Id="R3df55327c28645d2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162496a7fc1f498a"/><Relationship Type="http://schemas.openxmlformats.org/officeDocument/2006/relationships/notesMaster" Target="/ppt/notesMasters/notesMaster1.xml" Id="Rb72aa6c1f94b4269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f8d5aa60b0dd460f"/><Relationship Type="http://schemas.openxmlformats.org/officeDocument/2006/relationships/notesMaster" Target="/ppt/notesMasters/notesMaster1.xml" Id="R3f7d8a88793f4631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319bc6803b354926"/><Relationship Type="http://schemas.openxmlformats.org/officeDocument/2006/relationships/notesMaster" Target="/ppt/notesMasters/notesMaster1.xml" Id="R98ad6cf5d74341d0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e3bcc66506e24dfa"/><Relationship Type="http://schemas.openxmlformats.org/officeDocument/2006/relationships/notesMaster" Target="/ppt/notesMasters/notesMaster1.xml" Id="R2c7e1293430149e3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b4cf3719a22b4aa9"/><Relationship Type="http://schemas.openxmlformats.org/officeDocument/2006/relationships/notesMaster" Target="/ppt/notesMasters/notesMaster1.xml" Id="Rec2e745da2124df0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80a9b066266f4e2b"/><Relationship Type="http://schemas.openxmlformats.org/officeDocument/2006/relationships/notesMaster" Target="/ppt/notesMasters/notesMaster1.xml" Id="Rf5e7f6b3c0c04dc8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5521dbbc70a045f2"/><Relationship Type="http://schemas.openxmlformats.org/officeDocument/2006/relationships/notesMaster" Target="/ppt/notesMasters/notesMaster1.xml" Id="R16e546e1bb1f4fdb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5552ea68229e433f"/><Relationship Type="http://schemas.openxmlformats.org/officeDocument/2006/relationships/notesMaster" Target="/ppt/notesMasters/notesMaster1.xml" Id="R8e8a1a4c90cf4e42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372312ad924f4c0b"/><Relationship Type="http://schemas.openxmlformats.org/officeDocument/2006/relationships/notesMaster" Target="/ppt/notesMasters/notesMaster1.xml" Id="Rd674b8aa2c984ed7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7d02ad96b43142a2"/><Relationship Type="http://schemas.openxmlformats.org/officeDocument/2006/relationships/notesMaster" Target="/ppt/notesMasters/notesMaster1.xml" Id="R73b6e626fbe64604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12396f1c1d094ffc"/><Relationship Type="http://schemas.openxmlformats.org/officeDocument/2006/relationships/notesMaster" Target="/ppt/notesMasters/notesMaster1.xml" Id="R76162a8b7278441a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1bd381b9f34141dc"/><Relationship Type="http://schemas.openxmlformats.org/officeDocument/2006/relationships/notesMaster" Target="/ppt/notesMasters/notesMaster1.xml" Id="Re569cf2401fa4aa2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1f71253e98d843d3"/><Relationship Type="http://schemas.openxmlformats.org/officeDocument/2006/relationships/notesMaster" Target="/ppt/notesMasters/notesMaster1.xml" Id="Re5d87ff3cdd44add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3d3f41d5adf046f6"/><Relationship Type="http://schemas.openxmlformats.org/officeDocument/2006/relationships/notesMaster" Target="/ppt/notesMasters/notesMaster1.xml" Id="R099f6f8b9a7a4570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8f6664c1ae284887"/><Relationship Type="http://schemas.openxmlformats.org/officeDocument/2006/relationships/notesMaster" Target="/ppt/notesMasters/notesMaster1.xml" Id="Ra8b9623625ca4678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dcdcae2473e74cf1"/><Relationship Type="http://schemas.openxmlformats.org/officeDocument/2006/relationships/notesMaster" Target="/ppt/notesMasters/notesMaster1.xml" Id="R487913b27c4047f9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08562f47099948c4"/><Relationship Type="http://schemas.openxmlformats.org/officeDocument/2006/relationships/notesMaster" Target="/ppt/notesMasters/notesMaster1.xml" Id="Ra8bb04389a914afb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9cc99d2f7ccf4139"/><Relationship Type="http://schemas.openxmlformats.org/officeDocument/2006/relationships/notesMaster" Target="/ppt/notesMasters/notesMaster1.xml" Id="R9f88a860391f4233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db0da60a5a8e4739"/><Relationship Type="http://schemas.openxmlformats.org/officeDocument/2006/relationships/notesMaster" Target="/ppt/notesMasters/notesMaster1.xml" Id="R4eb5444e4e194c13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b69a4b46f65b4ea4"/><Relationship Type="http://schemas.openxmlformats.org/officeDocument/2006/relationships/notesMaster" Target="/ppt/notesMasters/notesMaster1.xml" Id="Raee9e15a6f2849b3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e890fce863cf4ce6"/><Relationship Type="http://schemas.openxmlformats.org/officeDocument/2006/relationships/notesMaster" Target="/ppt/notesMasters/notesMaster1.xml" Id="R993021cdc5b547c3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7079ed26eae5464e"/><Relationship Type="http://schemas.openxmlformats.org/officeDocument/2006/relationships/notesMaster" Target="/ppt/notesMasters/notesMaster1.xml" Id="R866ac48b1a294788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368883871a0c401d"/><Relationship Type="http://schemas.openxmlformats.org/officeDocument/2006/relationships/notesMaster" Target="/ppt/notesMasters/notesMaster1.xml" Id="R57db5b0b3ad54d2f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567023ee3391420c"/><Relationship Type="http://schemas.openxmlformats.org/officeDocument/2006/relationships/notesMaster" Target="/ppt/notesMasters/notesMaster1.xml" Id="R5bcbb1a2e8d3438e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89a6fafb8ccb4c68"/><Relationship Type="http://schemas.openxmlformats.org/officeDocument/2006/relationships/notesMaster" Target="/ppt/notesMasters/notesMaster1.xml" Id="R1a8af49634fe4b8c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0b30a50e4f534bd3"/><Relationship Type="http://schemas.openxmlformats.org/officeDocument/2006/relationships/notesMaster" Target="/ppt/notesMasters/notesMaster1.xml" Id="R69c6f93cabe54542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883086d53e6043a0"/><Relationship Type="http://schemas.openxmlformats.org/officeDocument/2006/relationships/notesMaster" Target="/ppt/notesMasters/notesMaster1.xml" Id="R4b96de3dd95c46d0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0293dc9184784cfb"/><Relationship Type="http://schemas.openxmlformats.org/officeDocument/2006/relationships/notesMaster" Target="/ppt/notesMasters/notesMaster1.xml" Id="Rd42b08df040b41aa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1a5860d6e2914911"/><Relationship Type="http://schemas.openxmlformats.org/officeDocument/2006/relationships/notesMaster" Target="/ppt/notesMasters/notesMaster1.xml" Id="Rf30edc85567b4b0a"/></Relationships>
</file>

<file path=ppt/notesSlides/_rels/notesSlide33.xml.rels><?xml version='1.0' encoding='UTF-8' standalone='yes'?>
<Relationships xmlns="http://schemas.openxmlformats.org/package/2006/relationships"><Relationship Type="http://schemas.openxmlformats.org/officeDocument/2006/relationships/slide" Target="/ppt/slides/slide33.xml" Id="Rdda2032273b048b9"/><Relationship Type="http://schemas.openxmlformats.org/officeDocument/2006/relationships/notesMaster" Target="/ppt/notesMasters/notesMaster1.xml" Id="R6560668decfb4b6a"/></Relationships>
</file>

<file path=ppt/notesSlides/_rels/notesSlide34.xml.rels><?xml version='1.0' encoding='UTF-8' standalone='yes'?>
<Relationships xmlns="http://schemas.openxmlformats.org/package/2006/relationships"><Relationship Type="http://schemas.openxmlformats.org/officeDocument/2006/relationships/slide" Target="/ppt/slides/slide34.xml" Id="R0646c6b540f543e4"/><Relationship Type="http://schemas.openxmlformats.org/officeDocument/2006/relationships/notesMaster" Target="/ppt/notesMasters/notesMaster1.xml" Id="R3a062ddd5f3b4e00"/></Relationships>
</file>

<file path=ppt/notesSlides/_rels/notesSlide35.xml.rels><?xml version='1.0' encoding='UTF-8' standalone='yes'?>
<Relationships xmlns="http://schemas.openxmlformats.org/package/2006/relationships"><Relationship Type="http://schemas.openxmlformats.org/officeDocument/2006/relationships/slide" Target="/ppt/slides/slide35.xml" Id="Rd7624b1995b84fc4"/><Relationship Type="http://schemas.openxmlformats.org/officeDocument/2006/relationships/notesMaster" Target="/ppt/notesMasters/notesMaster1.xml" Id="Ra7093fc2cf6744a1"/></Relationships>
</file>

<file path=ppt/notesSlides/_rels/notesSlide36.xml.rels><?xml version='1.0' encoding='UTF-8' standalone='yes'?>
<Relationships xmlns="http://schemas.openxmlformats.org/package/2006/relationships"><Relationship Type="http://schemas.openxmlformats.org/officeDocument/2006/relationships/slide" Target="/ppt/slides/slide36.xml" Id="Rda03c92991874f6b"/><Relationship Type="http://schemas.openxmlformats.org/officeDocument/2006/relationships/notesMaster" Target="/ppt/notesMasters/notesMaster1.xml" Id="Rdf8aa75d12b6493d"/></Relationships>
</file>

<file path=ppt/notesSlides/_rels/notesSlide37.xml.rels><?xml version='1.0' encoding='UTF-8' standalone='yes'?>
<Relationships xmlns="http://schemas.openxmlformats.org/package/2006/relationships"><Relationship Type="http://schemas.openxmlformats.org/officeDocument/2006/relationships/slide" Target="/ppt/slides/slide37.xml" Id="Rf26d633e03c14934"/><Relationship Type="http://schemas.openxmlformats.org/officeDocument/2006/relationships/notesMaster" Target="/ppt/notesMasters/notesMaster1.xml" Id="Re21bf088bb604569"/></Relationships>
</file>

<file path=ppt/notesSlides/_rels/notesSlide38.xml.rels><?xml version='1.0' encoding='UTF-8' standalone='yes'?>
<Relationships xmlns="http://schemas.openxmlformats.org/package/2006/relationships"><Relationship Type="http://schemas.openxmlformats.org/officeDocument/2006/relationships/slide" Target="/ppt/slides/slide38.xml" Id="R5ffc1a230a9e4cfc"/><Relationship Type="http://schemas.openxmlformats.org/officeDocument/2006/relationships/notesMaster" Target="/ppt/notesMasters/notesMaster1.xml" Id="Rac05dba117be4947"/></Relationships>
</file>

<file path=ppt/notesSlides/_rels/notesSlide39.xml.rels><?xml version='1.0' encoding='UTF-8' standalone='yes'?>
<Relationships xmlns="http://schemas.openxmlformats.org/package/2006/relationships"><Relationship Type="http://schemas.openxmlformats.org/officeDocument/2006/relationships/slide" Target="/ppt/slides/slide39.xml" Id="R43c4c14193b7497b"/><Relationship Type="http://schemas.openxmlformats.org/officeDocument/2006/relationships/notesMaster" Target="/ppt/notesMasters/notesMaster1.xml" Id="R9b2e07e00dcf4bde"/></Relationships>
</file>

<file path=ppt/notesSlides/_rels/notesSlide40.xml.rels><?xml version='1.0' encoding='UTF-8' standalone='yes'?>
<Relationships xmlns="http://schemas.openxmlformats.org/package/2006/relationships"><Relationship Type="http://schemas.openxmlformats.org/officeDocument/2006/relationships/slide" Target="/ppt/slides/slide40.xml" Id="R8fd9c0e5329949e8"/><Relationship Type="http://schemas.openxmlformats.org/officeDocument/2006/relationships/notesMaster" Target="/ppt/notesMasters/notesMaster1.xml" Id="R7d570e67dc6f45ac"/></Relationships>
</file>

<file path=ppt/notesSlides/_rels/notesSlide41.xml.rels><?xml version='1.0' encoding='UTF-8' standalone='yes'?>
<Relationships xmlns="http://schemas.openxmlformats.org/package/2006/relationships"><Relationship Type="http://schemas.openxmlformats.org/officeDocument/2006/relationships/slide" Target="/ppt/slides/slide41.xml" Id="Rbdf894ed136b473c"/><Relationship Type="http://schemas.openxmlformats.org/officeDocument/2006/relationships/notesMaster" Target="/ppt/notesMasters/notesMaster1.xml" Id="R36a6997d7f1341a4"/></Relationships>
</file>

<file path=ppt/notesSlides/_rels/notesSlide42.xml.rels><?xml version='1.0' encoding='UTF-8' standalone='yes'?>
<Relationships xmlns="http://schemas.openxmlformats.org/package/2006/relationships"><Relationship Type="http://schemas.openxmlformats.org/officeDocument/2006/relationships/slide" Target="/ppt/slides/slide42.xml" Id="Rb9f624ccc6204461"/><Relationship Type="http://schemas.openxmlformats.org/officeDocument/2006/relationships/notesMaster" Target="/ppt/notesMasters/notesMaster1.xml" Id="R585052b3bc6f4f14"/></Relationships>
</file>

<file path=ppt/notesSlides/_rels/notesSlide43.xml.rels><?xml version='1.0' encoding='UTF-8' standalone='yes'?>
<Relationships xmlns="http://schemas.openxmlformats.org/package/2006/relationships"><Relationship Type="http://schemas.openxmlformats.org/officeDocument/2006/relationships/slide" Target="/ppt/slides/slide43.xml" Id="R328f2cc0f0e0417c"/><Relationship Type="http://schemas.openxmlformats.org/officeDocument/2006/relationships/notesMaster" Target="/ppt/notesMasters/notesMaster1.xml" Id="R3d0bf6ad65844652"/></Relationships>
</file>

<file path=ppt/notesSlides/_rels/notesSlide44.xml.rels><?xml version='1.0' encoding='UTF-8' standalone='yes'?>
<Relationships xmlns="http://schemas.openxmlformats.org/package/2006/relationships"><Relationship Type="http://schemas.openxmlformats.org/officeDocument/2006/relationships/slide" Target="/ppt/slides/slide44.xml" Id="Rf71b75bfc32048a3"/><Relationship Type="http://schemas.openxmlformats.org/officeDocument/2006/relationships/notesMaster" Target="/ppt/notesMasters/notesMaster1.xml" Id="R5f4614dc6517406b"/></Relationships>
</file>

<file path=ppt/notesSlides/_rels/notesSlide45.xml.rels><?xml version='1.0' encoding='UTF-8' standalone='yes'?>
<Relationships xmlns="http://schemas.openxmlformats.org/package/2006/relationships"><Relationship Type="http://schemas.openxmlformats.org/officeDocument/2006/relationships/slide" Target="/ppt/slides/slide45.xml" Id="Re35d8dc191f74037"/><Relationship Type="http://schemas.openxmlformats.org/officeDocument/2006/relationships/notesMaster" Target="/ppt/notesMasters/notesMaster1.xml" Id="R07dc73d3b3444e8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使用本次上传的原有漫画；不重画。建议3×50分钟，2×50分钟压缩用法见教师方案。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短导入3分钟。可用假设情境；不要求每人披露家庭经历，也不要求当堂给家长发消息。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四个目标的完整表述见教师方案；开放回应贯穿第三课。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来源：课本旁注 第1、2段。任务身份：我们做。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参考：女儿带着崇拜的眼神再三赞叹，还拿文章再看一遍，爱不释手。儿子却不愿听，马上逃走，并说“我不想听，千万别念给我听”。</a:t>
            </a:r>
          </a:p>
          <a:p xmlns:a="http://schemas.openxmlformats.org/drawingml/2006/main">
            <a:r>
              <a:t>常见误区：只写“截然相反”没有具体表现；只答一人不完整。</a:t>
            </a:r>
          </a:p>
          <a:p xmlns:a="http://schemas.openxmlformats.org/drawingml/2006/main">
            <a:r>
              <a:t>提示1：Compare their responses to the article（念文章）.</a:t>
            </a:r>
          </a:p>
          <a:p xmlns:a="http://schemas.openxmlformats.org/drawingml/2006/main">
            <a:r>
              <a:t>提示2：Look at paragraphs 1–2: 再三赞叹、再看一遍、逃走.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来源：课本旁注 第1、2段。任务身份：我们做。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参考：女儿带着崇拜的眼神再三赞叹，还拿文章再看一遍，爱不释手。儿子却不愿听，马上逃走，并说“我不想听，千万别念给我听”。</a:t>
            </a:r>
          </a:p>
          <a:p xmlns:a="http://schemas.openxmlformats.org/drawingml/2006/main">
            <a:r>
              <a:t>常见误区：只写“截然相反”没有具体表现；只答一人不完整。</a:t>
            </a:r>
          </a:p>
          <a:p xmlns:a="http://schemas.openxmlformats.org/drawingml/2006/main">
            <a:r>
              <a:t>提示1：Compare their responses to the article（念文章）.</a:t>
            </a:r>
          </a:p>
          <a:p xmlns:a="http://schemas.openxmlformats.org/drawingml/2006/main">
            <a:r>
              <a:t>提示2：Look at paragraphs 1–2: 再三赞叹、再看一遍、逃走.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来源：课本旁注 第1、2段。任务身份：我们做。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参考：女儿带着崇拜的眼神再三赞叹，还拿文章再看一遍，爱不释手。儿子却不愿听，马上逃走，并说“我不想听，千万别念给我听”。</a:t>
            </a:r>
          </a:p>
          <a:p xmlns:a="http://schemas.openxmlformats.org/drawingml/2006/main">
            <a:r>
              <a:t>常见误区：只写“截然相反”没有具体表现；只答一人不完整。</a:t>
            </a:r>
          </a:p>
          <a:p xmlns:a="http://schemas.openxmlformats.org/drawingml/2006/main">
            <a:r>
              <a:t>提示1：Compare their responses to the article（念文章）.</a:t>
            </a:r>
          </a:p>
          <a:p xmlns:a="http://schemas.openxmlformats.org/drawingml/2006/main">
            <a:r>
              <a:t>提示2：Look at paragraphs 1–2: 再三赞叹、再看一遍、逃走.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来源：课本旁注 第1、2段。任务身份：我们做。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参考：女儿带着崇拜的眼神再三赞叹，还拿文章再看一遍，爱不释手。儿子却不愿听，马上逃走，并说“我不想听，千万别念给我听”。</a:t>
            </a:r>
          </a:p>
          <a:p xmlns:a="http://schemas.openxmlformats.org/drawingml/2006/main">
            <a:r>
              <a:t>常见误区：只写“截然相反”没有具体表现；只答一人不完整。</a:t>
            </a:r>
          </a:p>
          <a:p xmlns:a="http://schemas.openxmlformats.org/drawingml/2006/main">
            <a:r>
              <a:t>提示1：Compare their responses to the article（念文章）.</a:t>
            </a:r>
          </a:p>
          <a:p xmlns:a="http://schemas.openxmlformats.org/drawingml/2006/main">
            <a:r>
              <a:t>提示2：Look at paragraphs 1–2: 再三赞叹、再看一遍、逃走.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 阅读放大镜一。任务身份：你做。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参考：1. 碰钉子　2. 打退堂鼓　3. 泼冷水。</a:t>
            </a:r>
          </a:p>
          <a:p xmlns:a="http://schemas.openxmlformats.org/drawingml/2006/main">
            <a:r>
              <a:t>常见误区：不能按字面把惯用语理解为真实动作。</a:t>
            </a:r>
          </a:p>
          <a:p xmlns:a="http://schemas.openxmlformats.org/drawingml/2006/main">
            <a:r>
              <a:t>提示1：Ask what happened: rejection, discouragement or withdrawal?</a:t>
            </a:r>
          </a:p>
          <a:p xmlns:a="http://schemas.openxmlformats.org/drawingml/2006/main">
            <a:r>
              <a:t>提示2：碰钉子＝被拒绝；泼冷水＝热情受打击；打退堂鼓＝自己退缩。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 阅读放大镜一。任务身份：你做。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参考：1. 碰钉子　2. 打退堂鼓　3. 泼冷水。</a:t>
            </a:r>
          </a:p>
          <a:p xmlns:a="http://schemas.openxmlformats.org/drawingml/2006/main">
            <a:r>
              <a:t>常见误区：不能按字面把惯用语理解为真实动作。</a:t>
            </a:r>
          </a:p>
          <a:p xmlns:a="http://schemas.openxmlformats.org/drawingml/2006/main">
            <a:r>
              <a:t>提示1：Ask what happened: rejection, discouragement or withdrawal?</a:t>
            </a:r>
          </a:p>
          <a:p xmlns:a="http://schemas.openxmlformats.org/drawingml/2006/main">
            <a:r>
              <a:t>提示2：碰钉子＝被拒绝；泼冷水＝热情受打击；打退堂鼓＝自己退缩。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 阅读放大镜一。任务身份：你做。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参考：1. 碰钉子　2. 打退堂鼓　3. 泼冷水。</a:t>
            </a:r>
          </a:p>
          <a:p xmlns:a="http://schemas.openxmlformats.org/drawingml/2006/main">
            <a:r>
              <a:t>常见误区：不能按字面把惯用语理解为真实动作。</a:t>
            </a:r>
          </a:p>
          <a:p xmlns:a="http://schemas.openxmlformats.org/drawingml/2006/main">
            <a:r>
              <a:t>提示1：Ask what happened: rejection, discouragement or withdrawal?</a:t>
            </a:r>
          </a:p>
          <a:p xmlns:a="http://schemas.openxmlformats.org/drawingml/2006/main">
            <a:r>
              <a:t>提示2：碰钉子＝被拒绝；泼冷水＝热情受打击；打退堂鼓＝自己退缩。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 阅读放大镜一。任务身份：你做。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参考：1. 碰钉子　2. 打退堂鼓　3. 泼冷水。</a:t>
            </a:r>
          </a:p>
          <a:p xmlns:a="http://schemas.openxmlformats.org/drawingml/2006/main">
            <a:r>
              <a:t>常见误区：不能按字面把惯用语理解为真实动作。</a:t>
            </a:r>
          </a:p>
          <a:p xmlns:a="http://schemas.openxmlformats.org/drawingml/2006/main">
            <a:r>
              <a:t>提示1：Ask what happened: rejection, discouragement or withdrawal?</a:t>
            </a:r>
          </a:p>
          <a:p xmlns:a="http://schemas.openxmlformats.org/drawingml/2006/main">
            <a:r>
              <a:t>提示2：碰钉子＝被拒绝；泼冷水＝热情受打击；打退堂鼓＝自己退缩。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来源：课本旁注 第4、8段。任务身份：你做。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儿子可能也爱妈妈，只是不习惯赞美或说出感情。不过，课文没有足够证据确定他的内心，不能只凭拒绝听文章、说妹妹拍马屁，就断定他不爱妈妈。相比儿子的表现，女儿的赞美让“我”有成就感、心情愉快，卡片让“我”感到温暖，觉得再辛苦也值得。</a:t>
            </a:r>
          </a:p>
          <a:p xmlns:a="http://schemas.openxmlformats.org/drawingml/2006/main">
            <a:r>
              <a:t>常见误区：拒绝“儿子一定不爱妈妈”或“所有孩子天生都爱妈妈”的无依据断言。</a:t>
            </a:r>
          </a:p>
          <a:p xmlns:a="http://schemas.openxmlformats.org/drawingml/2006/main">
            <a:r>
              <a:t>提示1：Does refusing praise prove a lack of love?（不赞美＝不爱？）</a:t>
            </a:r>
          </a:p>
          <a:p xmlns:a="http://schemas.openxmlformats.org/drawingml/2006/main">
            <a:r>
              <a:t>提示2：Paragraph 4 shows his words. Paragraphs 1, 3 and 8 show her feelings.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来源：课本旁注 第4、8段。任务身份：你做。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儿子可能也爱妈妈，只是不习惯赞美或说出感情。不过，课文没有足够证据确定他的内心，不能只凭拒绝听文章、说妹妹拍马屁，就断定他不爱妈妈。相比儿子的表现，女儿的赞美让“我”有成就感、心情愉快，卡片让“我”感到温暖，觉得再辛苦也值得。</a:t>
            </a:r>
          </a:p>
          <a:p xmlns:a="http://schemas.openxmlformats.org/drawingml/2006/main">
            <a:r>
              <a:t>常见误区：拒绝“儿子一定不爱妈妈”或“所有孩子天生都爱妈妈”的无依据断言。</a:t>
            </a:r>
          </a:p>
          <a:p xmlns:a="http://schemas.openxmlformats.org/drawingml/2006/main">
            <a:r>
              <a:t>提示1：Does refusing praise prove a lack of love?（不赞美＝不爱？）</a:t>
            </a:r>
          </a:p>
          <a:p xmlns:a="http://schemas.openxmlformats.org/drawingml/2006/main">
            <a:r>
              <a:t>提示2：Paragraph 4 shows his words. Paragraphs 1, 3 and 8 show her feelings.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来源：课本旁注 第4、8段。任务身份：你做。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儿子可能也爱妈妈，只是不习惯赞美或说出感情。不过，课文没有足够证据确定他的内心，不能只凭拒绝听文章、说妹妹拍马屁，就断定他不爱妈妈。相比儿子的表现，女儿的赞美让“我”有成就感、心情愉快，卡片让“我”感到温暖，觉得再辛苦也值得。</a:t>
            </a:r>
          </a:p>
          <a:p xmlns:a="http://schemas.openxmlformats.org/drawingml/2006/main">
            <a:r>
              <a:t>常见误区：拒绝“儿子一定不爱妈妈”或“所有孩子天生都爱妈妈”的无依据断言。</a:t>
            </a:r>
          </a:p>
          <a:p xmlns:a="http://schemas.openxmlformats.org/drawingml/2006/main">
            <a:r>
              <a:t>提示1：Does refusing praise prove a lack of love?（不赞美＝不爱？）</a:t>
            </a:r>
          </a:p>
          <a:p xmlns:a="http://schemas.openxmlformats.org/drawingml/2006/main">
            <a:r>
              <a:t>提示2：Paragraph 4 shows his words. Paragraphs 1, 3 and 8 show her feelings.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来源：课本旁注 第4、8段。任务身份：你做。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儿子可能也爱妈妈，只是不习惯赞美或说出感情。不过，课文没有足够证据确定他的内心，不能只凭拒绝听文章、说妹妹拍马屁，就断定他不爱妈妈。相比儿子的表现，女儿的赞美让“我”有成就感、心情愉快，卡片让“我”感到温暖，觉得再辛苦也值得。</a:t>
            </a:r>
          </a:p>
          <a:p xmlns:a="http://schemas.openxmlformats.org/drawingml/2006/main">
            <a:r>
              <a:t>常见误区：拒绝“儿子一定不爱妈妈”或“所有孩子天生都爱妈妈”的无依据断言。</a:t>
            </a:r>
          </a:p>
          <a:p xmlns:a="http://schemas.openxmlformats.org/drawingml/2006/main">
            <a:r>
              <a:t>提示1：Does refusing praise prove a lack of love?（不赞美＝不爱？）</a:t>
            </a:r>
          </a:p>
          <a:p xmlns:a="http://schemas.openxmlformats.org/drawingml/2006/main">
            <a:r>
              <a:t>提示2：Paragraph 4 shows his words. Paragraphs 1, 3 and 8 show her feelings.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来源：课本旁注 第10段；教参补充 第9、11段。任务身份：我们做。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参考：主要是心理描写。写出“我”感激母亲的付出，也反省自己从未表达感谢，想向女儿学习。这可支持“懂得感恩、善于反思”的特点；人物完整分析在任务7自主作答。</a:t>
            </a:r>
          </a:p>
          <a:p xmlns:a="http://schemas.openxmlformats.org/drawingml/2006/main">
            <a:r>
              <a:t>常见误区：“一边开车”是真实行动，但不能把整段主体判为行动描写。</a:t>
            </a:r>
          </a:p>
          <a:p xmlns:a="http://schemas.openxmlformats.org/drawingml/2006/main">
            <a:r>
              <a:t>提示1：What is spoken aloud? What happens only in her mind?</a:t>
            </a:r>
          </a:p>
          <a:p xmlns:a="http://schemas.openxmlformats.org/drawingml/2006/main">
            <a:r>
              <a:t>提示2：第10段“一边想”“扪心自问”；第11段“下定决心”。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来源：课本旁注 第10段；教参补充 第9、11段。任务身份：我们做。</a:t>
            </a:r>
          </a:p>
          <a:p xmlns:a="http://schemas.openxmlformats.org/drawingml/2006/main">
            <a:r>
              <a:t>补充追问：为什么第9段写母亲丧偶后的情况？交代寂寞和付出，与结尾歌声对照。第11段不宜删：承接反思，引出下决心后的尝试和退缩。</a:t>
            </a:r>
          </a:p>
          <a:p xmlns:a="http://schemas.openxmlformats.org/drawingml/2006/main">
            <a:r>
              <a:t>参考：主要是心理描写。写出“我”感激母亲的付出，也反省自己从未表达感谢，想向女儿学习。这可支持“懂得感恩、善于反思”的特点；人物完整分析在任务7自主作答。</a:t>
            </a:r>
          </a:p>
          <a:p xmlns:a="http://schemas.openxmlformats.org/drawingml/2006/main">
            <a:r>
              <a:t>常见误区：“一边开车”是真实行动，但不能把整段主体判为行动描写。</a:t>
            </a:r>
          </a:p>
          <a:p xmlns:a="http://schemas.openxmlformats.org/drawingml/2006/main">
            <a:r>
              <a:t>提示1：What is spoken aloud? What happens only in her mind?</a:t>
            </a:r>
          </a:p>
          <a:p xmlns:a="http://schemas.openxmlformats.org/drawingml/2006/main">
            <a:r>
              <a:t>提示2：第10段“一边想”“扪心自问”；第11段“下定决心”。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先一次一段阅读，再整合心理变化。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这些是教师概括，不冒充原文引句。让学生先根据段落口头排序，再揭示本页。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来源：课本旁注 第14段。任务身份：你做。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参考：“我”从未向母亲直接表达感激和爱，不习惯把感情说出口，因此觉得难以启齿。真正面对母亲时，“我”又害羞、不自在，怕难为情，所以迟迟说不出口。</a:t>
            </a:r>
          </a:p>
          <a:p xmlns:a="http://schemas.openxmlformats.org/drawingml/2006/main">
            <a:r>
              <a:t>常见误区：不可把母亲不爱“我”、忙得没有时间，或特定文化背景写成确定原因。</a:t>
            </a:r>
          </a:p>
          <a:p xmlns:a="http://schemas.openxmlformats.org/drawingml/2006/main">
            <a:r>
              <a:t>提示1：Explain the barrier（障碍）, not the lunch events.</a:t>
            </a:r>
          </a:p>
          <a:p xmlns:a="http://schemas.openxmlformats.org/drawingml/2006/main">
            <a:r>
              <a:t>提示2：第10段“从未”；第12段“害羞”；第14段“第一次”。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来源：课本旁注 第14段。任务身份：你做。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参考：“我”从未向母亲直接表达感激和爱，不习惯把感情说出口，因此觉得难以启齿。真正面对母亲时，“我”又害羞、不自在，怕难为情，所以迟迟说不出口。</a:t>
            </a:r>
          </a:p>
          <a:p xmlns:a="http://schemas.openxmlformats.org/drawingml/2006/main">
            <a:r>
              <a:t>常见误区：不可把母亲不爱“我”、忙得没有时间，或特定文化背景写成确定原因。</a:t>
            </a:r>
          </a:p>
          <a:p xmlns:a="http://schemas.openxmlformats.org/drawingml/2006/main">
            <a:r>
              <a:t>提示1：Explain the barrier（障碍）, not the lunch events.</a:t>
            </a:r>
          </a:p>
          <a:p xmlns:a="http://schemas.openxmlformats.org/drawingml/2006/main">
            <a:r>
              <a:t>提示2：第10段“从未”；第12段“害羞”；第14段“第一次”。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来源：课本旁注 第15段；教参补充 第3、14段。任务身份：我们做。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参考：不宜去掉。作者把向母亲表达爱时的心情，与参加毕业考试时的紧张相比较，突出她这次格外紧张。删去后仍有“紧张”的意思，但程度不够鲜明。</a:t>
            </a:r>
          </a:p>
          <a:p xmlns:a="http://schemas.openxmlformats.org/drawingml/2006/main">
            <a:r>
              <a:t>常见误区：只写“生动形象”或“句子变短”没有回答具体作用。</a:t>
            </a:r>
          </a:p>
          <a:p xmlns:a="http://schemas.openxmlformats.org/drawingml/2006/main">
            <a:r>
              <a:t>提示1：The comparison is about degree（程度）.</a:t>
            </a:r>
          </a:p>
          <a:p xmlns:a="http://schemas.openxmlformats.org/drawingml/2006/main">
            <a:r>
              <a:t>提示2：“还紧张” compares this moment with the graduation examination.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来源：课本旁注 第15段；教参补充 第3、14段。任务身份：我们做。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参考：不宜去掉。作者把向母亲表达爱时的心情，与参加毕业考试时的紧张相比较，突出她这次格外紧张。删去后仍有“紧张”的意思，但程度不够鲜明。</a:t>
            </a:r>
          </a:p>
          <a:p xmlns:a="http://schemas.openxmlformats.org/drawingml/2006/main">
            <a:r>
              <a:t>常见误区：只写“生动形象”或“句子变短”没有回答具体作用。</a:t>
            </a:r>
          </a:p>
          <a:p xmlns:a="http://schemas.openxmlformats.org/drawingml/2006/main">
            <a:r>
              <a:t>提示1：The comparison is about degree（程度）.</a:t>
            </a:r>
          </a:p>
          <a:p xmlns:a="http://schemas.openxmlformats.org/drawingml/2006/main">
            <a:r>
              <a:t>提示2：“还紧张” compares this moment with the graduation examination.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来源：课本旁注 第15段；教参补充 第3、14段。任务身份：我们做。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参考：不宜去掉。作者把向母亲表达爱时的心情，与参加毕业考试时的紧张相比较，突出她这次格外紧张。删去后仍有“紧张”的意思，但程度不够鲜明。</a:t>
            </a:r>
          </a:p>
          <a:p xmlns:a="http://schemas.openxmlformats.org/drawingml/2006/main">
            <a:r>
              <a:t>常见误区：只写“生动形象”或“句子变短”没有回答具体作用。</a:t>
            </a:r>
          </a:p>
          <a:p xmlns:a="http://schemas.openxmlformats.org/drawingml/2006/main">
            <a:r>
              <a:t>提示1：The comparison is about degree（程度）.</a:t>
            </a:r>
          </a:p>
          <a:p xmlns:a="http://schemas.openxmlformats.org/drawingml/2006/main">
            <a:r>
              <a:t>提示2：“还紧张” compares this moment with the graduation examination.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来源：课本旁注 第15段；教参补充 第3、14段。任务身份：我们做。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参考：不宜去掉。作者把向母亲表达爱时的心情，与参加毕业考试时的紧张相比较，突出她这次格外紧张。删去后仍有“紧张”的意思，但程度不够鲜明。</a:t>
            </a:r>
          </a:p>
          <a:p xmlns:a="http://schemas.openxmlformats.org/drawingml/2006/main">
            <a:r>
              <a:t>常见误区：只写“生动形象”或“句子变短”没有回答具体作用。</a:t>
            </a:r>
          </a:p>
          <a:p xmlns:a="http://schemas.openxmlformats.org/drawingml/2006/main">
            <a:r>
              <a:t>提示1：The comparison is about degree（程度）.</a:t>
            </a:r>
          </a:p>
          <a:p xmlns:a="http://schemas.openxmlformats.org/drawingml/2006/main">
            <a:r>
              <a:t>提示2：“还紧张” compares this moment with the graduation examination.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来源：课本旁注 第15段；教参补充 第3、14段。任务身份：我们做。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参考：不宜去掉。作者把向母亲表达爱时的心情，与参加毕业考试时的紧张相比较，突出她这次格外紧张。删去后仍有“紧张”的意思，但程度不够鲜明。</a:t>
            </a:r>
          </a:p>
          <a:p xmlns:a="http://schemas.openxmlformats.org/drawingml/2006/main">
            <a:r>
              <a:t>常见误区：只写“生动形象”或“句子变短”没有回答具体作用。</a:t>
            </a:r>
          </a:p>
          <a:p xmlns:a="http://schemas.openxmlformats.org/drawingml/2006/main">
            <a:r>
              <a:t>提示1：The comparison is about degree（程度）.</a:t>
            </a:r>
          </a:p>
          <a:p xmlns:a="http://schemas.openxmlformats.org/drawingml/2006/main">
            <a:r>
              <a:t>提示2：“还紧张” compares this moment with the graduation examination.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来源：课本旁注 第15段；教参补充 第3、14段。任务身份：我们做。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参考：不宜去掉。作者把向母亲表达爱时的心情，与参加毕业考试时的紧张相比较，突出她这次格外紧张。删去后仍有“紧张”的意思，但程度不够鲜明。</a:t>
            </a:r>
          </a:p>
          <a:p xmlns:a="http://schemas.openxmlformats.org/drawingml/2006/main">
            <a:r>
              <a:t>常见误区：只写“生动形象”或“句子变短”没有回答具体作用。</a:t>
            </a:r>
          </a:p>
          <a:p xmlns:a="http://schemas.openxmlformats.org/drawingml/2006/main">
            <a:r>
              <a:t>提示1：The comparison is about degree（程度）.</a:t>
            </a:r>
          </a:p>
          <a:p xmlns:a="http://schemas.openxmlformats.org/drawingml/2006/main">
            <a:r>
              <a:t>提示2：“还紧张” compares this moment with the graduation examination.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来源：课本 阅读放大镜三；第10段旁注后半问。任务身份：你做。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念文章、穿新衣时，儿子不愿赞美妈妈，说话直接，还否定妹妹的称赞；女儿真诚欣赏妈妈，既赞叹又重读文章。表达爱时，女儿自然、主动，写卡片说“我爱你们”；“我”虽然懂得感恩、善于反思，却不习惯直接表达，面对母亲害羞、低头、说话断续。两组比较表明：爱的语言能使家人感到温暖，应把爱真诚地表达出来。</a:t>
            </a:r>
          </a:p>
          <a:p xmlns:a="http://schemas.openxmlformats.org/drawingml/2006/main">
            <a:r>
              <a:t>常见误区：不提供特点选项代替学生思考。不由儿子的一两句话推断他“自私、不孝”或认定他不爱妈妈。</a:t>
            </a:r>
          </a:p>
          <a:p xmlns:a="http://schemas.openxmlformats.org/drawingml/2006/main">
            <a:r>
              <a:t>提示1：Compare how each person expresses feelings（表达方式）.</a:t>
            </a:r>
          </a:p>
          <a:p xmlns:a="http://schemas.openxmlformats.org/drawingml/2006/main">
            <a:r>
              <a:t>提示2：Use words/actions for the son and daughter. Use thoughts and hesitation for “我”.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来源：课本 阅读放大镜三；第10段旁注后半问。任务身份：你做。</a:t>
            </a:r>
          </a:p>
          <a:p xmlns:a="http://schemas.openxmlformats.org/drawingml/2006/main">
            <a:r>
              <a:t>接受证据支持的等义特点。不把“不愿赞美”扩大为“不孝、自私、不爱妈妈”。让学生比较自己的首次答案。</a:t>
            </a:r>
          </a:p>
          <a:p xmlns:a="http://schemas.openxmlformats.org/drawingml/2006/main">
            <a:r>
              <a:t>参考：念文章、穿新衣时，儿子不愿赞美妈妈，说话直接，还否定妹妹的称赞；女儿真诚欣赏妈妈，既赞叹又重读文章。表达爱时，女儿自然、主动，写卡片说“我爱你们”；“我”虽然懂得感恩、善于反思，却不习惯直接表达，面对母亲害羞、低头、说话断续。两组比较表明：爱的语言能使家人感到温暖，应把爱真诚地表达出来。</a:t>
            </a:r>
          </a:p>
          <a:p xmlns:a="http://schemas.openxmlformats.org/drawingml/2006/main">
            <a:r>
              <a:t>常见误区：不提供特点选项代替学生思考。不由儿子的一两句话推断他“自私、不孝”或认定他不爱妈妈。</a:t>
            </a:r>
          </a:p>
          <a:p xmlns:a="http://schemas.openxmlformats.org/drawingml/2006/main">
            <a:r>
              <a:t>提示1：Compare how each person expresses feelings（表达方式）.</a:t>
            </a:r>
          </a:p>
          <a:p xmlns:a="http://schemas.openxmlformats.org/drawingml/2006/main">
            <a:r>
              <a:t>提示2：Use words/actions for the son and daughter. Use thoughts and hesitation for “我”.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来源：课本 阅读放大镜三；第10段旁注后半问。任务身份：你做。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念文章、穿新衣时，儿子不愿赞美妈妈，说话直接，还否定妹妹的称赞；女儿真诚欣赏妈妈，既赞叹又重读文章。表达爱时，女儿自然、主动，写卡片说“我爱你们”；“我”虽然懂得感恩、善于反思，却不习惯直接表达，面对母亲害羞、低头、说话断续。两组比较表明：爱的语言能使家人感到温暖，应把爱真诚地表达出来。</a:t>
            </a:r>
          </a:p>
          <a:p xmlns:a="http://schemas.openxmlformats.org/drawingml/2006/main">
            <a:r>
              <a:t>常见误区：不提供特点选项代替学生思考。不由儿子的一两句话推断他“自私、不孝”或认定他不爱妈妈。</a:t>
            </a:r>
          </a:p>
          <a:p xmlns:a="http://schemas.openxmlformats.org/drawingml/2006/main">
            <a:r>
              <a:t>提示1：Compare how each person expresses feelings（表达方式）.</a:t>
            </a:r>
          </a:p>
          <a:p xmlns:a="http://schemas.openxmlformats.org/drawingml/2006/main">
            <a:r>
              <a:t>提示2：Use words/actions for the son and daughter. Use thoughts and hesitation for “我”.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完整第16段原文。先阅读，不急于公布主题。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来源：课本 阅读放大镜二；第16段旁注。任务身份：你做。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对“我”表达爱，使“我”有成就感、心情愉快，觉得再辛苦也值得。“我”表达爱后，母亲一边做饭一边唱歌；结合先前的抑郁沉默，可推断她感受到女儿的爱与安慰，心情有所好转。结尾用歌声的变化突出爱的表达带来的力量，呼应题目。</a:t>
            </a:r>
          </a:p>
          <a:p xmlns:a="http://schemas.openxmlformats.org/drawingml/2006/main">
            <a:r>
              <a:t>常见误区：不能推断她从此永不悲伤或完全摆脱丧亲之痛。</a:t>
            </a:r>
          </a:p>
          <a:p xmlns:a="http://schemas.openxmlformats.org/drawingml/2006/main">
            <a:r>
              <a:t>提示1：Look at the change, not just the act of cooking.</a:t>
            </a:r>
          </a:p>
          <a:p xmlns:a="http://schemas.openxmlformats.org/drawingml/2006/main">
            <a:r>
              <a:t>提示2：第9段“沉默寡言”；第16段“唱着歌”“第一次”。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 阅读放大镜二；第16段旁注。任务身份：你做。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对“我”表达爱，使“我”有成就感、心情愉快，觉得再辛苦也值得。“我”表达爱后，母亲一边做饭一边唱歌；结合先前的抑郁沉默，可推断她感受到女儿的爱与安慰，心情有所好转。结尾用歌声的变化突出爱的表达带来的力量，呼应题目。</a:t>
            </a:r>
          </a:p>
          <a:p xmlns:a="http://schemas.openxmlformats.org/drawingml/2006/main">
            <a:r>
              <a:t>常见误区：不能推断她从此永不悲伤或完全摆脱丧亲之痛。</a:t>
            </a:r>
          </a:p>
          <a:p xmlns:a="http://schemas.openxmlformats.org/drawingml/2006/main">
            <a:r>
              <a:t>提示1：Look at the change, not just the act of cooking.</a:t>
            </a:r>
          </a:p>
          <a:p xmlns:a="http://schemas.openxmlformats.org/drawingml/2006/main">
            <a:r>
              <a:t>提示2：第9段“沉默寡言”；第16段“唱着歌”“第一次”。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来源：课本 阅读放大镜二；第16段旁注。任务身份：你做。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对“我”表达爱，使“我”有成就感、心情愉快，觉得再辛苦也值得。“我”表达爱后，母亲一边做饭一边唱歌；结合先前的抑郁沉默，可推断她感受到女儿的爱与安慰，心情有所好转。结尾用歌声的变化突出爱的表达带来的力量，呼应题目。</a:t>
            </a:r>
          </a:p>
          <a:p xmlns:a="http://schemas.openxmlformats.org/drawingml/2006/main">
            <a:r>
              <a:t>常见误区：不能推断她从此永不悲伤或完全摆脱丧亲之痛。</a:t>
            </a:r>
          </a:p>
          <a:p xmlns:a="http://schemas.openxmlformats.org/drawingml/2006/main">
            <a:r>
              <a:t>提示1：Look at the change, not just the act of cooking.</a:t>
            </a:r>
          </a:p>
          <a:p xmlns:a="http://schemas.openxmlformats.org/drawingml/2006/main">
            <a:r>
              <a:t>提示2：第9段“沉默寡言”；第16段“唱着歌”“第一次”。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 阅读放大镜二；第16段旁注。任务身份：你做。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对“我”表达爱，使“我”有成就感、心情愉快，觉得再辛苦也值得。“我”表达爱后，母亲一边做饭一边唱歌；结合先前的抑郁沉默，可推断她感受到女儿的爱与安慰，心情有所好转。结尾用歌声的变化突出爱的表达带来的力量，呼应题目。</a:t>
            </a:r>
          </a:p>
          <a:p xmlns:a="http://schemas.openxmlformats.org/drawingml/2006/main">
            <a:r>
              <a:t>常见误区：不能推断她从此永不悲伤或完全摆脱丧亲之痛。</a:t>
            </a:r>
          </a:p>
          <a:p xmlns:a="http://schemas.openxmlformats.org/drawingml/2006/main">
            <a:r>
              <a:t>提示1：Look at the change, not just the act of cooking.</a:t>
            </a:r>
          </a:p>
          <a:p xmlns:a="http://schemas.openxmlformats.org/drawingml/2006/main">
            <a:r>
              <a:t>提示2：第9段“沉默寡言”；第16段“唱着歌”“第一次”。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来源：课本 阅读放大镜三；第10段旁注后半问。任务身份：你做。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念文章、穿新衣时，儿子不愿赞美妈妈，说话直接，还否定妹妹的称赞；女儿真诚欣赏妈妈，既赞叹又重读文章。表达爱时，女儿自然、主动，写卡片说“我爱你们”；“我”虽然懂得感恩、善于反思，却不习惯直接表达，面对母亲害羞、低头、说话断续。两组比较表明：爱的语言能使家人感到温暖，应把爱真诚地表达出来。</a:t>
            </a:r>
          </a:p>
          <a:p xmlns:a="http://schemas.openxmlformats.org/drawingml/2006/main">
            <a:r>
              <a:t>常见误区：不提供特点选项代替学生思考。不由儿子的一两句话推断他“自私、不孝”或认定他不爱妈妈。</a:t>
            </a:r>
          </a:p>
          <a:p xmlns:a="http://schemas.openxmlformats.org/drawingml/2006/main">
            <a:r>
              <a:t>提示1：Compare how each person expresses feelings（表达方式）.</a:t>
            </a:r>
          </a:p>
          <a:p xmlns:a="http://schemas.openxmlformats.org/drawingml/2006/main">
            <a:r>
              <a:t>提示2：Use words/actions for the son and daughter. Use thoughts and hesitation for “我”.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 阅读放大镜二；第16段旁注。任务身份：你做。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女儿对“我”表达爱，使“我”有成就感、心情愉快，觉得再辛苦也值得。“我”表达爱后，母亲一边做饭一边唱歌；结合先前的抑郁沉默，可推断她感受到女儿的爱与安慰，心情有所好转。结尾用歌声的变化突出爱的表达带来的力量，呼应题目。</a:t>
            </a:r>
          </a:p>
          <a:p xmlns:a="http://schemas.openxmlformats.org/drawingml/2006/main">
            <a:r>
              <a:t>常见误区：不能推断她从此永不悲伤或完全摆脱丧亲之痛。</a:t>
            </a:r>
          </a:p>
          <a:p xmlns:a="http://schemas.openxmlformats.org/drawingml/2006/main">
            <a:r>
              <a:t>提示1：Look at the change, not just the act of cooking.</a:t>
            </a:r>
          </a:p>
          <a:p xmlns:a="http://schemas.openxmlformats.org/drawingml/2006/main">
            <a:r>
              <a:t>提示2：第9段“沉默寡言”；第16段“唱着歌”“第一次”。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来源：课本旁注 第12段。任务身份：我们做。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参考：可以部分同意。对一向把感情藏在心里的人，第一次开口要克服害羞和不习惯，像文中的“我”；但对平时就常表达感情的人，例如女儿，开口可能较自然。因此，难不难与个人习惯和关系情境有关。</a:t>
            </a:r>
          </a:p>
          <a:p xmlns:a="http://schemas.openxmlformats.org/drawingml/2006/main">
            <a:r>
              <a:t>常见误区：只写“同意，因为第一次最难”是循环解释。</a:t>
            </a:r>
          </a:p>
          <a:p xmlns:a="http://schemas.openxmlformats.org/drawingml/2006/main">
            <a:r>
              <a:t>提示1：Does the difficulty depend on a person’s habits?</a:t>
            </a:r>
          </a:p>
          <a:p xmlns:a="http://schemas.openxmlformats.org/drawingml/2006/main">
            <a:r>
              <a:t>提示2：Compare “我” with the daughter. Is this true for everyone?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来源：课本旁注 第12段。任务身份：我们做。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参考：可以部分同意。对一向把感情藏在心里的人，第一次开口要克服害羞和不习惯，像文中的“我”；但对平时就常表达感情的人，例如女儿，开口可能较自然。因此，难不难与个人习惯和关系情境有关。</a:t>
            </a:r>
          </a:p>
          <a:p xmlns:a="http://schemas.openxmlformats.org/drawingml/2006/main">
            <a:r>
              <a:t>常见误区：只写“同意，因为第一次最难”是循环解释。</a:t>
            </a:r>
          </a:p>
          <a:p xmlns:a="http://schemas.openxmlformats.org/drawingml/2006/main">
            <a:r>
              <a:t>提示1：Does the difficulty depend on a person’s habits?</a:t>
            </a:r>
          </a:p>
          <a:p xmlns:a="http://schemas.openxmlformats.org/drawingml/2006/main">
            <a:r>
              <a:t>提示2：Compare “我” with the daughter. Is this true for everyone?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来源：课本 读后说。任务身份：你做。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需要用真诚的语言表达爱，并配合行动。因为家人未必知道我们的感激，明确说出来能让他们感到被珍惜。例如文中的母亲已经同“我”住在一起，也为家里做事；“我”直接表达爱后，母亲重新唱起歌。这个变化说明，语言能把心里的爱清楚传达给家人，因此有机会时应真诚表达。</a:t>
            </a:r>
          </a:p>
          <a:p xmlns:a="http://schemas.openxmlformats.org/drawingml/2006/main">
            <a:r>
              <a:t>常见误区：只写“因为这样很好”没有解释；只列做家务却不说明对方怎样感受到爱，例子关系不完整。</a:t>
            </a:r>
          </a:p>
          <a:p xmlns:a="http://schemas.openxmlformats.org/drawingml/2006/main">
            <a:r>
              <a:t>提示1：Explain why your chosen way of showing love helps.</a:t>
            </a:r>
          </a:p>
          <a:p xmlns:a="http://schemas.openxmlformats.org/drawingml/2006/main">
            <a:r>
              <a:t>提示2：Use the listener’s needs, possible misunderstandings or the value of actions.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 读后说。任务身份：你做。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需要用真诚的语言表达爱，并配合行动。因为家人未必知道我们的感激，明确说出来能让他们感到被珍惜。例如文中的母亲已经同“我”住在一起，也为家里做事；“我”直接表达爱后，母亲重新唱起歌。这个变化说明，语言能把心里的爱清楚传达给家人，因此有机会时应真诚表达。</a:t>
            </a:r>
          </a:p>
          <a:p xmlns:a="http://schemas.openxmlformats.org/drawingml/2006/main">
            <a:r>
              <a:t>常见误区：只写“因为这样很好”没有解释；只列做家务却不说明对方怎样感受到爱，例子关系不完整。</a:t>
            </a:r>
          </a:p>
          <a:p xmlns:a="http://schemas.openxmlformats.org/drawingml/2006/main">
            <a:r>
              <a:t>提示1：Explain why your chosen way of showing love helps.</a:t>
            </a:r>
          </a:p>
          <a:p xmlns:a="http://schemas.openxmlformats.org/drawingml/2006/main">
            <a:r>
              <a:t>提示2：Use the listener’s needs, possible misunderstandings or the value of actions.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 读后说。任务身份：你做。</a:t>
            </a:r>
          </a:p>
          <a:p xmlns:a="http://schemas.openxmlformats.org/drawingml/2006/main">
            <a:r>
              <a:t>必须在学生独立提交后揭示。完整版参考答案见教师方案和网页；允许不同立场。</a:t>
            </a:r>
          </a:p>
          <a:p xmlns:a="http://schemas.openxmlformats.org/drawingml/2006/main">
            <a:r>
              <a:t>参考：我认为需要用真诚的语言表达爱，并配合行动。因为家人未必知道我们的感激，明确说出来能让他们感到被珍惜。例如文中的母亲已经同“我”住在一起，也为家里做事；“我”直接表达爱后，母亲重新唱起歌。这个变化说明，语言能把心里的爱清楚传达给家人，因此有机会时应真诚表达。</a:t>
            </a:r>
          </a:p>
          <a:p xmlns:a="http://schemas.openxmlformats.org/drawingml/2006/main">
            <a:r>
              <a:t>常见误区：只写“因为这样很好”没有解释；只列做家务却不说明对方怎样感受到爱，例子关系不完整。</a:t>
            </a:r>
          </a:p>
          <a:p xmlns:a="http://schemas.openxmlformats.org/drawingml/2006/main">
            <a:r>
              <a:t>提示1：Explain why your chosen way of showing love helps.</a:t>
            </a:r>
          </a:p>
          <a:p xmlns:a="http://schemas.openxmlformats.org/drawingml/2006/main">
            <a:r>
              <a:t>提示2：Use the listener’s needs, possible misunderstandings or the value of actions.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来源：课本 读后说。任务身份：你做。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我认为需要用真诚的语言表达爱，并配合行动。因为家人未必知道我们的感激，明确说出来能让他们感到被珍惜。例如文中的母亲已经同“我”住在一起，也为家里做事；“我”直接表达爱后，母亲重新唱起歌。这个变化说明，语言能把心里的爱清楚传达给家人，因此有机会时应真诚表达。</a:t>
            </a:r>
          </a:p>
          <a:p xmlns:a="http://schemas.openxmlformats.org/drawingml/2006/main">
            <a:r>
              <a:t>常见误区：只写“因为这样很好”没有解释；只列做家务却不说明对方怎样感受到爱，例子关系不完整。</a:t>
            </a:r>
          </a:p>
          <a:p xmlns:a="http://schemas.openxmlformats.org/drawingml/2006/main">
            <a:r>
              <a:t>提示1：Explain why your chosen way of showing love helps.</a:t>
            </a:r>
          </a:p>
          <a:p xmlns:a="http://schemas.openxmlformats.org/drawingml/2006/main">
            <a:r>
              <a:t>提示2：Use the listener’s needs, possible misunderstandings or the value of actions.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不以关键词或字数自动评分。按四个意义单位分别反馈，教师复核。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不加新短文、一周后小测或强制打卡。词语本与答案保存在同设备浏览器，可导出备份。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f4a1b8fd1e34f51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4add550be334985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69a58e586c7460b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83f90d972744a69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4f0c9c3c5af449c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6641824433c4c33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FDE0C2-9A4A-40BA-A1C3-F953CB10A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B68FFE-BB26-4262-BA44-D667DC23BD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2FA5FB-4DB9-496A-B18C-F6DA874C8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078E0E-B283-4C6A-BAAF-0B71FD982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3E85C2-BB3B-4A3B-BF5D-6AFD22FE6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4AE6E2-B692-4787-81E3-6A5B7B053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591534-0A81-4D5E-8F71-6E3FF645B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7425F9-9ED8-4205-9057-9131D7DB1A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72CACC-C1C3-448F-825A-85EE0ABCE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F6E7AB-E74F-42E7-B82F-88A9F5301E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2e322a271774370"/><Relationship Type="http://schemas.openxmlformats.org/officeDocument/2006/relationships/slideLayout" Target="/ppt/slideLayouts/slideLayout1.xml" Id="Rcb98d39b11f34e29"/><Relationship Type="http://schemas.openxmlformats.org/officeDocument/2006/relationships/slideLayout" Target="/ppt/slideLayouts/slideLayout2.xml" Id="Rd4e0b753916d44a8"/><Relationship Type="http://schemas.openxmlformats.org/officeDocument/2006/relationships/slideLayout" Target="/ppt/slideLayouts/slideLayout3.xml" Id="Rd9ba48506fe945b5"/><Relationship Type="http://schemas.openxmlformats.org/officeDocument/2006/relationships/slideLayout" Target="/ppt/slideLayouts/slideLayout4.xml" Id="R71837680c20c4d54"/><Relationship Type="http://schemas.openxmlformats.org/officeDocument/2006/relationships/slideLayout" Target="/ppt/slideLayouts/slideLayout5.xml" Id="Rd34fd8808bcc4ce5"/><Relationship Type="http://schemas.openxmlformats.org/officeDocument/2006/relationships/slideLayout" Target="/ppt/slideLayouts/slideLayout6.xml" Id="Rb104561177ab4ba1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8d39b11f34e29"/>
    <p:sldLayoutId xmlns:r="http://schemas.openxmlformats.org/officeDocument/2006/relationships" id="2147483650" r:id="Rd4e0b753916d44a8"/>
    <p:sldLayoutId xmlns:r="http://schemas.openxmlformats.org/officeDocument/2006/relationships" id="2147483651" r:id="Rd9ba48506fe945b5"/>
    <p:sldLayoutId xmlns:r="http://schemas.openxmlformats.org/officeDocument/2006/relationships" id="2147483652" r:id="R71837680c20c4d54"/>
    <p:sldLayoutId xmlns:r="http://schemas.openxmlformats.org/officeDocument/2006/relationships" id="2147483653" r:id="Rd34fd8808bcc4ce5"/>
    <p:sldLayoutId xmlns:r="http://schemas.openxmlformats.org/officeDocument/2006/relationships" id="2147483654" r:id="Rb104561177ab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5192cf56654971"/><Relationship Type="http://schemas.openxmlformats.org/officeDocument/2006/relationships/image" Target="/ppt/media/image.png" Id="Rcc436b0a9d6d4c31"/><Relationship Type="http://schemas.openxmlformats.org/officeDocument/2006/relationships/notesSlide" Target="/ppt/notesSlides/notesSlide1.xml" Id="Rc18cab1651e94e50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6b127f10a4146a8"/><Relationship Type="http://schemas.openxmlformats.org/officeDocument/2006/relationships/image" Target="/ppt/media/image2.png" Id="R3233497882114384"/><Relationship Type="http://schemas.openxmlformats.org/officeDocument/2006/relationships/notesSlide" Target="/ppt/notesSlides/notesSlide2.xml" Id="R7a9bfa6aa2f54404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aae3b0dbb04350"/><Relationship Type="http://schemas.openxmlformats.org/officeDocument/2006/relationships/notesSlide" Target="/ppt/notesSlides/notesSlide3.xml" Id="Rdb0676c78f9e42b6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4ba12b8029455f"/><Relationship Type="http://schemas.openxmlformats.org/officeDocument/2006/relationships/notesSlide" Target="/ppt/notesSlides/notesSlide4.xml" Id="R574da314bbea4ca8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7b5a5a6c2a4801"/><Relationship Type="http://schemas.openxmlformats.org/officeDocument/2006/relationships/image" Target="/ppt/media/image3.png" Id="Rd471f54124794678"/><Relationship Type="http://schemas.openxmlformats.org/officeDocument/2006/relationships/notesSlide" Target="/ppt/notesSlides/notesSlide5.xml" Id="R227f615d6bf3435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c8e6013d5b497e"/><Relationship Type="http://schemas.openxmlformats.org/officeDocument/2006/relationships/notesSlide" Target="/ppt/notesSlides/notesSlide6.xml" Id="R3e2808a7cfb1438f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b4ef7fb44245c9"/><Relationship Type="http://schemas.openxmlformats.org/officeDocument/2006/relationships/notesSlide" Target="/ppt/notesSlides/notesSlide7.xml" Id="R59eae4d818f54dac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8c7f48910c4e81"/><Relationship Type="http://schemas.openxmlformats.org/officeDocument/2006/relationships/notesSlide" Target="/ppt/notesSlides/notesSlide8.xml" Id="R6fdceaba89864c13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6a1bae71a048c6"/><Relationship Type="http://schemas.openxmlformats.org/officeDocument/2006/relationships/notesSlide" Target="/ppt/notesSlides/notesSlide9.xml" Id="R91fef559b3854f03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638abf6d2774b01"/><Relationship Type="http://schemas.openxmlformats.org/officeDocument/2006/relationships/notesSlide" Target="/ppt/notesSlides/notesSlide10.xml" Id="R1035cc99248349a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095a1725ec4e24"/><Relationship Type="http://schemas.openxmlformats.org/officeDocument/2006/relationships/notesSlide" Target="/ppt/notesSlides/notesSlide11.xml" Id="Rb68a7103cf0e46d7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51eb532b4e428d"/><Relationship Type="http://schemas.openxmlformats.org/officeDocument/2006/relationships/notesSlide" Target="/ppt/notesSlides/notesSlide12.xml" Id="R14cc5c1261914c61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3ac56caf324ffd"/><Relationship Type="http://schemas.openxmlformats.org/officeDocument/2006/relationships/notesSlide" Target="/ppt/notesSlides/notesSlide13.xml" Id="R330d3df2696444e9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7a8c80354943bd"/><Relationship Type="http://schemas.openxmlformats.org/officeDocument/2006/relationships/notesSlide" Target="/ppt/notesSlides/notesSlide14.xml" Id="R2ba6decb95174ab6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c63518651904040"/><Relationship Type="http://schemas.openxmlformats.org/officeDocument/2006/relationships/notesSlide" Target="/ppt/notesSlides/notesSlide15.xml" Id="R92fbedf4b4e74aff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d87b46a0714c32"/><Relationship Type="http://schemas.openxmlformats.org/officeDocument/2006/relationships/notesSlide" Target="/ppt/notesSlides/notesSlide16.xml" Id="Rc5fb691883d64306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bd250e0c9840c9"/><Relationship Type="http://schemas.openxmlformats.org/officeDocument/2006/relationships/notesSlide" Target="/ppt/notesSlides/notesSlide17.xml" Id="R1c1860e8adbd4cc7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32c31057ce04c56"/><Relationship Type="http://schemas.openxmlformats.org/officeDocument/2006/relationships/image" Target="../media/image.png" Id="R57d2193e6d5b442a"/><Relationship Type="http://schemas.openxmlformats.org/officeDocument/2006/relationships/notesSlide" Target="/ppt/notesSlides/notesSlide18.xml" Id="R9da305cc7bae405c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37303edb3e64731"/><Relationship Type="http://schemas.openxmlformats.org/officeDocument/2006/relationships/notesSlide" Target="/ppt/notesSlides/notesSlide19.xml" Id="Ra80aaa4a03f6425c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613e6c493ca4ec4"/><Relationship Type="http://schemas.openxmlformats.org/officeDocument/2006/relationships/notesSlide" Target="/ppt/notesSlides/notesSlide20.xml" Id="R7d506106b96d4f9b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8374221ad74e99"/><Relationship Type="http://schemas.openxmlformats.org/officeDocument/2006/relationships/notesSlide" Target="/ppt/notesSlides/notesSlide21.xml" Id="Rd875e97301ef44d0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bb02d907b14c8b"/><Relationship Type="http://schemas.openxmlformats.org/officeDocument/2006/relationships/image" Target="../media/image3.png" Id="R69fc8c674df640e5"/><Relationship Type="http://schemas.openxmlformats.org/officeDocument/2006/relationships/notesSlide" Target="/ppt/notesSlides/notesSlide22.xml" Id="R8ea72f0baf4e45a1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0ad947286e4731"/><Relationship Type="http://schemas.openxmlformats.org/officeDocument/2006/relationships/notesSlide" Target="/ppt/notesSlides/notesSlide23.xml" Id="Ra3583a9cf2834c1b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f724d1b06645d3"/><Relationship Type="http://schemas.openxmlformats.org/officeDocument/2006/relationships/notesSlide" Target="/ppt/notesSlides/notesSlide24.xml" Id="R591155ac31bc409e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e896b7e100a47f9"/><Relationship Type="http://schemas.openxmlformats.org/officeDocument/2006/relationships/notesSlide" Target="/ppt/notesSlides/notesSlide25.xml" Id="Rd64299870659495d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af9c76e14d4f3c"/><Relationship Type="http://schemas.openxmlformats.org/officeDocument/2006/relationships/notesSlide" Target="/ppt/notesSlides/notesSlide26.xml" Id="Ree5b254932164281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9e382d9ab854378"/><Relationship Type="http://schemas.openxmlformats.org/officeDocument/2006/relationships/notesSlide" Target="/ppt/notesSlides/notesSlide27.xml" Id="R0165c4671a014c27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8090aec84f34ba2"/><Relationship Type="http://schemas.openxmlformats.org/officeDocument/2006/relationships/notesSlide" Target="/ppt/notesSlides/notesSlide28.xml" Id="Rc1f12d57d27e48a0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42087173944b46"/><Relationship Type="http://schemas.openxmlformats.org/officeDocument/2006/relationships/notesSlide" Target="/ppt/notesSlides/notesSlide29.xml" Id="R960b4bc64d2d49a2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8e986d178f42a5"/><Relationship Type="http://schemas.openxmlformats.org/officeDocument/2006/relationships/notesSlide" Target="/ppt/notesSlides/notesSlide30.xml" Id="Rd2aa9c6441f94c9c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aaaf60009547ea"/><Relationship Type="http://schemas.openxmlformats.org/officeDocument/2006/relationships/notesSlide" Target="/ppt/notesSlides/notesSlide31.xml" Id="R125ec56d86624932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633206ee4394fc3"/><Relationship Type="http://schemas.openxmlformats.org/officeDocument/2006/relationships/notesSlide" Target="/ppt/notesSlides/notesSlide32.xml" Id="R4502cfbb709348c4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10bee3a5a74ac3"/><Relationship Type="http://schemas.openxmlformats.org/officeDocument/2006/relationships/notesSlide" Target="/ppt/notesSlides/notesSlide33.xml" Id="Rb50b46b534ef4eb7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160293a1874300"/><Relationship Type="http://schemas.openxmlformats.org/officeDocument/2006/relationships/notesSlide" Target="/ppt/notesSlides/notesSlide34.xml" Id="Rd461dfe0fc184968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7f50439c9547a0"/><Relationship Type="http://schemas.openxmlformats.org/officeDocument/2006/relationships/image" Target="../media/image.png" Id="R9ff5aae950d541a3"/><Relationship Type="http://schemas.openxmlformats.org/officeDocument/2006/relationships/notesSlide" Target="/ppt/notesSlides/notesSlide35.xml" Id="R65205e4b111b417f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868fafc0e04710"/><Relationship Type="http://schemas.openxmlformats.org/officeDocument/2006/relationships/notesSlide" Target="/ppt/notesSlides/notesSlide36.xml" Id="R5a4f3005d4374428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41781a305d45f8"/><Relationship Type="http://schemas.openxmlformats.org/officeDocument/2006/relationships/notesSlide" Target="/ppt/notesSlides/notesSlide37.xml" Id="Rb24140ca0ea24129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c157d6e67f4549"/><Relationship Type="http://schemas.openxmlformats.org/officeDocument/2006/relationships/notesSlide" Target="/ppt/notesSlides/notesSlide38.xml" Id="Rb589b8a36645414d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44a26fd1ab846ae"/><Relationship Type="http://schemas.openxmlformats.org/officeDocument/2006/relationships/notesSlide" Target="/ppt/notesSlides/notesSlide39.xml" Id="R916d9332337041ff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2341cd07ed44b55"/><Relationship Type="http://schemas.openxmlformats.org/officeDocument/2006/relationships/notesSlide" Target="/ppt/notesSlides/notesSlide40.xml" Id="R2d2e1ce2fddf4cdd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f7aae0afc64b9d"/><Relationship Type="http://schemas.openxmlformats.org/officeDocument/2006/relationships/notesSlide" Target="/ppt/notesSlides/notesSlide41.xml" Id="R3620a00a99e24cce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0648bff3034c1c"/><Relationship Type="http://schemas.openxmlformats.org/officeDocument/2006/relationships/notesSlide" Target="/ppt/notesSlides/notesSlide42.xml" Id="Rd8d7ad82d77e4a80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9b991b944b4c33"/><Relationship Type="http://schemas.openxmlformats.org/officeDocument/2006/relationships/notesSlide" Target="/ppt/notesSlides/notesSlide43.xml" Id="R3a7945e47f5d4ea0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2626ad54904ab9"/><Relationship Type="http://schemas.openxmlformats.org/officeDocument/2006/relationships/notesSlide" Target="/ppt/notesSlides/notesSlide44.xml" Id="Reb108bcf19794fb2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6fb884ab7445f4"/><Relationship Type="http://schemas.openxmlformats.org/officeDocument/2006/relationships/notesSlide" Target="/ppt/notesSlides/notesSlide45.xml" Id="R07739b37fb7e499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7CA687-05BA-4128-8832-E53E92A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把爱说出来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A30FCFB-6397-4C1A-9D2C-237DDD5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　单元一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899461B-D7DC-4C66-A828-DE3796B2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有爱在心，为什么难以开口？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0BA7A-AAE6-4AD4-A38E-8693FB386B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36b0a9d6d4c31"/>
          <a:srcRect xmlns:a="http://schemas.openxmlformats.org/drawingml/2006/main" l="684" t="58919" r="50195" b="24089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4711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83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4727690-DF98-4266-9C28-2D850004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一句话的温暖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08C7CD0-E5E9-4161-A49E-CD9DA9D4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有人真诚地感谢你时，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你有什么感受？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AE0ABBE-FEB9-4C84-B473-B91C7C89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90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Think first. Share only what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 you wish.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197A991-1F0B-4C51-AA52-B83BA76B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先想一想，不必公开私人经历。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2A6F1-82BD-4337-B2D9-633433636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3497882114384"/>
          <a:srcRect xmlns:a="http://schemas.openxmlformats.org/drawingml/2006/main" l="50391" t="5208" r="586" b="78516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371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73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628FD1-905C-4D7C-8B34-C199AFF7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今天读懂什么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60165CE-176E-457A-BC0A-73A206B4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比较人物表达爱的方式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099D5DC-1B0A-4C49-BCEE-B9B7F9C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用原文解释心理变化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E685201-B7BB-4CBE-BCCD-FEA7AAF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说明结尾歌声与主题的关系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993369A-404A-4D47-A663-4E72AF14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Explain with evidence（用证据说明）</a:t>
            </a:r>
          </a:p>
        </p:txBody>
      </p:sp>
    </p:spTree>
    <p:extLst>
      <p:ext uri="{BB962C8B-B14F-4D97-AF65-F5344CB8AC3E}">
        <p14:creationId xmlns:p14="http://schemas.microsoft.com/office/powerpoint/2010/main" val="582972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B57BDDF-3610-4D29-B332-737F3079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女儿的崇拜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40FE90B-A1C5-4D58-99DF-CD1B1DD3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从哪里可以看出女儿很崇拜“我”？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0FF742A-0D79-44AD-AD65-B3EA44C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Read paragraph 1（第一段）.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83349B1-4C4C-4198-95C0-2B4DB80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Find words and actions（语言、行动）.</a:t>
            </a:r>
          </a:p>
        </p:txBody>
      </p:sp>
    </p:spTree>
    <p:extLst>
      <p:ext uri="{BB962C8B-B14F-4D97-AF65-F5344CB8AC3E}">
        <p14:creationId xmlns:p14="http://schemas.microsoft.com/office/powerpoint/2010/main" val="1368834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8586E9F-4D8A-4D9E-8C5E-8D57A7E3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证据怎样回答问题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A00C4CB-582D-489F-A618-E01C331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“再三赞叹”表现反复称赞。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F931364-D1DC-42F9-8980-2809AA01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“再看一遍”“爱不释手”表现珍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爱文章。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96EF27F-EFA0-4D80-837A-67AD3244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这些具体表现支持“崇拜”。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DD028FA-A517-44E7-B596-D4DF867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Direct Info（直接信息）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69019-607A-4C12-9FD5-8E5C78B64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1f54124794678"/>
          <a:srcRect xmlns:a="http://schemas.openxmlformats.org/drawingml/2006/main" l="684" t="21680" r="50195" b="61654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4238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9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D0B7DAB-F631-4E08-B5EE-6A4740BE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同样听文章，不同表现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8D00E71-F587-4A6F-8939-E5903D61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儿子的表现和女儿的有什么不一样？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C9EA83F-B4DF-4BC1-8935-305C926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Compare both people in the same situation.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5BFF5BF-DBBD-4B8C-87DC-1245AE4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同一件事，两个人都要答。</a:t>
            </a:r>
          </a:p>
        </p:txBody>
      </p:sp>
    </p:spTree>
    <p:extLst>
      <p:ext uri="{BB962C8B-B14F-4D97-AF65-F5344CB8AC3E}">
        <p14:creationId xmlns:p14="http://schemas.microsoft.com/office/powerpoint/2010/main" val="1675625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4AD7F1-FB71-4309-87DB-C72DAC94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比较的是具体表现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D0EF7AB-520F-46BE-A1DF-EF12DE7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女儿：赞叹，又拿文章重读。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975B7AF-9875-47D0-9127-3D3C6D7E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儿子：拒绝听，马上逃走。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4757A5F-B1BF-4D66-B93B-C252962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“截然相反”只是概括。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8E169B9-6B4E-4BC2-B9F0-40362E82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The actions make the comparison clear.</a:t>
            </a:r>
          </a:p>
        </p:txBody>
      </p:sp>
    </p:spTree>
    <p:extLst>
      <p:ext uri="{BB962C8B-B14F-4D97-AF65-F5344CB8AC3E}">
        <p14:creationId xmlns:p14="http://schemas.microsoft.com/office/powerpoint/2010/main" val="1104043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7FC04C5-5E9B-445F-A8BE-A9E0CBA6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惯用语的比喻义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7A02B94-EBF6-4803-BF3F-946335E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碰钉子：遭到拒绝，目标未达到。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575B4AA-6E62-42EA-A478-35976FCD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泼冷水：打击别人的热情。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D7B20DB-C0A9-4D42-8245-AAA0D142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口头禅：经常挂在口头的习惯语。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12C8E444-53E7-400D-80EC-2DB67C28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Read the figurative meaning（比喻义）.</a:t>
            </a:r>
          </a:p>
        </p:txBody>
      </p:sp>
    </p:spTree>
    <p:extLst>
      <p:ext uri="{BB962C8B-B14F-4D97-AF65-F5344CB8AC3E}">
        <p14:creationId xmlns:p14="http://schemas.microsoft.com/office/powerpoint/2010/main" val="1800350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C32988-09E0-40EB-970E-5269C5D0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惯用语中的不同关系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B8535AF-6B28-4325-96A7-33B78949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拍马屁：用好听的话讨好别人。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ED2A8FA-B412-47E6-8B1B-FE32371B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打退堂鼓：自己做事中途退缩。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70847EF-48A8-43BB-AFB0-B7CA186F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Who acts on whom?（谁对谁做什么？）</a:t>
            </a:r>
          </a:p>
        </p:txBody>
      </p:sp>
    </p:spTree>
    <p:extLst>
      <p:ext uri="{BB962C8B-B14F-4D97-AF65-F5344CB8AC3E}">
        <p14:creationId xmlns:p14="http://schemas.microsoft.com/office/powerpoint/2010/main" val="669944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F618667-1D9C-4F8E-A5D5-6D06BE2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用什么惯用语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5F0D669-76A2-4D32-BE87-0549C4B4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1. 他常常乱花钱，今天又向妈妈要钱，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9871BE3-47C1-4527-9C75-F497B463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　结果________。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81406CE-F9AA-412C-8918-98D2BA03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2. 我们要对自己有信心，不要一遇到困难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878242D-2B0A-4A11-81B0-5F08FDB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　就________。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3F82070F-6CF5-4C12-A88A-4EAA9C4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3. 我想去学街舞，但哥哥一直给我________，</a:t>
            </a:r>
          </a:p>
        </p:txBody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62CD2A3D-7335-4EE8-BA7D-9F22381C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　说我不适合跳舞。</a:t>
            </a:r>
          </a:p>
        </p:txBody>
      </p:sp>
    </p:spTree>
    <p:extLst>
      <p:ext uri="{BB962C8B-B14F-4D97-AF65-F5344CB8AC3E}">
        <p14:creationId xmlns:p14="http://schemas.microsoft.com/office/powerpoint/2010/main" val="1728228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C85E01A-E744-4331-91A1-56CF7189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惯用语答案与依据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F50BB8F-8CE5-4CF5-8765-C956A615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1. 碰钉子：妈妈拒绝了要钱的要求。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2EAC264-DB1F-4745-98FE-8049B33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2. 打退堂鼓：遇到困难，自己退缩。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8473EB6-56C5-4199-9DAF-1336C26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3. 泼冷水：哥哥的话打击我的热情。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DDADD58-B297-4F85-AC73-CB74EE7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Rejection / withdrawal / discouragement</a:t>
            </a:r>
          </a:p>
        </p:txBody>
      </p:sp>
    </p:spTree>
    <p:extLst>
      <p:ext uri="{BB962C8B-B14F-4D97-AF65-F5344CB8AC3E}">
        <p14:creationId xmlns:p14="http://schemas.microsoft.com/office/powerpoint/2010/main" val="542554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6A2C6A-994F-43CF-91E6-31494043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儿子爱“我”吗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FDB0E64-1F00-48DF-B4F3-0D75DBE6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你觉得儿子爱“我”吗？为什么？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B6B8C27-7DD5-48C8-81A6-06BCEBC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Which part is shown? Which part is inferred?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2907F1C-7C1C-49C1-B035-D2EB25C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哪些是事实？哪些是推断？</a:t>
            </a:r>
          </a:p>
        </p:txBody>
      </p:sp>
    </p:spTree>
    <p:extLst>
      <p:ext uri="{BB962C8B-B14F-4D97-AF65-F5344CB8AC3E}">
        <p14:creationId xmlns:p14="http://schemas.microsoft.com/office/powerpoint/2010/main" val="1147673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7C001D7-6C29-4CEA-A928-2BC3D920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判断不能超过证据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AC7C610-D2B9-4967-A006-8F3EB35D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事实：儿子拒听文章，否定妹妹的赞美。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BDD1FBB-53D6-4070-962E-F217EDB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可能：他不习惯赞美、说出感情。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570A39F-B5A4-4573-823A-D4CB31DA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不能单凭这些表现断定他不爱妈妈。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698406F-0508-44D2-AF74-BD6157C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A possible view needs a reason（有据推断）.</a:t>
            </a:r>
          </a:p>
        </p:txBody>
      </p:sp>
    </p:spTree>
    <p:extLst>
      <p:ext uri="{BB962C8B-B14F-4D97-AF65-F5344CB8AC3E}">
        <p14:creationId xmlns:p14="http://schemas.microsoft.com/office/powerpoint/2010/main" val="1939542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849434-688D-4FE5-98DC-A6A694B3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“我”的感受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1EC5FE7-F098-4170-9B9E-8E544F0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结合上文女儿和儿子的表现，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D376913-7D0D-425C-AB0F-71C99B71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说说“我”的感受。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7F966CB-663E-4F64-99EC-E4DF7D38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Find the feelings in paragraphs 1, 3 and 8.</a:t>
            </a:r>
          </a:p>
        </p:txBody>
      </p:sp>
    </p:spTree>
    <p:extLst>
      <p:ext uri="{BB962C8B-B14F-4D97-AF65-F5344CB8AC3E}">
        <p14:creationId xmlns:p14="http://schemas.microsoft.com/office/powerpoint/2010/main" val="42904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6183433-E1C4-4109-BB97-D440F02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女儿的话让“我”温暖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90E02C6-ACCB-4159-8A20-BD8F112B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第1段：有成就感。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EA1CCBD-C3DE-48C7-B42B-536EFCB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第3段：无比愉快。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5068397-203A-4863-BC1C-A003BA43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第8段：看到卡片，觉得再辛苦也值得。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1F91D56-8F69-46B6-BC1E-E1C9F63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Integrate the feelings（整合感受）.</a:t>
            </a:r>
          </a:p>
        </p:txBody>
      </p:sp>
    </p:spTree>
    <p:extLst>
      <p:ext uri="{BB962C8B-B14F-4D97-AF65-F5344CB8AC3E}">
        <p14:creationId xmlns:p14="http://schemas.microsoft.com/office/powerpoint/2010/main" val="438116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5287CE2-3FD0-4163-BF5E-58257C8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第10段写了什么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5550D62-21CD-482A-89BC-06E9A12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第10段主要运用了哪一种人物描写？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58D18B6-0757-4019-9184-112E3198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表现了“我”怎样的特点？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5D26684-98F0-4893-98B7-CA314ED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Spoken words or inner thoughts?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8597C5E0-D257-44BC-9015-D087221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是说出口的话，还是心里想的？</a:t>
            </a:r>
          </a:p>
        </p:txBody>
      </p:sp>
    </p:spTree>
    <p:extLst>
      <p:ext uri="{BB962C8B-B14F-4D97-AF65-F5344CB8AC3E}">
        <p14:creationId xmlns:p14="http://schemas.microsoft.com/office/powerpoint/2010/main" val="17058505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E6723F7-C9EF-46AC-84E5-CABF0385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从感激到决定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C9BB63B-8958-494C-8ED8-E72543E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“一边想”“扪心自问”：心理描写。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41901DE-76BE-45CA-82EC-2461A3E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感谢母亲的付出：懂得感恩。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EDCB32E-3AC0-4B7B-81F2-E578DAC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反省自己从未表达：善于反思。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4EF8CE2-0687-4783-83B3-EA0EF6CA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体会女儿话语的温暖，决定学习她。</a:t>
            </a:r>
          </a:p>
        </p:txBody>
      </p:sp>
    </p:spTree>
    <p:extLst>
      <p:ext uri="{BB962C8B-B14F-4D97-AF65-F5344CB8AC3E}">
        <p14:creationId xmlns:p14="http://schemas.microsoft.com/office/powerpoint/2010/main" val="822629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DD4C10B-5D17-4720-8503-E622A6BE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第二课　迟迟说不出口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B497B96-E1A4-4D2D-88E0-37199F1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Read paragraphs 12–15.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D90F881-ACDB-4FFB-8938-28D37854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第十二至十五段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D59603F-9B00-40E7-8FED-6274128F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下定决心后，为什么还会退缩？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7C069-0295-4160-9CC9-8F9EAB17B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2193e6d5b442a"/>
          <a:srcRect xmlns:a="http://schemas.openxmlformats.org/drawingml/2006/main" l="684" t="5208" r="50195" b="76823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613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842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686637-A862-4D89-B415-9D4ED7F8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“我”的心理变化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89697B5-F6A0-42A8-9F9C-46D2FBF4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下定决心（第11段）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B6748CF-4BFE-4EB3-8C7C-82699BF3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害羞退缩，又鼓励自己（第12段）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E64BFF6-0DD2-493F-8230-A6A01E5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寻找机会，仍不自在（第13段）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7BDA1EC2-7FFC-4DAF-B32B-F8360FC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终于开口，紧张离开（第14–15段）</a:t>
            </a:r>
          </a:p>
        </p:txBody>
      </p:sp>
    </p:spTree>
    <p:extLst>
      <p:ext uri="{BB962C8B-B14F-4D97-AF65-F5344CB8AC3E}">
        <p14:creationId xmlns:p14="http://schemas.microsoft.com/office/powerpoint/2010/main" val="14426255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F93E22A-B37D-4EC5-BECB-DF77FE41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为什么难以表达爱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422B819-A94B-444A-841A-FD76D9F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结合上文，说一说为什么“我”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A775B6F-121A-453B-A9F1-942E72E0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难以向母亲表达爱。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0CC2AF9-9CC0-46A8-8A42-A947167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Evidence → reason（证据 → 原因）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6944D96-0ECF-4138-B273-4D5EC88B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不能只复述吃饭的经过。</a:t>
            </a:r>
          </a:p>
        </p:txBody>
      </p:sp>
    </p:spTree>
    <p:extLst>
      <p:ext uri="{BB962C8B-B14F-4D97-AF65-F5344CB8AC3E}">
        <p14:creationId xmlns:p14="http://schemas.microsoft.com/office/powerpoint/2010/main" val="19600728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ACD123D-30E2-4768-A102-96807231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原因要由证据推出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9E5F3A2-C239-4A4D-9D4F-17B0D56B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“从未”“第一次”：不习惯直接表达。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D103C4B-A94D-4261-99E7-B2E16DCB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“害羞”“心里有些疙瘩”：难为情。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0C3ED49-5CE9-4F52-B123-7DA09670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所以面对母亲时，迟迟说不出口。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C7281F2-53C9-4B94-8084-31449D3B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特定文化影响只是可能原因。</a:t>
            </a:r>
          </a:p>
        </p:txBody>
      </p:sp>
    </p:spTree>
    <p:extLst>
      <p:ext uri="{BB962C8B-B14F-4D97-AF65-F5344CB8AC3E}">
        <p14:creationId xmlns:p14="http://schemas.microsoft.com/office/powerpoint/2010/main" val="12601026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8EDB646-EA3F-4B6B-82E0-86E1A72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女儿为什么“张大眼睛”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F56C8F4-9B61-4349-9CFE-E42E23A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可以删掉“张大眼睛”吗？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C6BBD27-6B3C-4806-B77C-138C53A2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E54262B-FE22-4B4E-A9D4-2527000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What does this detail show?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146EB1C0-B532-48EC-81B0-6671B5F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细节的作用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DF30D-7BEE-464B-9A27-E30F34828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c8c674df640e5"/>
          <a:srcRect xmlns:a="http://schemas.openxmlformats.org/drawingml/2006/main" l="50391" t="38737" r="586" b="43359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6089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631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6784458-303B-4965-8AFA-70ED703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神态配合真诚的赞美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3595DF9-2A58-4B67-A4A1-F74AF3A7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不宜删掉。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B7FD7EA-0720-4491-8040-5BA4E3C8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“张大眼睛”表现惊喜与欣赏。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7322DAF-9DBB-4591-A7C2-93259348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它和“真诚”“双眼含笑”等互相配合。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A5D729A2-1C0A-4EB7-8782-BA23FDF3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课本归为外貌描写，细分是神态。</a:t>
            </a:r>
          </a:p>
        </p:txBody>
      </p:sp>
    </p:spTree>
    <p:extLst>
      <p:ext uri="{BB962C8B-B14F-4D97-AF65-F5344CB8AC3E}">
        <p14:creationId xmlns:p14="http://schemas.microsoft.com/office/powerpoint/2010/main" val="19556264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E1E9FB-68AD-4D13-8D24-B094F7D9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“破天荒”指什么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3075774-18D4-42C0-9DBC-3EFFB526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“破天荒”是什么意思？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BC11A9F-3112-4D14-AD49-0D151E90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在文中有什么含义？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EA84657-FA7D-45AA-A479-84264FFF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Meaning + context（词义＋语境）</a:t>
            </a:r>
          </a:p>
        </p:txBody>
      </p:sp>
    </p:spTree>
    <p:extLst>
      <p:ext uri="{BB962C8B-B14F-4D97-AF65-F5344CB8AC3E}">
        <p14:creationId xmlns:p14="http://schemas.microsoft.com/office/powerpoint/2010/main" val="18467713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BEEB785-9CD2-40DB-8A4F-5249D8C1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第一次说出感谢和爱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2DC069D-4DB0-4E87-AB6D-385EAA19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“破天荒”：以前从未有过。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11C6C26-9C63-40C6-9489-A078311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文中指“我”第一次直接向母亲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2BA3A0E-8063-4FEE-B686-0DC33CD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说出感谢和爱。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2C40AC7-0ABB-48A9-A9CC-EAF561D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她以前已有关爱，只是不曾这样表达。</a:t>
            </a:r>
          </a:p>
        </p:txBody>
      </p:sp>
    </p:spTree>
    <p:extLst>
      <p:ext uri="{BB962C8B-B14F-4D97-AF65-F5344CB8AC3E}">
        <p14:creationId xmlns:p14="http://schemas.microsoft.com/office/powerpoint/2010/main" val="8631109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3C0A17-02D2-41E8-966D-6DE4BC4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能否删去这个比较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A9F9D2B-6E0D-440A-B055-2FB74B30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可以去掉“比当年参加毕业考试”吗？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1A054DC-88B3-413C-A917-D8D1C301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756A21F-BCA9-4253-9830-66704CBC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What would be lost?（删后少了什么？）</a:t>
            </a:r>
          </a:p>
        </p:txBody>
      </p:sp>
    </p:spTree>
    <p:extLst>
      <p:ext uri="{BB962C8B-B14F-4D97-AF65-F5344CB8AC3E}">
        <p14:creationId xmlns:p14="http://schemas.microsoft.com/office/powerpoint/2010/main" val="1132476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975F0BA-8E2B-4760-9834-4B23B0BF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比较突出紧张程度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3CE33C0-1A66-4299-A830-C61DD30E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不宜去掉。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A2C4D29-1D9C-4DDD-848A-1FD8BE09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把这次示爱与毕业考试的紧张作比较，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C293E50-5170-4534-B251-412E73A2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突出向母亲表达爱时格外紧张。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A323A12-A1F8-4F22-83F3-2AFB28A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Only “紧张” does not show the degree.</a:t>
            </a:r>
          </a:p>
        </p:txBody>
      </p:sp>
    </p:spTree>
    <p:extLst>
      <p:ext uri="{BB962C8B-B14F-4D97-AF65-F5344CB8AC3E}">
        <p14:creationId xmlns:p14="http://schemas.microsoft.com/office/powerpoint/2010/main" val="9477601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95F38B-73F2-45B5-B010-E5BC53F8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通过比较把握人物特点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F8D9FE6-30C6-4269-AB7E-12197F1C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从文中画出描写儿子、女儿和“我”的句子，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F2928F3-3ABB-49C2-BE26-9A91B309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通过比较把握人物特点，理解文章主题。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587AB3B-FBA5-41EC-AD7E-6FFDBB99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特点 ＋ 行为依据 ＋ 解释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BC03BF58-3EC4-41E5-BE0B-ED5C3D4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先自主概括，不从选项里挑特点。</a:t>
            </a:r>
          </a:p>
        </p:txBody>
      </p:sp>
    </p:spTree>
    <p:extLst>
      <p:ext uri="{BB962C8B-B14F-4D97-AF65-F5344CB8AC3E}">
        <p14:creationId xmlns:p14="http://schemas.microsoft.com/office/powerpoint/2010/main" val="20663978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738BB0-C828-40C7-87FA-2F10C788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儿子与女儿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61620D1-8A41-4F9D-8430-4ECE30DD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儿子不愿赞美，说话直接。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A7B134F-B39C-4A43-BE0F-D97BA1E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依据：拒听文章，并否定妹妹的赞美。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8A6651C-CE17-4F24-9A93-7F03433F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女儿真诚欣赏，自然表达。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1116C66E-5232-40CE-BC69-B0DE0A6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依据：赞叹、重读文章、称赞新衣。</a:t>
            </a:r>
          </a:p>
        </p:txBody>
      </p:sp>
    </p:spTree>
    <p:extLst>
      <p:ext uri="{BB962C8B-B14F-4D97-AF65-F5344CB8AC3E}">
        <p14:creationId xmlns:p14="http://schemas.microsoft.com/office/powerpoint/2010/main" val="18333330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328C5AA-50B6-4FD7-8AC4-D8CB909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女儿与“我”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A8B5FC7-11D0-47F5-86A3-1E40355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女儿自然地把爱说出来，也写卡片。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CDA41EE-47F6-4CE8-B989-BB29591D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“我”心存感恩，懂得反思，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20AC9DE-E056-421E-9E91-CE429A4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却不习惯开口：害羞、低头、说话断续。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63EE087-93BA-44BD-B2E6-5457207F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证据必须解释具体特点。</a:t>
            </a:r>
          </a:p>
        </p:txBody>
      </p:sp>
    </p:spTree>
    <p:extLst>
      <p:ext uri="{BB962C8B-B14F-4D97-AF65-F5344CB8AC3E}">
        <p14:creationId xmlns:p14="http://schemas.microsoft.com/office/powerpoint/2010/main" val="10467723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235E6E-EE48-4FCD-809E-ACCB4CD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第三课　熟悉的歌声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7EE60D9-668C-4C24-8B21-EB311B8C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那天傍晚下班回家，我一进门就听见母亲的歌声。她一边在厨房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忙着准备晚餐，一边唱着歌。自从父亲过世后，我还是第一次听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到这熟悉的歌声。</a:t>
            </a:r>
          </a:p>
        </p:txBody>
      </p:sp>
    </p:spTree>
    <p:extLst>
      <p:ext uri="{BB962C8B-B14F-4D97-AF65-F5344CB8AC3E}">
        <p14:creationId xmlns:p14="http://schemas.microsoft.com/office/powerpoint/2010/main" val="333142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306180C-F36F-4C25-8128-81E99A48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两次表达爱的回应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6329DBA-2E9A-4EA0-ACA4-58EB395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女儿对“我”表达爱：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A5EE7C1-E4F6-4F38-8FC5-9AF6472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“我”的反应与感受是什么？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3384291-205B-4C5C-B7D2-440F05F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“我”对母亲表达爱：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5CAF424-DD3F-4168-8DBC-F705D18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母亲的反应与感受是什么？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B7D55173-7DF3-4252-8410-83EDC2A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Behaviour ≠ inferred feeling（行为与感受）</a:t>
            </a:r>
          </a:p>
        </p:txBody>
      </p:sp>
    </p:spTree>
    <p:extLst>
      <p:ext uri="{BB962C8B-B14F-4D97-AF65-F5344CB8AC3E}">
        <p14:creationId xmlns:p14="http://schemas.microsoft.com/office/powerpoint/2010/main" val="24964950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A8D27F-7C7E-41DE-BD58-72340F6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直接信息与必要推断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CDB9E59-662B-4DE0-99BE-7C77F518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“我”：有成就感、愉快，辛苦也值得。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960C7B5-8EA7-4457-82AA-1C049663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母亲的行为：一边做饭，一边唱歌。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7BC1282-A2E7-416A-A5D5-8BEC16D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母亲的感受：受到爱与安慰，心情好转。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3A0621E-4C51-4B55-A659-365F968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后一点须结合第9段的沉默来推断。</a:t>
            </a:r>
          </a:p>
        </p:txBody>
      </p:sp>
    </p:spTree>
    <p:extLst>
      <p:ext uri="{BB962C8B-B14F-4D97-AF65-F5344CB8AC3E}">
        <p14:creationId xmlns:p14="http://schemas.microsoft.com/office/powerpoint/2010/main" val="11480382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86F38F-3301-4171-B124-3D1FF93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最后一句的含义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A77ADA4-A10C-4EF1-B5DA-C951A0AB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最后一句话有什么含义？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F3741DE-DAA7-42D9-92FA-41BAFEFD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“自从父亲过世后，我还是第一次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C1CAC2D-042C-41EE-8110-E08C0B6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听到这熟悉的歌声。”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07001E3-1C3D-4400-B551-B0D9E124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Compare paragraphs 9 and 16（前后对照）.</a:t>
            </a:r>
          </a:p>
        </p:txBody>
      </p:sp>
    </p:spTree>
    <p:extLst>
      <p:ext uri="{BB962C8B-B14F-4D97-AF65-F5344CB8AC3E}">
        <p14:creationId xmlns:p14="http://schemas.microsoft.com/office/powerpoint/2010/main" val="21067866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C3D78CA-ED83-4314-8171-8F6F066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歌声表现爱的力量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A89F34D-B953-4023-9EA2-7A71B3AE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第9段：抑郁、沉默寡言。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4E0AC92-C7B1-43EF-BF8A-EC61DA3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第16段：重新唱起歌。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532FDF0-7471-4A30-9A43-2711EF78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母亲感受到爱与安慰，心情有所转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变。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9134205-9306-467B-890E-CBCF04A4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不能推断她从此完全摆脱悲痛。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4F462-ABE0-4D22-A231-35795F013D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5aae950d541a3"/>
          <a:srcRect xmlns:a="http://schemas.openxmlformats.org/drawingml/2006/main" l="50391" t="76302" r="586" b="911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3204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16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7AF3F1-E558-4658-94EB-5611BA4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文章主题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50677AB-BFE1-4916-B803-622FEA9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“爱的语言让人觉得温暖，我们应该……”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CBF4749-48FE-4AE8-BE51-99BC264C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Complete the idea（补足主题）.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745A9A4-E468-4B98-BC9A-B2C68B6A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Use both parts of the story（前后内容）.</a:t>
            </a:r>
          </a:p>
        </p:txBody>
      </p:sp>
    </p:spTree>
    <p:extLst>
      <p:ext uri="{BB962C8B-B14F-4D97-AF65-F5344CB8AC3E}">
        <p14:creationId xmlns:p14="http://schemas.microsoft.com/office/powerpoint/2010/main" val="4781544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2EEB45B-A3B6-45D8-ACD8-01CE2D0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主题与两次表达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D255FD7-D45B-4C08-BD9E-1908ED15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我们应该把爱真诚地表达出来。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2D193D5-DA36-48BB-8EE3-C12AE68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女儿的话，让“我”感到温暖。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BEF9362-4E89-49F9-9356-7F02B33A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“我”的表达，让母亲重新唱歌。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8F5E3E5-67C8-4343-9E47-AD781BF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The two responses support the theme.</a:t>
            </a:r>
          </a:p>
        </p:txBody>
      </p:sp>
    </p:spTree>
    <p:extLst>
      <p:ext uri="{BB962C8B-B14F-4D97-AF65-F5344CB8AC3E}">
        <p14:creationId xmlns:p14="http://schemas.microsoft.com/office/powerpoint/2010/main" val="1121654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99D38F-72CE-442D-A9B7-6CB8899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第一次一定最难吗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BDD0F72-083F-4672-9C8A-16F2FB0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“我”认为第一次对母亲说出爱总是最难的。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59CEF77-A13D-40B9-8A4A-BCECAFEF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你同意吗？为什么？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DAC9074-8D91-4C63-B67E-760A4FC8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Consider habits and situations（习惯、情境）.</a:t>
            </a:r>
          </a:p>
        </p:txBody>
      </p:sp>
    </p:spTree>
    <p:extLst>
      <p:ext uri="{BB962C8B-B14F-4D97-AF65-F5344CB8AC3E}">
        <p14:creationId xmlns:p14="http://schemas.microsoft.com/office/powerpoint/2010/main" val="9183540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60D0321-456F-448A-ACC2-6B33D23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不同立场怎样成立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21B65CE-8E1C-4EA7-A813-7FA972A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对不习惯表达的人，第一次要克服害羞。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5F49E38-F59E-4603-A656-2EE8CB69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对平时常表达的人，开口可能较自然。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43F5448-C4D4-483E-B0C5-01F2058F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因此可以同意、部分同意或不同意，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1317B7E-6CEE-4280-A842-B390D5D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但理由必须说明适用的人或条件。</a:t>
            </a:r>
          </a:p>
        </p:txBody>
      </p:sp>
    </p:spTree>
    <p:extLst>
      <p:ext uri="{BB962C8B-B14F-4D97-AF65-F5344CB8AC3E}">
        <p14:creationId xmlns:p14="http://schemas.microsoft.com/office/powerpoint/2010/main" val="2689590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0C0A35-A0ED-4A1A-BDD9-2E0D5B40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爱需不需要说出来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021FB9E-8B02-42BB-9E16-8A87F082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你认为对家人的爱需不需要用语言表达出来？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86E1692-3FE4-4414-950D-2A6C0DFA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说说你的理由。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AF6C589-284D-433A-B5CC-8BD4C0F1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Write your own response（独立作答）.</a:t>
            </a:r>
          </a:p>
        </p:txBody>
      </p:sp>
    </p:spTree>
    <p:extLst>
      <p:ext uri="{BB962C8B-B14F-4D97-AF65-F5344CB8AC3E}">
        <p14:creationId xmlns:p14="http://schemas.microsoft.com/office/powerpoint/2010/main" val="49668082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D147A1-CEBB-4B53-8E52-F7D1A192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开放回应的四步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F54E451-99C7-42CD-9439-575E615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立场：我怎么看？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0FA1867-C374-48CE-B5A8-DDB86A43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理由：为什么？需要、影响或限制？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DD8438A-E8D7-4F40-A169-A415215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例子：什么具体事情能说明？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1D70E4DC-5090-4E9F-A0D1-3D7AEA28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回扣：这个例子怎样支持我的立场？</a:t>
            </a:r>
          </a:p>
        </p:txBody>
      </p:sp>
    </p:spTree>
    <p:extLst>
      <p:ext uri="{BB962C8B-B14F-4D97-AF65-F5344CB8AC3E}">
        <p14:creationId xmlns:p14="http://schemas.microsoft.com/office/powerpoint/2010/main" val="17576250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65986DE-C013-485D-8623-234D2A5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一种合理的回答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F3D9BBB-6A97-4392-B78D-E47C1611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我认为需要，也要配合行动。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F7C3CB4-F8A1-4E82-AF61-9221B1FE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因为说出来能让家人明确感到被珍惜。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90AE615-1A79-46AE-9893-4C501C56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文中“我”表达爱后，母亲重新唱歌，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9AA838B-5336-48C8-B0A7-663A0466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说明语言能把心里的爱传达给家人。</a:t>
            </a:r>
          </a:p>
        </p:txBody>
      </p:sp>
    </p:spTree>
    <p:extLst>
      <p:ext uri="{BB962C8B-B14F-4D97-AF65-F5344CB8AC3E}">
        <p14:creationId xmlns:p14="http://schemas.microsoft.com/office/powerpoint/2010/main" val="52092462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7F12A6-C969-47A3-BB3A-AA2E4810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另一种合理的方向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C9CDC13-5036-46A7-A81F-25799DA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也可以认为“不一定需要用语言”。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E672148-D244-4176-BF2E-D53BD1A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具体照顾也能让家人感受到爱。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1335959-2C83-4F1D-9C30-1F9C8A7C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例子须说明对方如何感受到关心，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89A9586-CB55-4A50-B7AB-8C72DB27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并解释这怎样支持你的观点。</a:t>
            </a:r>
          </a:p>
        </p:txBody>
      </p:sp>
    </p:spTree>
    <p:extLst>
      <p:ext uri="{BB962C8B-B14F-4D97-AF65-F5344CB8AC3E}">
        <p14:creationId xmlns:p14="http://schemas.microsoft.com/office/powerpoint/2010/main" val="161278622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1A15C43-685D-4C40-A3B3-5FAF5674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答案自检与订正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3CC6EA1-E914-42B8-B7CF-73CAB02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我的理由是否回答了“为什么”？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39EA432-A937-4D37-8EE2-42610780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例子是否具体、与立场一致？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B9BDEB6-8DF5-40EA-8A3D-500E39D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我有没有解释例子怎样支持观点？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114B7FFB-3F49-4237-A94E-C276106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Keep the first answer. Revise below.</a:t>
            </a:r>
          </a:p>
        </p:txBody>
      </p:sp>
    </p:spTree>
    <p:extLst>
      <p:ext uri="{BB962C8B-B14F-4D97-AF65-F5344CB8AC3E}">
        <p14:creationId xmlns:p14="http://schemas.microsoft.com/office/powerpoint/2010/main" val="14235044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1F5447-15D4-4BB3-9EE2-7FA0872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当堂整理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E377E3D-BB25-424A-907E-DF00AB7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把不熟的词加入个人词语本。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6AA3367-E403-43CB-9CD5-3E2E29A1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先回想，再翻卡核对。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F489878-A93B-4DB8-BFDD-72D3E7CF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保存或导出首次回答与订正。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8510D7DB-DF11-4FF8-A7D1-35C88BC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No extra homework test（当堂完成）.</a:t>
            </a:r>
          </a:p>
        </p:txBody>
      </p:sp>
    </p:spTree>
    <p:extLst>
      <p:ext uri="{BB962C8B-B14F-4D97-AF65-F5344CB8AC3E}">
        <p14:creationId xmlns:p14="http://schemas.microsoft.com/office/powerpoint/2010/main" val="1019810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2026-10-19T07:15:36.3650000Z</dcterms:created>
  <dcterms:modified xsi:type="dcterms:W3CDTF">2026-10-19T07:15:36.3650000Z</dcterms:modified>
</coreProperties>
</file>