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a39d01dde93842ec"/><Relationship Type="http://schemas.openxmlformats.org/officeDocument/2006/relationships/extended-properties" Target="/docProps/app.xml" Id="Rd7f4730d33504ec7"/><Relationship Type="http://schemas.openxmlformats.org/officeDocument/2006/relationships/officeDocument" Target="/ppt/presentation.xml" Id="R9838a6e150334eb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348b3d60a4737"/>
  </p:sldMasterIdLst>
  <p:notesMasterIdLst>
    <p:notesMasterId xmlns:r="http://schemas.openxmlformats.org/officeDocument/2006/relationships" r:id="R48743c23c8384cbf"/>
  </p:notesMasterIdLst>
  <p:sldIdLst>
    <p:sldId xmlns:r="http://schemas.openxmlformats.org/officeDocument/2006/relationships" id="256" r:id="R91ca7759695d4f05"/>
    <p:sldId xmlns:r="http://schemas.openxmlformats.org/officeDocument/2006/relationships" id="257" r:id="R69465efeedf34d00"/>
    <p:sldId xmlns:r="http://schemas.openxmlformats.org/officeDocument/2006/relationships" id="258" r:id="R22db9ab1d8844bd2"/>
    <p:sldId xmlns:r="http://schemas.openxmlformats.org/officeDocument/2006/relationships" id="259" r:id="Rcbc42a6918d04bee"/>
    <p:sldId xmlns:r="http://schemas.openxmlformats.org/officeDocument/2006/relationships" id="260" r:id="Rc09ff81ceebc4123"/>
    <p:sldId xmlns:r="http://schemas.openxmlformats.org/officeDocument/2006/relationships" id="261" r:id="R055dc265cb494aa6"/>
    <p:sldId xmlns:r="http://schemas.openxmlformats.org/officeDocument/2006/relationships" id="262" r:id="Reef24819ddf3446c"/>
    <p:sldId xmlns:r="http://schemas.openxmlformats.org/officeDocument/2006/relationships" id="263" r:id="R9f1961e5f4f046de"/>
    <p:sldId xmlns:r="http://schemas.openxmlformats.org/officeDocument/2006/relationships" id="264" r:id="R5753ca1f025043a3"/>
    <p:sldId xmlns:r="http://schemas.openxmlformats.org/officeDocument/2006/relationships" id="265" r:id="R3f30e27a68ee4951"/>
    <p:sldId xmlns:r="http://schemas.openxmlformats.org/officeDocument/2006/relationships" id="266" r:id="Rf5d112c9e61e4799"/>
    <p:sldId xmlns:r="http://schemas.openxmlformats.org/officeDocument/2006/relationships" id="267" r:id="R2b3686e5414449b7"/>
    <p:sldId xmlns:r="http://schemas.openxmlformats.org/officeDocument/2006/relationships" id="268" r:id="Rf22ed32c27184517"/>
    <p:sldId xmlns:r="http://schemas.openxmlformats.org/officeDocument/2006/relationships" id="269" r:id="Re2bbfd1e2aa8460a"/>
    <p:sldId xmlns:r="http://schemas.openxmlformats.org/officeDocument/2006/relationships" id="270" r:id="R61c67884af924e8b"/>
    <p:sldId xmlns:r="http://schemas.openxmlformats.org/officeDocument/2006/relationships" id="271" r:id="Rc4f54fd150544e07"/>
    <p:sldId xmlns:r="http://schemas.openxmlformats.org/officeDocument/2006/relationships" id="272" r:id="R0c7f1169df754ee6"/>
    <p:sldId xmlns:r="http://schemas.openxmlformats.org/officeDocument/2006/relationships" id="273" r:id="R86d6391e73294284"/>
    <p:sldId xmlns:r="http://schemas.openxmlformats.org/officeDocument/2006/relationships" id="274" r:id="Rfc1fa854105c4096"/>
    <p:sldId xmlns:r="http://schemas.openxmlformats.org/officeDocument/2006/relationships" id="275" r:id="Rf6d7faa8afaa4577"/>
    <p:sldId xmlns:r="http://schemas.openxmlformats.org/officeDocument/2006/relationships" id="276" r:id="R38ac77e733804998"/>
    <p:sldId xmlns:r="http://schemas.openxmlformats.org/officeDocument/2006/relationships" id="277" r:id="R559d55fce83446ea"/>
    <p:sldId xmlns:r="http://schemas.openxmlformats.org/officeDocument/2006/relationships" id="278" r:id="R3793d9d71d78469b"/>
    <p:sldId xmlns:r="http://schemas.openxmlformats.org/officeDocument/2006/relationships" id="279" r:id="Rb61c62715f434138"/>
    <p:sldId xmlns:r="http://schemas.openxmlformats.org/officeDocument/2006/relationships" id="280" r:id="Rb0c08b88bc8c4478"/>
    <p:sldId xmlns:r="http://schemas.openxmlformats.org/officeDocument/2006/relationships" id="281" r:id="Rff840c82f51d4081"/>
    <p:sldId xmlns:r="http://schemas.openxmlformats.org/officeDocument/2006/relationships" id="282" r:id="Re8c66cee862c4204"/>
    <p:sldId xmlns:r="http://schemas.openxmlformats.org/officeDocument/2006/relationships" id="283" r:id="Rfb2dcbba21984b5b"/>
    <p:sldId xmlns:r="http://schemas.openxmlformats.org/officeDocument/2006/relationships" id="284" r:id="R91b40d46908d4547"/>
    <p:sldId xmlns:r="http://schemas.openxmlformats.org/officeDocument/2006/relationships" id="285" r:id="R7c802e54a5f84ccf"/>
    <p:sldId xmlns:r="http://schemas.openxmlformats.org/officeDocument/2006/relationships" id="286" r:id="Rb0de3b7663594046"/>
    <p:sldId xmlns:r="http://schemas.openxmlformats.org/officeDocument/2006/relationships" id="287" r:id="R47f4df652bda4268"/>
    <p:sldId xmlns:r="http://schemas.openxmlformats.org/officeDocument/2006/relationships" id="288" r:id="Ra35448e9ed2c4332"/>
    <p:sldId xmlns:r="http://schemas.openxmlformats.org/officeDocument/2006/relationships" id="289" r:id="R8a8cf7d8045540f4"/>
    <p:sldId xmlns:r="http://schemas.openxmlformats.org/officeDocument/2006/relationships" id="290" r:id="R5968707ed73041c1"/>
    <p:sldId xmlns:r="http://schemas.openxmlformats.org/officeDocument/2006/relationships" id="291" r:id="R18caf76873574d23"/>
    <p:sldId xmlns:r="http://schemas.openxmlformats.org/officeDocument/2006/relationships" id="292" r:id="Re8949888cf84455c"/>
    <p:sldId xmlns:r="http://schemas.openxmlformats.org/officeDocument/2006/relationships" id="293" r:id="Re8690801b9fe4578"/>
    <p:sldId xmlns:r="http://schemas.openxmlformats.org/officeDocument/2006/relationships" id="294" r:id="R6edbeaa950514793"/>
    <p:sldId xmlns:r="http://schemas.openxmlformats.org/officeDocument/2006/relationships" id="295" r:id="Ref5e0c34c759473b"/>
    <p:sldId xmlns:r="http://schemas.openxmlformats.org/officeDocument/2006/relationships" id="296" r:id="Rd85a958fe44d463f"/>
    <p:sldId xmlns:r="http://schemas.openxmlformats.org/officeDocument/2006/relationships" id="297" r:id="R99065a4b36d9499e"/>
    <p:sldId xmlns:r="http://schemas.openxmlformats.org/officeDocument/2006/relationships" id="298" r:id="R09b341d432a1451e"/>
    <p:sldId xmlns:r="http://schemas.openxmlformats.org/officeDocument/2006/relationships" id="299" r:id="R64605562fbef4a4d"/>
    <p:sldId xmlns:r="http://schemas.openxmlformats.org/officeDocument/2006/relationships" id="300" r:id="R3e6518ab05954553"/>
    <p:sldId xmlns:r="http://schemas.openxmlformats.org/officeDocument/2006/relationships" id="301" r:id="Ra1c73f35154d4bd4"/>
    <p:sldId xmlns:r="http://schemas.openxmlformats.org/officeDocument/2006/relationships" id="302" r:id="R439c8ecacdfb4b2c"/>
    <p:sldId xmlns:r="http://schemas.openxmlformats.org/officeDocument/2006/relationships" id="303" r:id="R8c829d2b53164a92"/>
    <p:sldId xmlns:r="http://schemas.openxmlformats.org/officeDocument/2006/relationships" id="304" r:id="R5ced2d21572342a9"/>
    <p:sldId xmlns:r="http://schemas.openxmlformats.org/officeDocument/2006/relationships" id="305" r:id="R363364ad59e54e5a"/>
    <p:sldId xmlns:r="http://schemas.openxmlformats.org/officeDocument/2006/relationships" id="306" r:id="Rf0c4f22b59554ea3"/>
    <p:sldId xmlns:r="http://schemas.openxmlformats.org/officeDocument/2006/relationships" id="307" r:id="Rf1cdfefb59b34107"/>
    <p:sldId xmlns:r="http://schemas.openxmlformats.org/officeDocument/2006/relationships" id="308" r:id="R683f12f460414b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13f5aa4601b3451d"/><Relationship Type="http://schemas.openxmlformats.org/officeDocument/2006/relationships/slideMaster" Target="/ppt/slideMasters/slideMaster1.xml" Id="Read348b3d60a4737"/><Relationship Type="http://schemas.openxmlformats.org/officeDocument/2006/relationships/notesMaster" Target="/ppt/notesMasters/notesMaster1.xml" Id="R48743c23c8384cbf"/><Relationship Type="http://schemas.openxmlformats.org/officeDocument/2006/relationships/presProps" Target="/ppt/presProps.xml" Id="Rf9eef30ce5614173"/><Relationship Type="http://schemas.openxmlformats.org/officeDocument/2006/relationships/tableStyles" Target="/ppt/tableStyles.xml" Id="Rb94605e420634583"/><Relationship Type="http://schemas.openxmlformats.org/officeDocument/2006/relationships/slide" Target="/ppt/slides/slide1.xml" Id="R91ca7759695d4f05"/><Relationship Type="http://schemas.openxmlformats.org/officeDocument/2006/relationships/slide" Target="/ppt/slides/slide2.xml" Id="R69465efeedf34d00"/><Relationship Type="http://schemas.openxmlformats.org/officeDocument/2006/relationships/slide" Target="/ppt/slides/slide3.xml" Id="R22db9ab1d8844bd2"/><Relationship Type="http://schemas.openxmlformats.org/officeDocument/2006/relationships/slide" Target="/ppt/slides/slide4.xml" Id="Rcbc42a6918d04bee"/><Relationship Type="http://schemas.openxmlformats.org/officeDocument/2006/relationships/slide" Target="/ppt/slides/slide5.xml" Id="Rc09ff81ceebc4123"/><Relationship Type="http://schemas.openxmlformats.org/officeDocument/2006/relationships/slide" Target="/ppt/slides/slide6.xml" Id="R055dc265cb494aa6"/><Relationship Type="http://schemas.openxmlformats.org/officeDocument/2006/relationships/slide" Target="/ppt/slides/slide7.xml" Id="Reef24819ddf3446c"/><Relationship Type="http://schemas.openxmlformats.org/officeDocument/2006/relationships/slide" Target="/ppt/slides/slide8.xml" Id="R9f1961e5f4f046de"/><Relationship Type="http://schemas.openxmlformats.org/officeDocument/2006/relationships/slide" Target="/ppt/slides/slide9.xml" Id="R5753ca1f025043a3"/><Relationship Type="http://schemas.openxmlformats.org/officeDocument/2006/relationships/slide" Target="/ppt/slides/slide10.xml" Id="R3f30e27a68ee4951"/><Relationship Type="http://schemas.openxmlformats.org/officeDocument/2006/relationships/slide" Target="/ppt/slides/slide11.xml" Id="Rf5d112c9e61e4799"/><Relationship Type="http://schemas.openxmlformats.org/officeDocument/2006/relationships/slide" Target="/ppt/slides/slide12.xml" Id="R2b3686e5414449b7"/><Relationship Type="http://schemas.openxmlformats.org/officeDocument/2006/relationships/slide" Target="/ppt/slides/slide13.xml" Id="Rf22ed32c27184517"/><Relationship Type="http://schemas.openxmlformats.org/officeDocument/2006/relationships/slide" Target="/ppt/slides/slide14.xml" Id="Re2bbfd1e2aa8460a"/><Relationship Type="http://schemas.openxmlformats.org/officeDocument/2006/relationships/slide" Target="/ppt/slides/slide15.xml" Id="R61c67884af924e8b"/><Relationship Type="http://schemas.openxmlformats.org/officeDocument/2006/relationships/slide" Target="/ppt/slides/slide16.xml" Id="Rc4f54fd150544e07"/><Relationship Type="http://schemas.openxmlformats.org/officeDocument/2006/relationships/slide" Target="/ppt/slides/slide17.xml" Id="R0c7f1169df754ee6"/><Relationship Type="http://schemas.openxmlformats.org/officeDocument/2006/relationships/slide" Target="/ppt/slides/slide18.xml" Id="R86d6391e73294284"/><Relationship Type="http://schemas.openxmlformats.org/officeDocument/2006/relationships/slide" Target="/ppt/slides/slide19.xml" Id="Rfc1fa854105c4096"/><Relationship Type="http://schemas.openxmlformats.org/officeDocument/2006/relationships/slide" Target="/ppt/slides/slide20.xml" Id="Rf6d7faa8afaa4577"/><Relationship Type="http://schemas.openxmlformats.org/officeDocument/2006/relationships/slide" Target="/ppt/slides/slide21.xml" Id="R38ac77e733804998"/><Relationship Type="http://schemas.openxmlformats.org/officeDocument/2006/relationships/slide" Target="/ppt/slides/slide22.xml" Id="R559d55fce83446ea"/><Relationship Type="http://schemas.openxmlformats.org/officeDocument/2006/relationships/slide" Target="/ppt/slides/slide23.xml" Id="R3793d9d71d78469b"/><Relationship Type="http://schemas.openxmlformats.org/officeDocument/2006/relationships/slide" Target="/ppt/slides/slide24.xml" Id="Rb61c62715f434138"/><Relationship Type="http://schemas.openxmlformats.org/officeDocument/2006/relationships/slide" Target="/ppt/slides/slide25.xml" Id="Rb0c08b88bc8c4478"/><Relationship Type="http://schemas.openxmlformats.org/officeDocument/2006/relationships/slide" Target="/ppt/slides/slide26.xml" Id="Rff840c82f51d4081"/><Relationship Type="http://schemas.openxmlformats.org/officeDocument/2006/relationships/slide" Target="/ppt/slides/slide27.xml" Id="Re8c66cee862c4204"/><Relationship Type="http://schemas.openxmlformats.org/officeDocument/2006/relationships/slide" Target="/ppt/slides/slide28.xml" Id="Rfb2dcbba21984b5b"/><Relationship Type="http://schemas.openxmlformats.org/officeDocument/2006/relationships/slide" Target="/ppt/slides/slide29.xml" Id="R91b40d46908d4547"/><Relationship Type="http://schemas.openxmlformats.org/officeDocument/2006/relationships/slide" Target="/ppt/slides/slide30.xml" Id="R7c802e54a5f84ccf"/><Relationship Type="http://schemas.openxmlformats.org/officeDocument/2006/relationships/slide" Target="/ppt/slides/slide31.xml" Id="Rb0de3b7663594046"/><Relationship Type="http://schemas.openxmlformats.org/officeDocument/2006/relationships/slide" Target="/ppt/slides/slide32.xml" Id="R47f4df652bda4268"/><Relationship Type="http://schemas.openxmlformats.org/officeDocument/2006/relationships/slide" Target="/ppt/slides/slide33.xml" Id="Ra35448e9ed2c4332"/><Relationship Type="http://schemas.openxmlformats.org/officeDocument/2006/relationships/slide" Target="/ppt/slides/slide34.xml" Id="R8a8cf7d8045540f4"/><Relationship Type="http://schemas.openxmlformats.org/officeDocument/2006/relationships/slide" Target="/ppt/slides/slide35.xml" Id="R5968707ed73041c1"/><Relationship Type="http://schemas.openxmlformats.org/officeDocument/2006/relationships/slide" Target="/ppt/slides/slide36.xml" Id="R18caf76873574d23"/><Relationship Type="http://schemas.openxmlformats.org/officeDocument/2006/relationships/slide" Target="/ppt/slides/slide37.xml" Id="Re8949888cf84455c"/><Relationship Type="http://schemas.openxmlformats.org/officeDocument/2006/relationships/slide" Target="/ppt/slides/slide38.xml" Id="Re8690801b9fe4578"/><Relationship Type="http://schemas.openxmlformats.org/officeDocument/2006/relationships/slide" Target="/ppt/slides/slide39.xml" Id="R6edbeaa950514793"/><Relationship Type="http://schemas.openxmlformats.org/officeDocument/2006/relationships/slide" Target="/ppt/slides/slide40.xml" Id="Ref5e0c34c759473b"/><Relationship Type="http://schemas.openxmlformats.org/officeDocument/2006/relationships/slide" Target="/ppt/slides/slide41.xml" Id="Rd85a958fe44d463f"/><Relationship Type="http://schemas.openxmlformats.org/officeDocument/2006/relationships/slide" Target="/ppt/slides/slide42.xml" Id="R99065a4b36d9499e"/><Relationship Type="http://schemas.openxmlformats.org/officeDocument/2006/relationships/slide" Target="/ppt/slides/slide43.xml" Id="R09b341d432a1451e"/><Relationship Type="http://schemas.openxmlformats.org/officeDocument/2006/relationships/slide" Target="/ppt/slides/slide44.xml" Id="R64605562fbef4a4d"/><Relationship Type="http://schemas.openxmlformats.org/officeDocument/2006/relationships/slide" Target="/ppt/slides/slide45.xml" Id="R3e6518ab05954553"/><Relationship Type="http://schemas.openxmlformats.org/officeDocument/2006/relationships/slide" Target="/ppt/slides/slide46.xml" Id="Ra1c73f35154d4bd4"/><Relationship Type="http://schemas.openxmlformats.org/officeDocument/2006/relationships/slide" Target="/ppt/slides/slide47.xml" Id="R439c8ecacdfb4b2c"/><Relationship Type="http://schemas.openxmlformats.org/officeDocument/2006/relationships/slide" Target="/ppt/slides/slide48.xml" Id="R8c829d2b53164a92"/><Relationship Type="http://schemas.openxmlformats.org/officeDocument/2006/relationships/slide" Target="/ppt/slides/slide49.xml" Id="R5ced2d21572342a9"/><Relationship Type="http://schemas.openxmlformats.org/officeDocument/2006/relationships/slide" Target="/ppt/slides/slide50.xml" Id="R363364ad59e54e5a"/><Relationship Type="http://schemas.openxmlformats.org/officeDocument/2006/relationships/slide" Target="/ppt/slides/slide51.xml" Id="Rf0c4f22b59554ea3"/><Relationship Type="http://schemas.openxmlformats.org/officeDocument/2006/relationships/slide" Target="/ppt/slides/slide52.xml" Id="Rf1cdfefb59b34107"/><Relationship Type="http://schemas.openxmlformats.org/officeDocument/2006/relationships/slide" Target="/ppt/slides/slide53.xml" Id="R683f12f460414b5e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b06bcdab262e40c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0bad99e526db4461"/><Relationship Type="http://schemas.openxmlformats.org/officeDocument/2006/relationships/notesMaster" Target="/ppt/notesMasters/notesMaster1.xml" Id="Rf378ef2c9ab3492a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89009bbfdd284f20"/><Relationship Type="http://schemas.openxmlformats.org/officeDocument/2006/relationships/notesMaster" Target="/ppt/notesMasters/notesMaster1.xml" Id="R13d981c4b3774977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9b1ef89d2fa544dc"/><Relationship Type="http://schemas.openxmlformats.org/officeDocument/2006/relationships/notesMaster" Target="/ppt/notesMasters/notesMaster1.xml" Id="R4c88ec1521d34544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a051b134205046f5"/><Relationship Type="http://schemas.openxmlformats.org/officeDocument/2006/relationships/notesMaster" Target="/ppt/notesMasters/notesMaster1.xml" Id="R7037df034630487c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2e4a70a3ab0945d5"/><Relationship Type="http://schemas.openxmlformats.org/officeDocument/2006/relationships/notesMaster" Target="/ppt/notesMasters/notesMaster1.xml" Id="Re6495d3186694af8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ae41244323fa4603"/><Relationship Type="http://schemas.openxmlformats.org/officeDocument/2006/relationships/notesMaster" Target="/ppt/notesMasters/notesMaster1.xml" Id="R821eb1b7bd1446b9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19084b8b1cf24d37"/><Relationship Type="http://schemas.openxmlformats.org/officeDocument/2006/relationships/notesMaster" Target="/ppt/notesMasters/notesMaster1.xml" Id="R111ca81d978f4ea4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4126a72a0fe74230"/><Relationship Type="http://schemas.openxmlformats.org/officeDocument/2006/relationships/notesMaster" Target="/ppt/notesMasters/notesMaster1.xml" Id="Re7950e2d31b143a5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833bcd89521c4a66"/><Relationship Type="http://schemas.openxmlformats.org/officeDocument/2006/relationships/notesMaster" Target="/ppt/notesMasters/notesMaster1.xml" Id="R3128363c08d948c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03c921a08aca416a"/><Relationship Type="http://schemas.openxmlformats.org/officeDocument/2006/relationships/notesMaster" Target="/ppt/notesMasters/notesMaster1.xml" Id="R45a4f59a8ebd41ec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1622e1d5fba34d8f"/><Relationship Type="http://schemas.openxmlformats.org/officeDocument/2006/relationships/notesMaster" Target="/ppt/notesMasters/notesMaster1.xml" Id="R24741a9aed004983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e379ce29941f404f"/><Relationship Type="http://schemas.openxmlformats.org/officeDocument/2006/relationships/notesMaster" Target="/ppt/notesMasters/notesMaster1.xml" Id="R5b4407b835d14705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2d3f3e9b9b2547b9"/><Relationship Type="http://schemas.openxmlformats.org/officeDocument/2006/relationships/notesMaster" Target="/ppt/notesMasters/notesMaster1.xml" Id="Rc04a9f9b21a14e57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1c9deda92b7848bc"/><Relationship Type="http://schemas.openxmlformats.org/officeDocument/2006/relationships/notesMaster" Target="/ppt/notesMasters/notesMaster1.xml" Id="R12f7a7a689d6456d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875c257ba3bb4a7a"/><Relationship Type="http://schemas.openxmlformats.org/officeDocument/2006/relationships/notesMaster" Target="/ppt/notesMasters/notesMaster1.xml" Id="R3c79b00b3a224a01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1be2f3cbf41748ad"/><Relationship Type="http://schemas.openxmlformats.org/officeDocument/2006/relationships/notesMaster" Target="/ppt/notesMasters/notesMaster1.xml" Id="R531b3a2867c942a8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715d213994f04913"/><Relationship Type="http://schemas.openxmlformats.org/officeDocument/2006/relationships/notesMaster" Target="/ppt/notesMasters/notesMaster1.xml" Id="R644df2f4ec9b4a40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258e977463204ef5"/><Relationship Type="http://schemas.openxmlformats.org/officeDocument/2006/relationships/notesMaster" Target="/ppt/notesMasters/notesMaster1.xml" Id="R97197757fbb84e18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1263507e11084080"/><Relationship Type="http://schemas.openxmlformats.org/officeDocument/2006/relationships/notesMaster" Target="/ppt/notesMasters/notesMaster1.xml" Id="Ra1c05119a5124137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67e86c07e9814f27"/><Relationship Type="http://schemas.openxmlformats.org/officeDocument/2006/relationships/notesMaster" Target="/ppt/notesMasters/notesMaster1.xml" Id="Rcc7cbf239ec8445b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de26229663b24f05"/><Relationship Type="http://schemas.openxmlformats.org/officeDocument/2006/relationships/notesMaster" Target="/ppt/notesMasters/notesMaster1.xml" Id="R5c8d2ec4d5534b8c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edea9a70967b4c2a"/><Relationship Type="http://schemas.openxmlformats.org/officeDocument/2006/relationships/notesMaster" Target="/ppt/notesMasters/notesMaster1.xml" Id="Rbed9dac53a47430c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e46b9080320d4e3a"/><Relationship Type="http://schemas.openxmlformats.org/officeDocument/2006/relationships/notesMaster" Target="/ppt/notesMasters/notesMaster1.xml" Id="R728b3fc8e1034781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0c3a94fc9a2840c6"/><Relationship Type="http://schemas.openxmlformats.org/officeDocument/2006/relationships/notesMaster" Target="/ppt/notesMasters/notesMaster1.xml" Id="R27359ad602bf4f89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8f2faee0c68e4793"/><Relationship Type="http://schemas.openxmlformats.org/officeDocument/2006/relationships/notesMaster" Target="/ppt/notesMasters/notesMaster1.xml" Id="R07a7a576cfc54926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fd3c287afa2c4b79"/><Relationship Type="http://schemas.openxmlformats.org/officeDocument/2006/relationships/notesMaster" Target="/ppt/notesMasters/notesMaster1.xml" Id="Rc0b872be550641aa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e80eab86aac94c70"/><Relationship Type="http://schemas.openxmlformats.org/officeDocument/2006/relationships/notesMaster" Target="/ppt/notesMasters/notesMaster1.xml" Id="R82054f6655d94d80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38e8a145aa324495"/><Relationship Type="http://schemas.openxmlformats.org/officeDocument/2006/relationships/notesMaster" Target="/ppt/notesMasters/notesMaster1.xml" Id="R4a90821466d04b55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7865bd3328e94040"/><Relationship Type="http://schemas.openxmlformats.org/officeDocument/2006/relationships/notesMaster" Target="/ppt/notesMasters/notesMaster1.xml" Id="R962aef266b0d4757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4934179bca51451e"/><Relationship Type="http://schemas.openxmlformats.org/officeDocument/2006/relationships/notesMaster" Target="/ppt/notesMasters/notesMaster1.xml" Id="Ra40cf391cf9047a5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d6ff1a7b09114abe"/><Relationship Type="http://schemas.openxmlformats.org/officeDocument/2006/relationships/notesMaster" Target="/ppt/notesMasters/notesMaster1.xml" Id="Rdac0073d30e14dfb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09095f28e67240cf"/><Relationship Type="http://schemas.openxmlformats.org/officeDocument/2006/relationships/notesMaster" Target="/ppt/notesMasters/notesMaster1.xml" Id="R081a4a22c2964960"/></Relationships>
</file>

<file path=ppt/notesSlides/_rels/notesSlide33.xml.rels><?xml version='1.0' encoding='UTF-8' standalone='yes'?>
<Relationships xmlns="http://schemas.openxmlformats.org/package/2006/relationships"><Relationship Type="http://schemas.openxmlformats.org/officeDocument/2006/relationships/slide" Target="/ppt/slides/slide33.xml" Id="Ra5cbdcd0b1b744d5"/><Relationship Type="http://schemas.openxmlformats.org/officeDocument/2006/relationships/notesMaster" Target="/ppt/notesMasters/notesMaster1.xml" Id="R64e86a54a1914e99"/></Relationships>
</file>

<file path=ppt/notesSlides/_rels/notesSlide34.xml.rels><?xml version='1.0' encoding='UTF-8' standalone='yes'?>
<Relationships xmlns="http://schemas.openxmlformats.org/package/2006/relationships"><Relationship Type="http://schemas.openxmlformats.org/officeDocument/2006/relationships/slide" Target="/ppt/slides/slide34.xml" Id="Rfdd7a00869584fd9"/><Relationship Type="http://schemas.openxmlformats.org/officeDocument/2006/relationships/notesMaster" Target="/ppt/notesMasters/notesMaster1.xml" Id="Rd8ef2aa65c3f468d"/></Relationships>
</file>

<file path=ppt/notesSlides/_rels/notesSlide35.xml.rels><?xml version='1.0' encoding='UTF-8' standalone='yes'?>
<Relationships xmlns="http://schemas.openxmlformats.org/package/2006/relationships"><Relationship Type="http://schemas.openxmlformats.org/officeDocument/2006/relationships/slide" Target="/ppt/slides/slide35.xml" Id="Rd0f4e9c0abc3424e"/><Relationship Type="http://schemas.openxmlformats.org/officeDocument/2006/relationships/notesMaster" Target="/ppt/notesMasters/notesMaster1.xml" Id="Rde4458d941ff4f26"/></Relationships>
</file>

<file path=ppt/notesSlides/_rels/notesSlide36.xml.rels><?xml version='1.0' encoding='UTF-8' standalone='yes'?>
<Relationships xmlns="http://schemas.openxmlformats.org/package/2006/relationships"><Relationship Type="http://schemas.openxmlformats.org/officeDocument/2006/relationships/slide" Target="/ppt/slides/slide36.xml" Id="R5ad8825122bc4094"/><Relationship Type="http://schemas.openxmlformats.org/officeDocument/2006/relationships/notesMaster" Target="/ppt/notesMasters/notesMaster1.xml" Id="Raee28ddff8c94922"/></Relationships>
</file>

<file path=ppt/notesSlides/_rels/notesSlide37.xml.rels><?xml version='1.0' encoding='UTF-8' standalone='yes'?>
<Relationships xmlns="http://schemas.openxmlformats.org/package/2006/relationships"><Relationship Type="http://schemas.openxmlformats.org/officeDocument/2006/relationships/slide" Target="/ppt/slides/slide37.xml" Id="R72d8357ebd52430d"/><Relationship Type="http://schemas.openxmlformats.org/officeDocument/2006/relationships/notesMaster" Target="/ppt/notesMasters/notesMaster1.xml" Id="Rf35f4044e642404b"/></Relationships>
</file>

<file path=ppt/notesSlides/_rels/notesSlide38.xml.rels><?xml version='1.0' encoding='UTF-8' standalone='yes'?>
<Relationships xmlns="http://schemas.openxmlformats.org/package/2006/relationships"><Relationship Type="http://schemas.openxmlformats.org/officeDocument/2006/relationships/slide" Target="/ppt/slides/slide38.xml" Id="R25adb365be3d482f"/><Relationship Type="http://schemas.openxmlformats.org/officeDocument/2006/relationships/notesMaster" Target="/ppt/notesMasters/notesMaster1.xml" Id="R9906f4e92722486a"/></Relationships>
</file>

<file path=ppt/notesSlides/_rels/notesSlide39.xml.rels><?xml version='1.0' encoding='UTF-8' standalone='yes'?>
<Relationships xmlns="http://schemas.openxmlformats.org/package/2006/relationships"><Relationship Type="http://schemas.openxmlformats.org/officeDocument/2006/relationships/slide" Target="/ppt/slides/slide39.xml" Id="R5f19ac3f8fcc4762"/><Relationship Type="http://schemas.openxmlformats.org/officeDocument/2006/relationships/notesMaster" Target="/ppt/notesMasters/notesMaster1.xml" Id="R6d358b11fdc34433"/></Relationships>
</file>

<file path=ppt/notesSlides/_rels/notesSlide40.xml.rels><?xml version='1.0' encoding='UTF-8' standalone='yes'?>
<Relationships xmlns="http://schemas.openxmlformats.org/package/2006/relationships"><Relationship Type="http://schemas.openxmlformats.org/officeDocument/2006/relationships/slide" Target="/ppt/slides/slide40.xml" Id="Rd249efe7c66c49c5"/><Relationship Type="http://schemas.openxmlformats.org/officeDocument/2006/relationships/notesMaster" Target="/ppt/notesMasters/notesMaster1.xml" Id="Rfa93da162578417d"/></Relationships>
</file>

<file path=ppt/notesSlides/_rels/notesSlide41.xml.rels><?xml version='1.0' encoding='UTF-8' standalone='yes'?>
<Relationships xmlns="http://schemas.openxmlformats.org/package/2006/relationships"><Relationship Type="http://schemas.openxmlformats.org/officeDocument/2006/relationships/slide" Target="/ppt/slides/slide41.xml" Id="Recc96ac465604ac4"/><Relationship Type="http://schemas.openxmlformats.org/officeDocument/2006/relationships/notesMaster" Target="/ppt/notesMasters/notesMaster1.xml" Id="Ra029ab421c50404c"/></Relationships>
</file>

<file path=ppt/notesSlides/_rels/notesSlide42.xml.rels><?xml version='1.0' encoding='UTF-8' standalone='yes'?>
<Relationships xmlns="http://schemas.openxmlformats.org/package/2006/relationships"><Relationship Type="http://schemas.openxmlformats.org/officeDocument/2006/relationships/slide" Target="/ppt/slides/slide42.xml" Id="Rb1e9a400dd3543be"/><Relationship Type="http://schemas.openxmlformats.org/officeDocument/2006/relationships/notesMaster" Target="/ppt/notesMasters/notesMaster1.xml" Id="R2e6878e45c854264"/></Relationships>
</file>

<file path=ppt/notesSlides/_rels/notesSlide43.xml.rels><?xml version='1.0' encoding='UTF-8' standalone='yes'?>
<Relationships xmlns="http://schemas.openxmlformats.org/package/2006/relationships"><Relationship Type="http://schemas.openxmlformats.org/officeDocument/2006/relationships/slide" Target="/ppt/slides/slide43.xml" Id="Rf440623ade8949d2"/><Relationship Type="http://schemas.openxmlformats.org/officeDocument/2006/relationships/notesMaster" Target="/ppt/notesMasters/notesMaster1.xml" Id="Rfedfccef78d34287"/></Relationships>
</file>

<file path=ppt/notesSlides/_rels/notesSlide44.xml.rels><?xml version='1.0' encoding='UTF-8' standalone='yes'?>
<Relationships xmlns="http://schemas.openxmlformats.org/package/2006/relationships"><Relationship Type="http://schemas.openxmlformats.org/officeDocument/2006/relationships/slide" Target="/ppt/slides/slide44.xml" Id="R8a075a128c8d46df"/><Relationship Type="http://schemas.openxmlformats.org/officeDocument/2006/relationships/notesMaster" Target="/ppt/notesMasters/notesMaster1.xml" Id="Rb2c52eaed64647ff"/></Relationships>
</file>

<file path=ppt/notesSlides/_rels/notesSlide45.xml.rels><?xml version='1.0' encoding='UTF-8' standalone='yes'?>
<Relationships xmlns="http://schemas.openxmlformats.org/package/2006/relationships"><Relationship Type="http://schemas.openxmlformats.org/officeDocument/2006/relationships/slide" Target="/ppt/slides/slide45.xml" Id="R49f6be1ef0364b1c"/><Relationship Type="http://schemas.openxmlformats.org/officeDocument/2006/relationships/notesMaster" Target="/ppt/notesMasters/notesMaster1.xml" Id="Rebedc460f8b64907"/></Relationships>
</file>

<file path=ppt/notesSlides/_rels/notesSlide46.xml.rels><?xml version='1.0' encoding='UTF-8' standalone='yes'?>
<Relationships xmlns="http://schemas.openxmlformats.org/package/2006/relationships"><Relationship Type="http://schemas.openxmlformats.org/officeDocument/2006/relationships/slide" Target="/ppt/slides/slide46.xml" Id="R17addc3356474875"/><Relationship Type="http://schemas.openxmlformats.org/officeDocument/2006/relationships/notesMaster" Target="/ppt/notesMasters/notesMaster1.xml" Id="Rbbb8e4d619644bf6"/></Relationships>
</file>

<file path=ppt/notesSlides/_rels/notesSlide47.xml.rels><?xml version='1.0' encoding='UTF-8' standalone='yes'?>
<Relationships xmlns="http://schemas.openxmlformats.org/package/2006/relationships"><Relationship Type="http://schemas.openxmlformats.org/officeDocument/2006/relationships/slide" Target="/ppt/slides/slide47.xml" Id="R25692bd0a12d4802"/><Relationship Type="http://schemas.openxmlformats.org/officeDocument/2006/relationships/notesMaster" Target="/ppt/notesMasters/notesMaster1.xml" Id="Rea2f3edccd3b4a2d"/></Relationships>
</file>

<file path=ppt/notesSlides/_rels/notesSlide48.xml.rels><?xml version='1.0' encoding='UTF-8' standalone='yes'?>
<Relationships xmlns="http://schemas.openxmlformats.org/package/2006/relationships"><Relationship Type="http://schemas.openxmlformats.org/officeDocument/2006/relationships/slide" Target="/ppt/slides/slide48.xml" Id="R3ad31c0a53f94150"/><Relationship Type="http://schemas.openxmlformats.org/officeDocument/2006/relationships/notesMaster" Target="/ppt/notesMasters/notesMaster1.xml" Id="Rdbf2a3286b664c3b"/></Relationships>
</file>

<file path=ppt/notesSlides/_rels/notesSlide49.xml.rels><?xml version='1.0' encoding='UTF-8' standalone='yes'?>
<Relationships xmlns="http://schemas.openxmlformats.org/package/2006/relationships"><Relationship Type="http://schemas.openxmlformats.org/officeDocument/2006/relationships/slide" Target="/ppt/slides/slide49.xml" Id="R57b01fe2a35d4869"/><Relationship Type="http://schemas.openxmlformats.org/officeDocument/2006/relationships/notesMaster" Target="/ppt/notesMasters/notesMaster1.xml" Id="Rdf304f2d0677421a"/></Relationships>
</file>

<file path=ppt/notesSlides/_rels/notesSlide50.xml.rels><?xml version='1.0' encoding='UTF-8' standalone='yes'?>
<Relationships xmlns="http://schemas.openxmlformats.org/package/2006/relationships"><Relationship Type="http://schemas.openxmlformats.org/officeDocument/2006/relationships/slide" Target="/ppt/slides/slide50.xml" Id="R2284bdad5c7a4348"/><Relationship Type="http://schemas.openxmlformats.org/officeDocument/2006/relationships/notesMaster" Target="/ppt/notesMasters/notesMaster1.xml" Id="Rd7aa752dd59f4ac1"/></Relationships>
</file>

<file path=ppt/notesSlides/_rels/notesSlide51.xml.rels><?xml version='1.0' encoding='UTF-8' standalone='yes'?>
<Relationships xmlns="http://schemas.openxmlformats.org/package/2006/relationships"><Relationship Type="http://schemas.openxmlformats.org/officeDocument/2006/relationships/slide" Target="/ppt/slides/slide51.xml" Id="Rac9d20e4daf74ae1"/><Relationship Type="http://schemas.openxmlformats.org/officeDocument/2006/relationships/notesMaster" Target="/ppt/notesMasters/notesMaster1.xml" Id="Rbdbfd519847642f7"/></Relationships>
</file>

<file path=ppt/notesSlides/_rels/notesSlide52.xml.rels><?xml version='1.0' encoding='UTF-8' standalone='yes'?>
<Relationships xmlns="http://schemas.openxmlformats.org/package/2006/relationships"><Relationship Type="http://schemas.openxmlformats.org/officeDocument/2006/relationships/slide" Target="/ppt/slides/slide52.xml" Id="Ra8fa3c821dc846cf"/><Relationship Type="http://schemas.openxmlformats.org/officeDocument/2006/relationships/notesMaster" Target="/ppt/notesMasters/notesMaster1.xml" Id="Rc145db26bb8c40ce"/></Relationships>
</file>

<file path=ppt/notesSlides/_rels/notesSlide53.xml.rels><?xml version='1.0' encoding='UTF-8' standalone='yes'?>
<Relationships xmlns="http://schemas.openxmlformats.org/package/2006/relationships"><Relationship Type="http://schemas.openxmlformats.org/officeDocument/2006/relationships/slide" Target="/ppt/slides/slide53.xml" Id="Rc2341f2ebd2d472c"/><Relationship Type="http://schemas.openxmlformats.org/officeDocument/2006/relationships/notesMaster" Target="/ppt/notesMasters/notesMaster1.xml" Id="Ra0ab5220c2ad448c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3课时，每课按50分钟安排。导入只问：你会依据什么认识一只动物？不让学生提前看结局。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第1段；课堂身份：我做。先想一想，口头回答，再展开讲评。</a:t>
            </a:r>
          </a:p>
          <a:p xmlns:a="http://schemas.openxmlformats.org/drawingml/2006/main">
            <a:r>
              <a:t>参考：最后一次养猫的经历让“我”至今愧疚不已，印象特别深。先带着疑问往下读：究竟发生了什么，为什么愧疚？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第1段；课堂身份：我做。先想一想，口头回答，再展开讲评。</a:t>
            </a:r>
          </a:p>
          <a:p xmlns:a="http://schemas.openxmlformats.org/drawingml/2006/main">
            <a:r>
              <a:t>参考：最后一次养猫的经历让“我”至今愧疚不已，印象特别深。先带着疑问往下读：究竟发生了什么，为什么愧疚？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第2—4段；课堂身份：我们做。点出原句，再选择最贴近原文的原因。</a:t>
            </a:r>
          </a:p>
          <a:p xmlns:a="http://schemas.openxmlformats.org/drawingml/2006/main">
            <a:r>
              <a:t>参考：当时正值寒冬，小猫缩着身子，不愿离开；如果不收养，它多半会因饥寒而死。张妈把它抱进来，是为了让它免于挨饿受冻。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第2—4段；课堂身份：我们做。点出原句，再选择最贴近原文的原因。</a:t>
            </a:r>
          </a:p>
          <a:p xmlns:a="http://schemas.openxmlformats.org/drawingml/2006/main">
            <a:r>
              <a:t>参考：当时正值寒冬，小猫缩着身子，不愿离开；如果不收养，它多半会因饥寒而死。张妈把它抱进来，是为了让它免于挨饿受冻。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课本第37页 预习三／第42页 阅读放大镜二（按阶段拆步）；课堂身份：我们做。先完成“刚收养时”这一栏。加入外形与状态的原句，可连续加入多句。</a:t>
            </a:r>
          </a:p>
          <a:p xmlns:a="http://schemas.openxmlformats.org/drawingml/2006/main">
            <a:r>
              <a:t>参考：它毛色花白，没有光泽，瘦瘦小小的，一点儿都不好看；它不活泼，一副忧郁的样子。大家都不太喜欢它。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课本第37页 预习三／第42页 阅读放大镜二（按阶段拆步）；课堂身份：我们做。先完成“刚收养时”这一栏。加入外形与状态的原句，可连续加入多句。</a:t>
            </a:r>
          </a:p>
          <a:p xmlns:a="http://schemas.openxmlformats.org/drawingml/2006/main">
            <a:r>
              <a:t>参考：它毛色花白，没有光泽，瘦瘦小小的，一点儿都不好看；它不活泼，一副忧郁的样子。大家都不太喜欢它。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教师用下一页的第2段末句示范。此时不讲后文具体情节。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第2段；课堂身份：我做。先想一想，口头回答，再展开讲评。</a:t>
            </a:r>
          </a:p>
          <a:p xmlns:a="http://schemas.openxmlformats.org/drawingml/2006/main">
            <a:r>
              <a:t>参考：不可以。“连女儿那样爱猫的人，对它也不愿多加理睬”，用连爱猫的女儿也冷淡的反应，突出这只猫很不讨人喜欢。读到后文再看，这种偏见也为家人轻率认定它咬死黄鸟作了铺垫。</a:t>
            </a:r>
          </a:p>
          <a:p xmlns:a="http://schemas.openxmlformats.org/drawingml/2006/main">
            <a:r>
              <a:t>易错：不能只答“因为很重要”或“承上启下”。本段不证明猫有罪。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第2段；课堂身份：我做。先想一想，口头回答，再展开讲评。</a:t>
            </a:r>
          </a:p>
          <a:p xmlns:a="http://schemas.openxmlformats.org/drawingml/2006/main">
            <a:r>
              <a:t>参考：不可以。“连女儿那样爱猫的人，对它也不愿多加理睬”，用连爱猫的女儿也冷淡的反应，突出这只猫很不讨人喜欢。读到后文再看，这种偏见也为家人轻率认定它咬死黄鸟作了铺垫。</a:t>
            </a:r>
          </a:p>
          <a:p xmlns:a="http://schemas.openxmlformats.org/drawingml/2006/main">
            <a:r>
              <a:t>易错：不能只答“因为很重要”或“承上启下”。本段不证明猫有罪。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课本第37页 预习三（过了一段时间后）；课堂身份：我们做。完成第二个阶段。点取外形变化和不活泼的原句。</a:t>
            </a:r>
          </a:p>
          <a:p xmlns:a="http://schemas.openxmlformats.org/drawingml/2006/main">
            <a:r>
              <a:t>参考：猫变胖了，却仍不活泼。它把头枕在“我”脚上，懒懒地打哈欠；取暖时烧掉了几块毛，显得更难看了。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课本第37页 预习三（过了一段时间后）；课堂身份：我们做。完成第二个阶段。点取外形变化和不活泼的原句。</a:t>
            </a:r>
          </a:p>
          <a:p xmlns:a="http://schemas.openxmlformats.org/drawingml/2006/main">
            <a:r>
              <a:t>参考：猫变胖了，却仍不活泼。它把头枕在“我”脚上，懒懒地打哈欠；取暖时烧掉了几块毛，显得更难看了。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第4段；课堂身份：你做。先完成“春天来了后”的原句，再用两三句解释反复强调的作用。</a:t>
            </a:r>
          </a:p>
          <a:p xmlns:a="http://schemas.openxmlformats.org/drawingml/2006/main">
            <a:r>
              <a:t>参考：身体虽然变胖，猫却始终不活泼，终日懒洋洋的。反复强调这种状态，突出它在家人眼中懒散、不讨人喜欢的形象。</a:t>
            </a:r>
          </a:p>
          <a:p xmlns:a="http://schemas.openxmlformats.org/drawingml/2006/main">
            <a:r>
              <a:t>易错：不能说猫变胖后活泼了；也不能把“忧郁”当成疾病诊断，或把不活泼当作吃鸟的证据。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第4段；课堂身份：你做。先完成“春天来了后”的原句，再用两三句解释反复强调的作用。</a:t>
            </a:r>
          </a:p>
          <a:p xmlns:a="http://schemas.openxmlformats.org/drawingml/2006/main">
            <a:r>
              <a:t>参考：身体虽然变胖，猫却始终不活泼，终日懒洋洋的。反复强调这种状态，突出它在家人眼中懒散、不讨人喜欢的形象。</a:t>
            </a:r>
          </a:p>
          <a:p xmlns:a="http://schemas.openxmlformats.org/drawingml/2006/main">
            <a:r>
              <a:t>易错：不能说猫变胖后活泼了；也不能把“忧郁”当成疾病诊断，或把不活泼当作吃鸟的证据。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对应课本第37页预习三。学生先核对自己三个证据框，缺少的补齐，不额外重抄整表。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5分钟。可检查光泽、枕、无精打采。词义已学过则直接用语境提问，不重复长篇讲义。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对应课本第42页阅读放大镜一的第1个例子。词语先讲清，再读猫的动作。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第5段；课堂身份：我们做。点取前后两次看鸟笼的动作，先辨认“看到的事”和“想到的事”。</a:t>
            </a:r>
          </a:p>
          <a:p xmlns:a="http://schemas.openxmlformats.org/drawingml/2006/main">
            <a:r>
              <a:t>参考：“跳”“仰”“凝望”“又跳上桌子”等动作，写出猫对鸟的好奇、特别注意，也引起妻子对它吃鸟的担心，为后来家人认定它咬死鸟作铺垫。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第5段；课堂身份：我们做。点取前后两次看鸟笼的动作，先辨认“看到的事”和“想到的事”。</a:t>
            </a:r>
          </a:p>
          <a:p xmlns:a="http://schemas.openxmlformats.org/drawingml/2006/main">
            <a:r>
              <a:t>参考：“跳”“仰”“凝望”“又跳上桌子”等动作，写出猫对鸟的好奇、特别注意，也引起妻子对它吃鸟的担心，为后来家人认定它咬死鸟作铺垫。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>先让学生区分动作事实与捕鸟意图。只看第5段，不能确认猫打算吃鸟。后文再补铺垫的完整作用。</a:t>
            </a:r>
          </a:p>
          <a:p xmlns:a="http://schemas.openxmlformats.org/drawingml/2006/main">
            <a:r>
              <a:t>课本旁注 第5段；课堂身份：我们做。点取前后两次看鸟笼的动作，先辨认“看到的事”和“想到的事”。</a:t>
            </a:r>
          </a:p>
          <a:p xmlns:a="http://schemas.openxmlformats.org/drawingml/2006/main">
            <a:r>
              <a:t>参考：“跳”“仰”“凝望”“又跳上桌子”等动作，写出猫对鸟的好奇、特别注意，也引起妻子对它吃鸟的担心，为后来家人认定它咬死鸟作铺垫。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教师补充支架：为第7段课本旁注作准备；课堂身份：我们做。口头把“看到的事实”和“作出的判断”分开。</a:t>
            </a:r>
          </a:p>
          <a:p xmlns:a="http://schemas.openxmlformats.org/drawingml/2006/main">
            <a:r>
              <a:t>参考：“我”看到鸟死了、羽毛松散，便断定“一定是猫”。“我”没有亲眼看见自家的猫咬鸟，因此不能单凭鸟死的结果认定是谁咬死的。</a:t>
            </a:r>
          </a:p>
          <a:p xmlns:a="http://schemas.openxmlformats.org/drawingml/2006/main">
            <a:r>
              <a:t>易错：不能因为“我”用了“一定”，就把判断当作已查明的事实。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第7段；课堂身份：我们做。先回看已经读过的第2、5段，再分别判断两人的原因。</a:t>
            </a:r>
          </a:p>
          <a:p xmlns:a="http://schemas.openxmlformats.org/drawingml/2006/main">
            <a:r>
              <a:t>参考：妻子此前见猫常凝望鸟笼，早已担心它吃鸟；“我”从一开始便对猫没有好感。黄鸟死后，两人把怀疑和原有的偏见当成证据，没有认真查证便认定猫是凶手。</a:t>
            </a:r>
          </a:p>
          <a:p xmlns:a="http://schemas.openxmlformats.org/drawingml/2006/main">
            <a:r>
              <a:t>易错：不能笼统说“因为猫会吃鸟”。这没有解释两个人在本篇各自的判断依据。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第7段；课堂身份：我们做。先回看已经读过的第2、5段，再分别判断两人的原因。</a:t>
            </a:r>
          </a:p>
          <a:p xmlns:a="http://schemas.openxmlformats.org/drawingml/2006/main">
            <a:r>
              <a:t>参考：妻子此前见猫常凝望鸟笼，早已担心它吃鸟；“我”从一开始便对猫没有好感。黄鸟死后，两人把怀疑和原有的偏见当成证据，没有认真查证便认定猫是凶手。</a:t>
            </a:r>
          </a:p>
          <a:p xmlns:a="http://schemas.openxmlformats.org/drawingml/2006/main">
            <a:r>
              <a:t>易错：不能笼统说“因为猫会吃鸟”。这没有解释两个人在本篇各自的判断依据。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第7段；课堂身份：我们做。先回看已经读过的第2、5段，再分别判断两人的原因。</a:t>
            </a:r>
          </a:p>
          <a:p xmlns:a="http://schemas.openxmlformats.org/drawingml/2006/main">
            <a:r>
              <a:t>参考：妻子此前见猫常凝望鸟笼，早已担心它吃鸟；“我”从一开始便对猫没有好感。黄鸟死后，两人把怀疑和原有的偏见当成证据，没有认真查证便认定猫是凶手。</a:t>
            </a:r>
          </a:p>
          <a:p xmlns:a="http://schemas.openxmlformats.org/drawingml/2006/main">
            <a:r>
              <a:t>易错：不能笼统说“因为猫会吃鸟”。这没有解释两个人在本篇各自的判断依据。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第7段；课堂身份：我们做。先回看已经读过的第2、5段，再分别判断两人的原因。</a:t>
            </a:r>
          </a:p>
          <a:p xmlns:a="http://schemas.openxmlformats.org/drawingml/2006/main">
            <a:r>
              <a:t>参考：妻子此前见猫常凝望鸟笼，早已担心它吃鸟；“我”从一开始便对猫没有好感。黄鸟死后，两人把怀疑和原有的偏见当成证据，没有认真查证便认定猫是凶手。</a:t>
            </a:r>
          </a:p>
          <a:p xmlns:a="http://schemas.openxmlformats.org/drawingml/2006/main">
            <a:r>
              <a:t>易错：不能笼统说“因为猫会吃鸟”。这没有解释两个人在本篇各自的判断依据。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第8段；课堂身份：我们做。先联系词义，再判断引号提醒我们留意什么。</a:t>
            </a:r>
          </a:p>
          <a:p xmlns:a="http://schemas.openxmlformats.org/drawingml/2006/main">
            <a:r>
              <a:t>参考：“畏罪潜逃”本来形容人犯了罪后因害怕受罚而偷偷逃走。这里把人的说法用在猫身上；猫其实是无辜的，并非真的因有罪而逃跑，所以用引号。</a:t>
            </a:r>
          </a:p>
          <a:p xmlns:a="http://schemas.openxmlformats.org/drawingml/2006/main">
            <a:r>
              <a:t>易错：只答“强调”或“引用”，没有结合词义和本文情境。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第8段；课堂身份：我们做。先联系词义，再判断引号提醒我们留意什么。</a:t>
            </a:r>
          </a:p>
          <a:p xmlns:a="http://schemas.openxmlformats.org/drawingml/2006/main">
            <a:r>
              <a:t>参考：“畏罪潜逃”本来形容人犯了罪后因害怕受罚而偷偷逃走。这里把人的说法用在猫身上；猫其实是无辜的，并非真的因有罪而逃跑，所以用引号。</a:t>
            </a:r>
          </a:p>
          <a:p xmlns:a="http://schemas.openxmlformats.org/drawingml/2006/main">
            <a:r>
              <a:t>易错：只答“强调”或“引用”，没有结合词义和本文情境。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第8段；课堂身份：我们做。先联系词义，再判断引号提醒我们留意什么。</a:t>
            </a:r>
          </a:p>
          <a:p xmlns:a="http://schemas.openxmlformats.org/drawingml/2006/main">
            <a:r>
              <a:t>参考：“畏罪潜逃”本来形容人犯了罪后因害怕受罚而偷偷逃走。这里把人的说法用在猫身上；猫其实是无辜的，并非真的因有罪而逃跑，所以用引号。</a:t>
            </a:r>
          </a:p>
          <a:p xmlns:a="http://schemas.openxmlformats.org/drawingml/2006/main">
            <a:r>
              <a:t>易错：只答“强调”或“引用”，没有结合词义和本文情境。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第9段；课堂身份：你做。先取动作原句，再写这一动作怎样表现“我”的心情。后文作用读到第11段再补。</a:t>
            </a:r>
          </a:p>
          <a:p xmlns:a="http://schemas.openxmlformats.org/drawingml/2006/main">
            <a:r>
              <a:t>参考：不可以。“追过去狠狠地”写出“我”怒气冲天、急于惩罚猫的样子，也让读者感受到猫遭受冤屈时受到的伤害。结合后文看，这个动作还加深了“我”的愧疚。</a:t>
            </a:r>
          </a:p>
          <a:p xmlns:a="http://schemas.openxmlformats.org/drawingml/2006/main">
            <a:r>
              <a:t>易错：只说“更生动”没有具体作用；不能据“嘴里好像”断言它正在吃鸟腿。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第9段；课堂身份：你做。先取动作原句，再写这一动作怎样表现“我”的心情。后文作用读到第11段再补。</a:t>
            </a:r>
          </a:p>
          <a:p xmlns:a="http://schemas.openxmlformats.org/drawingml/2006/main">
            <a:r>
              <a:t>参考：不可以。“追过去狠狠地”写出“我”怒气冲天、急于惩罚猫的样子，也让读者感受到猫遭受冤屈时受到的伤害。结合后文看，这个动作还加深了“我”的愧疚。</a:t>
            </a:r>
          </a:p>
          <a:p xmlns:a="http://schemas.openxmlformats.org/drawingml/2006/main">
            <a:r>
              <a:t>易错：只说“更生动”没有具体作用；不能据“嘴里好像”断言它正在吃鸟腿。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>与第5段鸟鸣对照。“喵”本身并不一定痛苦，要联系这里被打的情境。漫画保持原样，课堂不要求学生模仿伤害动物的动作。</a:t>
            </a:r>
          </a:p>
          <a:p xmlns:a="http://schemas.openxmlformats.org/drawingml/2006/main">
            <a:r>
              <a:t>课本旁注 第9段；课堂身份：你做。先取动作原句，再写这一动作怎样表现“我”的心情。后文作用读到第11段再补。</a:t>
            </a:r>
          </a:p>
          <a:p xmlns:a="http://schemas.openxmlformats.org/drawingml/2006/main">
            <a:r>
              <a:t>参考：不可以。“追过去狠狠地”写出“我”怒气冲天、急于惩罚猫的样子，也让读者感受到猫遭受冤屈时受到的伤害。结合后文看，这个动作还加深了“我”的愧疚。</a:t>
            </a:r>
          </a:p>
          <a:p xmlns:a="http://schemas.openxmlformats.org/drawingml/2006/main">
            <a:r>
              <a:t>易错：只说“更生动”没有具体作用；不能据“嘴里好像”断言它正在吃鸟腿。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课本第42页 阅读放大镜一；课堂身份：我们做。先比较鸟叫和猫惨叫的例子，再口头填课本两空。</a:t>
            </a:r>
          </a:p>
          <a:p xmlns:a="http://schemas.openxmlformats.org/drawingml/2006/main">
            <a:r>
              <a:t>参考：①厨房的水龙头没有关好，传来“滴答滴答”的声音。②一阵“轰隆隆”的雷声，把我从睡梦中惊醒。水流较大时“哗哗”也可接受，须与实际声音相符。</a:t>
            </a:r>
          </a:p>
          <a:p xmlns:a="http://schemas.openxmlformats.org/drawingml/2006/main">
            <a:r>
              <a:t>易错：“很大”“吓人”说明程度或感受，不是模拟声音的词；不用一个固定答案排斥合理的声音写法。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课本第42页 阅读放大镜一；课堂身份：我们做。先比较鸟叫和猫惨叫的例子，再口头填课本两空。</a:t>
            </a:r>
          </a:p>
          <a:p xmlns:a="http://schemas.openxmlformats.org/drawingml/2006/main">
            <a:r>
              <a:t>参考：①厨房的水龙头没有关好，传来“滴答滴答”的声音。②一阵“轰隆隆”的雷声，把我从睡梦中惊醒。水流较大时“哗哗”也可接受，须与实际声音相符。</a:t>
            </a:r>
          </a:p>
          <a:p xmlns:a="http://schemas.openxmlformats.org/drawingml/2006/main">
            <a:r>
              <a:t>易错：“很大”“吓人”说明程度或感受，不是模拟声音的词；不用一个固定答案排斥合理的声音写法。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教师补充支架：为第11段教参题作准备；课堂身份：我们做。点取新事实，口头说明它怎样改变“我”的判断。</a:t>
            </a:r>
          </a:p>
          <a:p xmlns:a="http://schemas.openxmlformats.org/drawingml/2006/main">
            <a:r>
              <a:t>参考：“我”亲眼看见一只黑猫飞快地跳过露台，嘴里衔着一只黄鸟，因此意识到之前冤枉了自家的猫。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教师补充支架：为第11段教参题作准备；课堂身份：我们做。点取新事实，口头说明它怎样改变“我”的判断。</a:t>
            </a:r>
          </a:p>
          <a:p xmlns:a="http://schemas.openxmlformats.org/drawingml/2006/main">
            <a:r>
              <a:t>参考：“我”亲眼看见一只黑猫飞快地跳过露台，嘴里衔着一只黄鸟，因此意识到之前冤枉了自家的猫。</a:t>
            </a:r>
          </a:p>
          <a:p xmlns:a="http://schemas.openxmlformats.org/drawingml/2006/main">
            <a:r>
              <a:t>易错：只报结论，没有用课文说明理由，不够完整。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第10—11段；课堂身份：我们做。先想一想，口头回答，再展开讲评。</a:t>
            </a:r>
          </a:p>
          <a:p xmlns:a="http://schemas.openxmlformats.org/drawingml/2006/main">
            <a:r>
              <a:t>参考：“我”没有查明真相，就凭偏见冤枉了无法为自己辩解的猫，还狠狠地打了它。发现自己错了以后，“我”为自己造成的伤害感到难过、自责。</a:t>
            </a:r>
          </a:p>
          <a:p xmlns:a="http://schemas.openxmlformats.org/drawingml/2006/main">
            <a:r>
              <a:t>易错：只说“因为猫走了”漏掉“我”的责任；不是猫承认了错误。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第10—11段；课堂身份：我们做。先想一想，口头回答，再展开讲评。</a:t>
            </a:r>
          </a:p>
          <a:p xmlns:a="http://schemas.openxmlformats.org/drawingml/2006/main">
            <a:r>
              <a:t>参考：“我”没有查明真相，就凭偏见冤枉了无法为自己辩解的猫，还狠狠地打了它。发现自己错了以后，“我”为自己造成的伤害感到难过、自责。</a:t>
            </a:r>
          </a:p>
          <a:p xmlns:a="http://schemas.openxmlformats.org/drawingml/2006/main">
            <a:r>
              <a:t>易错：只说“因为猫走了”漏掉“我”的责任；不是猫承认了错误。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回到已经学过的第8、9段，补齐完整作用，不提前重排课文。学生可在第9段订正框补一句后文作用。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英文辅助：ending echoes the opening。这里先说明方法，再让学生寻找本课对应句。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第12段；课堂身份：我们做。先想一想，口头回答，再展开讲评。</a:t>
            </a:r>
          </a:p>
          <a:p xmlns:a="http://schemas.openxmlformats.org/drawingml/2006/main">
            <a:r>
              <a:t>参考：“我”午夜梦回还仿佛听见那声悲楚的“喵”，突出这次伤害留下的深刻记忆，以及“我”对猫挥之不去的愧疚。结尾与第1段“至今想起仍愧疚不已”相呼应。</a:t>
            </a:r>
          </a:p>
          <a:p xmlns:a="http://schemas.openxmlformats.org/drawingml/2006/main">
            <a:r>
              <a:t>易错：不能写猫真的回来了；不能把“猜想它……死掉了”当成已经确认死亡。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第12段；课堂身份：我们做。先想一想，口头回答，再展开讲评。</a:t>
            </a:r>
          </a:p>
          <a:p xmlns:a="http://schemas.openxmlformats.org/drawingml/2006/main">
            <a:r>
              <a:t>参考：“我”午夜梦回还仿佛听见那声悲楚的“喵”，突出这次伤害留下的深刻记忆，以及“我”对猫挥之不去的愧疚。结尾与第1段“至今想起仍愧疚不已”相呼应。</a:t>
            </a:r>
          </a:p>
          <a:p xmlns:a="http://schemas.openxmlformats.org/drawingml/2006/main">
            <a:r>
              <a:t>易错：不能写猫真的回来了；不能把“猜想它……死掉了”当成已经确认死亡。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课本旁注 第12段；课堂身份：我们做。先想一想，口头回答，再展开讲评。</a:t>
            </a:r>
          </a:p>
          <a:p xmlns:a="http://schemas.openxmlformats.org/drawingml/2006/main">
            <a:r>
              <a:t>参考：“我”午夜梦回还仿佛听见那声悲楚的“喵”，突出这次伤害留下的深刻记忆，以及“我”对猫挥之不去的愧疚。结尾与第1段“至今想起仍愧疚不已”相呼应。</a:t>
            </a:r>
          </a:p>
          <a:p xmlns:a="http://schemas.openxmlformats.org/drawingml/2006/main">
            <a:r>
              <a:t>易错：不能写猫真的回来了；不能把“猜想它……死掉了”当成已经确认死亡。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对应课本第42页阅读放大镜二的统整表。先请学生用已选原句口答缺格，再出示本页。完整猫描写答案见教师方案。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课本第43页 阅读放大镜三；兼回顾第42页 阅读放大镜二；课堂身份：你做。分别点取三类描写，再自己写形象特点和情感。不要只抄原句。</a:t>
            </a:r>
          </a:p>
          <a:p xmlns:a="http://schemas.openxmlformats.org/drawingml/2006/main">
            <a:r>
              <a:t>参考：猫毛色花白、没有光泽，原本瘦小，后来变胖、烧掉几块毛；它常懒懒地趴着，又反复凝望鸟笼；被打后惨叫、狼狈逃走。这些描写塑造了一只外形不好看、不活泼、无辜而可怜的猫。文章记叙“我”从不喜欢猫、武断地责打它，到发现误判后深感愧疚的过程，表达“我”对猫的同情、对自己轻率伤害无辜生命的自责与反省。</a:t>
            </a:r>
          </a:p>
          <a:p xmlns:a="http://schemas.openxmlformats.org/drawingml/2006/main">
            <a:r>
              <a:t>易错：只列“外形、动作、声音”而没有概括形象；只写“爱护动物”作为口号而不写作者的情感；把好奇当作吃鸟的证据。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课本第43页 阅读放大镜三；兼回顾第42页 阅读放大镜二；课堂身份：你做。分别点取三类描写，再自己写形象特点和情感。不要只抄原句。</a:t>
            </a:r>
          </a:p>
          <a:p xmlns:a="http://schemas.openxmlformats.org/drawingml/2006/main">
            <a:r>
              <a:t>参考：猫毛色花白、没有光泽，原本瘦小，后来变胖、烧掉几块毛；它常懒懒地趴着，又反复凝望鸟笼；被打后惨叫、狼狈逃走。这些描写塑造了一只外形不好看、不活泼、无辜而可怜的猫。文章记叙“我”从不喜欢猫、武断地责打它，到发现误判后深感愧疚的过程，表达“我”对猫的同情、对自己轻率伤害无辜生命的自责与反省。</a:t>
            </a:r>
          </a:p>
          <a:p xmlns:a="http://schemas.openxmlformats.org/drawingml/2006/main">
            <a:r>
              <a:t>易错：只列“外形、动作、声音”而没有概括形象；只写“爱护动物”作为口号而不写作者的情感；把好奇当作吃鸟的证据。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课本第43页 阅读放大镜三；兼回顾第42页 阅读放大镜二；课堂身份：你做。分别点取三类描写，再自己写形象特点和情感。不要只抄原句。</a:t>
            </a:r>
          </a:p>
          <a:p xmlns:a="http://schemas.openxmlformats.org/drawingml/2006/main">
            <a:r>
              <a:t>参考：猫毛色花白、没有光泽，原本瘦小，后来变胖、烧掉几块毛；它常懒懒地趴着，又反复凝望鸟笼；被打后惨叫、狼狈逃走。这些描写塑造了一只外形不好看、不活泼、无辜而可怜的猫。文章记叙“我”从不喜欢猫、武断地责打它，到发现误判后深感愧疚的过程，表达“我”对猫的同情、对自己轻率伤害无辜生命的自责与反省。</a:t>
            </a:r>
          </a:p>
          <a:p xmlns:a="http://schemas.openxmlformats.org/drawingml/2006/main">
            <a:r>
              <a:t>易错：只列“外形、动作、声音”而没有概括形象；只写“爱护动物”作为口号而不写作者的情感；把好奇当作吃鸟的证据。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保留既定框架，适配角色代入题，第一步用“看法／请求”而不是强塞认同选项。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课本第43页 读后说（必做）；课堂身份：你做。用猫的口吻写一段话。说清“我想说什么、为什么、课文哪件事能说明、以后应怎样做”。</a:t>
            </a:r>
          </a:p>
          <a:p xmlns:a="http://schemas.openxmlformats.org/drawingml/2006/main">
            <a:r>
              <a:t>参考：“你只看见我常望着鸟笼，就认定我咬死了鸟，可是你没有亲眼看见我这样做。你还狠狠地打我，让我既痛苦又委屈。我希望你以后先查明事实，再作判断，也给被怀疑的一方解释的机会。因为单凭不喜欢和猜测就惩罚，会让无辜者受到无法挽回的伤害。”</a:t>
            </a:r>
          </a:p>
          <a:p xmlns:a="http://schemas.openxmlformats.org/drawingml/2006/main">
            <a:r>
              <a:t>易错：不接受只有“我很难过，请善待我”的空泛回答；不编造猫已经死亡、已经回来、会复仇等课文没有确认的结局。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课本第43页 读后说（必做）；课堂身份：你做。用猫的口吻写一段话。说清“我想说什么、为什么、课文哪件事能说明、以后应怎样做”。</a:t>
            </a:r>
          </a:p>
          <a:p xmlns:a="http://schemas.openxmlformats.org/drawingml/2006/main">
            <a:r>
              <a:t>参考：“你只看见我常望着鸟笼，就认定我咬死了鸟，可是你没有亲眼看见我这样做。你还狠狠地打我，让我既痛苦又委屈。我希望你以后先查明事实，再作判断，也给被怀疑的一方解释的机会。因为单凭不喜欢和猜测就惩罚，会让无辜者受到无法挽回的伤害。”</a:t>
            </a:r>
          </a:p>
          <a:p xmlns:a="http://schemas.openxmlformats.org/drawingml/2006/main">
            <a:r>
              <a:t>易错：不接受只有“我很难过，请善待我”的空泛回答；不编造猫已经死亡、已经回来、会复仇等课文没有确认的结局。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这只是示范，允许愤怒、悲伤、不原谅或愿意宽容。评价理由与依据，不评价学生是否原谅主人。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第3课。</a:t>
            </a:r>
          </a:p>
          <a:p xmlns:a="http://schemas.openxmlformats.org/drawingml/2006/main">
            <a:r>
              <a:t>主观题由教师核对，自检不等于得分。预留5分钟检查、订正、词语整理，不加新短文或延迟小测。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e1581790e744054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57c76bc4db5468c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dbe64a357c54cea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fd93a4a82054778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4d700f7a1d944f2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6d71e4ae80d4b2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CBCB12-5989-4585-9190-EEA5E79985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3EC42B-4ED5-4452-B82F-371B7CF1FE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A530FA-D2B1-4983-A54E-6E5B40823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DD7F25-E935-44B5-851B-D431E50B4D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D379FB-8B58-4ECF-B6FF-7777A222C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78DD37-E2EE-40D2-8E09-2148806FC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D8B01F-2C81-4F87-8EC9-0114354AB4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CB073D-719C-417E-9805-BFE9279546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30A057-1B37-4DDC-BE1D-1C03F6762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B3288D-1371-49AD-A294-15199EB96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fd6efd405084f8f"/><Relationship Type="http://schemas.openxmlformats.org/officeDocument/2006/relationships/slideLayout" Target="/ppt/slideLayouts/slideLayout1.xml" Id="R45136ec438f347f7"/><Relationship Type="http://schemas.openxmlformats.org/officeDocument/2006/relationships/slideLayout" Target="/ppt/slideLayouts/slideLayout2.xml" Id="R9d738f7c9da34217"/><Relationship Type="http://schemas.openxmlformats.org/officeDocument/2006/relationships/slideLayout" Target="/ppt/slideLayouts/slideLayout3.xml" Id="R5c1db4649b354cd2"/><Relationship Type="http://schemas.openxmlformats.org/officeDocument/2006/relationships/slideLayout" Target="/ppt/slideLayouts/slideLayout4.xml" Id="R808aab4b9ff9403f"/><Relationship Type="http://schemas.openxmlformats.org/officeDocument/2006/relationships/slideLayout" Target="/ppt/slideLayouts/slideLayout5.xml" Id="Rcdf051bec44b4670"/><Relationship Type="http://schemas.openxmlformats.org/officeDocument/2006/relationships/slideLayout" Target="/ppt/slideLayouts/slideLayout6.xml" Id="R5b5018ee08c24e9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36ec438f347f7"/>
    <p:sldLayoutId xmlns:r="http://schemas.openxmlformats.org/officeDocument/2006/relationships" id="2147483650" r:id="R9d738f7c9da34217"/>
    <p:sldLayoutId xmlns:r="http://schemas.openxmlformats.org/officeDocument/2006/relationships" id="2147483651" r:id="R5c1db4649b354cd2"/>
    <p:sldLayoutId xmlns:r="http://schemas.openxmlformats.org/officeDocument/2006/relationships" id="2147483652" r:id="R808aab4b9ff9403f"/>
    <p:sldLayoutId xmlns:r="http://schemas.openxmlformats.org/officeDocument/2006/relationships" id="2147483653" r:id="Rcdf051bec44b4670"/>
    <p:sldLayoutId xmlns:r="http://schemas.openxmlformats.org/officeDocument/2006/relationships" id="2147483654" r:id="R5b5018ee08c24e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ce50de0fea4950"/><Relationship Type="http://schemas.openxmlformats.org/officeDocument/2006/relationships/image" Target="/ppt/media/image.png" Id="R50cb763438af4a1a"/><Relationship Type="http://schemas.openxmlformats.org/officeDocument/2006/relationships/notesSlide" Target="/ppt/notesSlides/notesSlide1.xml" Id="R1e6583c83452428b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d8ae6fccd34cac"/><Relationship Type="http://schemas.openxmlformats.org/officeDocument/2006/relationships/notesSlide" Target="/ppt/notesSlides/notesSlide2.xml" Id="Rf597bc2a724d423d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79078e837374141"/><Relationship Type="http://schemas.openxmlformats.org/officeDocument/2006/relationships/notesSlide" Target="/ppt/notesSlides/notesSlide3.xml" Id="Rdf08cdb75fe64a0c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75271d99054cdf"/><Relationship Type="http://schemas.openxmlformats.org/officeDocument/2006/relationships/notesSlide" Target="/ppt/notesSlides/notesSlide4.xml" Id="R785777e2f4084684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9608808eab6490e"/><Relationship Type="http://schemas.openxmlformats.org/officeDocument/2006/relationships/image" Target="../media/image.png" Id="R1c898bd4abe94db9"/><Relationship Type="http://schemas.openxmlformats.org/officeDocument/2006/relationships/notesSlide" Target="/ppt/notesSlides/notesSlide5.xml" Id="R33a81a1200e44d57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b4a94ef448e40bf"/><Relationship Type="http://schemas.openxmlformats.org/officeDocument/2006/relationships/notesSlide" Target="/ppt/notesSlides/notesSlide6.xml" Id="Ra852eb6a354c472a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3fab41629e46ae"/><Relationship Type="http://schemas.openxmlformats.org/officeDocument/2006/relationships/notesSlide" Target="/ppt/notesSlides/notesSlide7.xml" Id="Rb5f4443c5d4b4da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9ac873526c54a45"/><Relationship Type="http://schemas.openxmlformats.org/officeDocument/2006/relationships/notesSlide" Target="/ppt/notesSlides/notesSlide8.xml" Id="Rc810cafc07a34fdf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8150512b454b38"/><Relationship Type="http://schemas.openxmlformats.org/officeDocument/2006/relationships/notesSlide" Target="/ppt/notesSlides/notesSlide9.xml" Id="R0adf1479e0614ef0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de41c3e10b4836"/><Relationship Type="http://schemas.openxmlformats.org/officeDocument/2006/relationships/notesSlide" Target="/ppt/notesSlides/notesSlide10.xml" Id="R1093f677321b4141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5b66dc6a7b34176"/><Relationship Type="http://schemas.openxmlformats.org/officeDocument/2006/relationships/image" Target="../media/image.png" Id="R1fdb5ce017854c7e"/><Relationship Type="http://schemas.openxmlformats.org/officeDocument/2006/relationships/notesSlide" Target="/ppt/notesSlides/notesSlide11.xml" Id="R76fe9ad0eae64e3f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26c96cb5254333"/><Relationship Type="http://schemas.openxmlformats.org/officeDocument/2006/relationships/notesSlide" Target="/ppt/notesSlides/notesSlide12.xml" Id="Rd1839c005e694ca5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2d38ecd1684a6b"/><Relationship Type="http://schemas.openxmlformats.org/officeDocument/2006/relationships/notesSlide" Target="/ppt/notesSlides/notesSlide13.xml" Id="R3aceae74d7644369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736bae20a54509"/><Relationship Type="http://schemas.openxmlformats.org/officeDocument/2006/relationships/notesSlide" Target="/ppt/notesSlides/notesSlide14.xml" Id="R0e11d0f5fec14d2b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380918f7544e5d"/><Relationship Type="http://schemas.openxmlformats.org/officeDocument/2006/relationships/notesSlide" Target="/ppt/notesSlides/notesSlide15.xml" Id="R89f05211a3cc4c11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616f095bf1447f6"/><Relationship Type="http://schemas.openxmlformats.org/officeDocument/2006/relationships/notesSlide" Target="/ppt/notesSlides/notesSlide16.xml" Id="Rb5a0c62979234899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1322aa97de4075"/><Relationship Type="http://schemas.openxmlformats.org/officeDocument/2006/relationships/image" Target="/ppt/media/image4.png" Id="R8f4be12838fc486c"/><Relationship Type="http://schemas.openxmlformats.org/officeDocument/2006/relationships/notesSlide" Target="/ppt/notesSlides/notesSlide17.xml" Id="R3a8ceae309c445f4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4c3ad2d24548f1"/><Relationship Type="http://schemas.openxmlformats.org/officeDocument/2006/relationships/image" Target="../media/image4.png" Id="R83b10a4e58a44e4a"/><Relationship Type="http://schemas.openxmlformats.org/officeDocument/2006/relationships/notesSlide" Target="/ppt/notesSlides/notesSlide18.xml" Id="R2f92c5ac0bcb405e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c09bc4568f44c73"/><Relationship Type="http://schemas.openxmlformats.org/officeDocument/2006/relationships/notesSlide" Target="/ppt/notesSlides/notesSlide19.xml" Id="Redf68439ac574d9f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0de9e9c9164405"/><Relationship Type="http://schemas.openxmlformats.org/officeDocument/2006/relationships/notesSlide" Target="/ppt/notesSlides/notesSlide20.xml" Id="R54a65c23d2d04b44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41fafff8d04af3"/><Relationship Type="http://schemas.openxmlformats.org/officeDocument/2006/relationships/notesSlide" Target="/ppt/notesSlides/notesSlide21.xml" Id="R9813c8ec6cd34c0a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2836c2f8156491e"/><Relationship Type="http://schemas.openxmlformats.org/officeDocument/2006/relationships/notesSlide" Target="/ppt/notesSlides/notesSlide22.xml" Id="R22d9d168e1074f53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d4b5fcb32d3410b"/><Relationship Type="http://schemas.openxmlformats.org/officeDocument/2006/relationships/notesSlide" Target="/ppt/notesSlides/notesSlide23.xml" Id="Re11eba093b3c4f20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9e0a32d45e435c"/><Relationship Type="http://schemas.openxmlformats.org/officeDocument/2006/relationships/notesSlide" Target="/ppt/notesSlides/notesSlide24.xml" Id="R4d0f41db0b384809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a172c1b15a84ce8"/><Relationship Type="http://schemas.openxmlformats.org/officeDocument/2006/relationships/notesSlide" Target="/ppt/notesSlides/notesSlide25.xml" Id="Rf31f9d44fe864dc7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daac523c4140ec"/><Relationship Type="http://schemas.openxmlformats.org/officeDocument/2006/relationships/notesSlide" Target="/ppt/notesSlides/notesSlide26.xml" Id="Rac647d33f2cb449a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0883cb95bab487e"/><Relationship Type="http://schemas.openxmlformats.org/officeDocument/2006/relationships/notesSlide" Target="/ppt/notesSlides/notesSlide27.xml" Id="R2cc79f8fed7845dc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183e3afbab4f16"/><Relationship Type="http://schemas.openxmlformats.org/officeDocument/2006/relationships/notesSlide" Target="/ppt/notesSlides/notesSlide28.xml" Id="R3ff1ce89025b424a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f27ad74fd2460b"/><Relationship Type="http://schemas.openxmlformats.org/officeDocument/2006/relationships/notesSlide" Target="/ppt/notesSlides/notesSlide29.xml" Id="R6587f518d0934c36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ba65fab3c94b74"/><Relationship Type="http://schemas.openxmlformats.org/officeDocument/2006/relationships/notesSlide" Target="/ppt/notesSlides/notesSlide30.xml" Id="R3f7b2cbbe617453c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b1a42f157146bd"/><Relationship Type="http://schemas.openxmlformats.org/officeDocument/2006/relationships/notesSlide" Target="/ppt/notesSlides/notesSlide31.xml" Id="R03a3738a205f45d9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f39d76a311442e"/><Relationship Type="http://schemas.openxmlformats.org/officeDocument/2006/relationships/notesSlide" Target="/ppt/notesSlides/notesSlide32.xml" Id="Rbc5ec6e9cbd94ac8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22f0264d551471c"/><Relationship Type="http://schemas.openxmlformats.org/officeDocument/2006/relationships/notesSlide" Target="/ppt/notesSlides/notesSlide33.xml" Id="Ra15207326d5c4f7c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478d280f79416d"/><Relationship Type="http://schemas.openxmlformats.org/officeDocument/2006/relationships/notesSlide" Target="/ppt/notesSlides/notesSlide34.xml" Id="Rc49004dd362643cb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119b4662044528"/><Relationship Type="http://schemas.openxmlformats.org/officeDocument/2006/relationships/image" Target="/ppt/media/image6.png" Id="R6b1ac515b4e24841"/><Relationship Type="http://schemas.openxmlformats.org/officeDocument/2006/relationships/notesSlide" Target="/ppt/notesSlides/notesSlide35.xml" Id="R8fce41e671fc4631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9bbeed26ef94a83"/><Relationship Type="http://schemas.openxmlformats.org/officeDocument/2006/relationships/notesSlide" Target="/ppt/notesSlides/notesSlide36.xml" Id="R487739e1fed946e7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9837d6bf194cdc"/><Relationship Type="http://schemas.openxmlformats.org/officeDocument/2006/relationships/image" Target="../media/image6.png" Id="R149f0330637d4d78"/><Relationship Type="http://schemas.openxmlformats.org/officeDocument/2006/relationships/notesSlide" Target="/ppt/notesSlides/notesSlide37.xml" Id="R4f8470ebd1bf4b2c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4b73cf69254a83"/><Relationship Type="http://schemas.openxmlformats.org/officeDocument/2006/relationships/notesSlide" Target="/ppt/notesSlides/notesSlide38.xml" Id="R1963a007f8244989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86755fc4014e82"/><Relationship Type="http://schemas.openxmlformats.org/officeDocument/2006/relationships/notesSlide" Target="/ppt/notesSlides/notesSlide39.xml" Id="R26cd3e4d7a114854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a5254527384ff4"/><Relationship Type="http://schemas.openxmlformats.org/officeDocument/2006/relationships/notesSlide" Target="/ppt/notesSlides/notesSlide40.xml" Id="R5d5422d602534fe6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c4d1c9d3af4c64"/><Relationship Type="http://schemas.openxmlformats.org/officeDocument/2006/relationships/notesSlide" Target="/ppt/notesSlides/notesSlide41.xml" Id="R699b048834ba4aab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6b14d6a71c5443d"/><Relationship Type="http://schemas.openxmlformats.org/officeDocument/2006/relationships/notesSlide" Target="/ppt/notesSlides/notesSlide42.xml" Id="Re104373b8ab042f8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03cc64f3b93424d"/><Relationship Type="http://schemas.openxmlformats.org/officeDocument/2006/relationships/notesSlide" Target="/ppt/notesSlides/notesSlide43.xml" Id="R774031ae4ede4280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ed491d240e4cf7"/><Relationship Type="http://schemas.openxmlformats.org/officeDocument/2006/relationships/notesSlide" Target="/ppt/notesSlides/notesSlide44.xml" Id="R0bed6a89e15f4844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a64151523d4a58"/><Relationship Type="http://schemas.openxmlformats.org/officeDocument/2006/relationships/notesSlide" Target="/ppt/notesSlides/notesSlide45.xml" Id="R70d819975f824b82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d322f8835934501"/><Relationship Type="http://schemas.openxmlformats.org/officeDocument/2006/relationships/notesSlide" Target="/ppt/notesSlides/notesSlide46.xml" Id="Rc785f132bea94f97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020feba6be4e5b"/><Relationship Type="http://schemas.openxmlformats.org/officeDocument/2006/relationships/notesSlide" Target="/ppt/notesSlides/notesSlide47.xml" Id="R02cba05441594a19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b562f423764593"/><Relationship Type="http://schemas.openxmlformats.org/officeDocument/2006/relationships/notesSlide" Target="/ppt/notesSlides/notesSlide48.xml" Id="Re335f3e2c98941d0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18326b07aa43fe"/><Relationship Type="http://schemas.openxmlformats.org/officeDocument/2006/relationships/notesSlide" Target="/ppt/notesSlides/notesSlide49.xml" Id="R4c17c065bf934560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81bcc07fd3643c8"/><Relationship Type="http://schemas.openxmlformats.org/officeDocument/2006/relationships/notesSlide" Target="/ppt/notesSlides/notesSlide50.xml" Id="R1c344a1e84d44450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84e07822df44152"/><Relationship Type="http://schemas.openxmlformats.org/officeDocument/2006/relationships/notesSlide" Target="/ppt/notesSlides/notesSlide51.xml" Id="R3158d3ab29914058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48f1c2659a4cc2"/><Relationship Type="http://schemas.openxmlformats.org/officeDocument/2006/relationships/notesSlide" Target="/ppt/notesSlides/notesSlide52.xml" Id="Rbb1621d276034ee7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5f483b5d8446b2"/><Relationship Type="http://schemas.openxmlformats.org/officeDocument/2006/relationships/notesSlide" Target="/ppt/notesSlides/notesSlide53.xml" Id="R730ed9e915dd4759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1E3926-1561-444D-A332-19FE643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62D59F9-5EA1-41F1-BE2E-FBDD234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　单元二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EF5CBCD-E3FA-45EC-83B7-53B4AEFF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第一课　第1—4段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E06FAE4-D0B1-41B9-9722-C0436C73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这是一只怎样的猫？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7885A-C703-47BD-9A8F-E387E8C48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b763438af4a1a"/>
          <a:srcRect xmlns:a="http://schemas.openxmlformats.org/drawingml/2006/main" l="684" t="31250" r="50586" b="47526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1113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33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B5E54A-2766-414C-83DD-16D8812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第一段：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只写最后一次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B96752D-B3C7-4154-890B-B7A05894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“我”养过几次猫，为何作者只写最后这一只？</a:t>
            </a:r>
          </a:p>
        </p:txBody>
      </p:sp>
    </p:spTree>
    <p:extLst>
      <p:ext uri="{BB962C8B-B14F-4D97-AF65-F5344CB8AC3E}">
        <p14:creationId xmlns:p14="http://schemas.microsoft.com/office/powerpoint/2010/main" val="2043913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1188AB4-9532-4E75-A456-9C8AD02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最后一次留下了什么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AAFEE3F-5CFF-489F-8194-43A00822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“至今想起仍愧疚不已”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DA313E1-C7D6-4842-A16B-7774613B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这段经历使“我”久久难忘。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9279C54-FAB7-4ACB-BBD4-A8F6488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接着读：究竟发生了什么？</a:t>
            </a:r>
          </a:p>
        </p:txBody>
      </p:sp>
    </p:spTree>
    <p:extLst>
      <p:ext uri="{BB962C8B-B14F-4D97-AF65-F5344CB8AC3E}">
        <p14:creationId xmlns:p14="http://schemas.microsoft.com/office/powerpoint/2010/main" val="596585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40C5D-BFB0-44E4-A1EA-1B320419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第二段：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收养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D758747-D3E1-472F-94DE-D2B82D31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张妈把猫抱了进来？</a:t>
            </a:r>
          </a:p>
        </p:txBody>
      </p:sp>
    </p:spTree>
    <p:extLst>
      <p:ext uri="{BB962C8B-B14F-4D97-AF65-F5344CB8AC3E}">
        <p14:creationId xmlns:p14="http://schemas.microsoft.com/office/powerpoint/2010/main" val="1451534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16A923-EF5F-4913-A76E-72E2E79E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收养的直接原因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A8AE7E7-7771-4E24-8E02-585964E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时值寒冬，小猫缩着身子。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1F25704-FD5E-4A2F-B2E8-DB1D2569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如果不收养，多半会因饥寒死去。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822B346-CA3F-4D46-8B50-B2E8E82D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张妈把它抱进来，给它饭吃。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8CA1D-699B-4C31-B137-4867E79F1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98bd4abe94db9"/>
          <a:srcRect xmlns:a="http://schemas.openxmlformats.org/drawingml/2006/main" l="684" t="52995" r="50586" b="23307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4740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67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143954-F1A2-41B3-9FB1-AA1AE313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刚收养时的印象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E07447C-524E-4E29-8303-B46D6AE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读第2段，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分别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找出：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7548713-8F6B-4758-8BC6-7B1EBBBC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外形怎样？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A21EBA9-EEAA-447C-9001-64D16A84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活动和神情怎样？</a:t>
            </a:r>
          </a:p>
        </p:txBody>
      </p:sp>
    </p:spTree>
    <p:extLst>
      <p:ext uri="{BB962C8B-B14F-4D97-AF65-F5344CB8AC3E}">
        <p14:creationId xmlns:p14="http://schemas.microsoft.com/office/powerpoint/2010/main" val="493340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B26E14-5C2A-4826-976A-69FA1408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外形与状态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31F552A-F7A1-45B5-AD88-C65D8E5D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毛色花白、没有光泽、瘦小。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038220D-0CE6-4D94-8104-C100F70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不活泼，一副忧郁的样子。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0056211-7175-4C30-BBA9-FA66B9A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家人的反应：不太喜欢它。</a:t>
            </a:r>
          </a:p>
        </p:txBody>
      </p:sp>
    </p:spTree>
    <p:extLst>
      <p:ext uri="{BB962C8B-B14F-4D97-AF65-F5344CB8AC3E}">
        <p14:creationId xmlns:p14="http://schemas.microsoft.com/office/powerpoint/2010/main" val="1847783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D1781E-20E4-490F-B03A-A59A12C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句子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作用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233FCDA-9D2A-4FD9-81A7-844AC153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删去一句，读者会少知道什么？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582A6D9-561F-4C75-AD91-8E8522F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先写句子内容，再解释突出什么。</a:t>
            </a:r>
          </a:p>
        </p:txBody>
      </p:sp>
    </p:spTree>
    <p:extLst>
      <p:ext uri="{BB962C8B-B14F-4D97-AF65-F5344CB8AC3E}">
        <p14:creationId xmlns:p14="http://schemas.microsoft.com/office/powerpoint/2010/main" val="1808413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B371F8-BA8F-4BA1-8A36-2062C3A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第二段：最后一句能删吗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471AA84A-6071-4519-8A2A-CC264AE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可以去掉第2段的最后一句话吗？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611075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88B27C-286E-4AF9-BB4B-69285C1F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“连……也……”突出什么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B9C6D9A-FCA4-472B-879E-C9B9E73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女儿平时爱猫。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4A7E247-565F-4B1E-A4E2-79F8480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连她也不愿理睬这只猫。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0E47444-88B7-4D57-AC94-FAC34812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更突出它不讨人喜欢。</a:t>
            </a:r>
          </a:p>
        </p:txBody>
      </p:sp>
    </p:spTree>
    <p:extLst>
      <p:ext uri="{BB962C8B-B14F-4D97-AF65-F5344CB8AC3E}">
        <p14:creationId xmlns:p14="http://schemas.microsoft.com/office/powerpoint/2010/main" val="19510000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FB0B9B1-3D8D-47BB-AF47-602C3622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第三段的动作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5378538-00A3-4B5F-87C2-D22ED315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“把头枕在我脚上”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BDDDAA2-2E84-4E14-9D6B-A853BC11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“懒懒地打个哈欠”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7C40574-E6EA-4946-89EF-BF6EB95F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“枕”：把脚当作枕头，垫着头。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5B8F7-D991-4449-84CA-1CF2102E3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b5ce017854c7e"/>
          <a:srcRect xmlns:a="http://schemas.openxmlformats.org/drawingml/2006/main" l="50586" t="77083" r="586" b="391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295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71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B4FBD7-3536-4D44-96DF-916AFD0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过了一段时间后的印象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E4866CA-92ED-4474-AAD7-C1B08F7E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变胖了，却仍然不活泼。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31FA266-578D-4CEE-964E-2CEC80B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取暖时烧掉几块毛，更难看了。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025AF91-8473-46F0-9D8D-3A7793B6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外形变化了，活泼起来了吗？</a:t>
            </a:r>
          </a:p>
        </p:txBody>
      </p:sp>
    </p:spTree>
    <p:extLst>
      <p:ext uri="{BB962C8B-B14F-4D97-AF65-F5344CB8AC3E}">
        <p14:creationId xmlns:p14="http://schemas.microsoft.com/office/powerpoint/2010/main" val="7246942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4B35DA-66A1-468B-8179-7A47931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第四段：变胖了，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仍反复写忧郁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F861D16-FECC-44B9-B78C-ED451DD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第2—4段两次强调猫变胖，却仍然是一副忧郁的样子，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4452807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B286D61-7F06-4E84-A1E4-35D6BEE4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变了什么，没有变什么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1E32049-DF6E-48F7-ABC6-FE4FB86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身体：变胖了，后来更胖了。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8B65635-51E1-4D24-92E9-08BA8BE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状态：仍不活泼，仍然忧郁。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7B5EE4C-C98C-4CD4-AA29-0F7AE48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反复强调，突出懒散的形象。</a:t>
            </a:r>
          </a:p>
        </p:txBody>
      </p:sp>
    </p:spTree>
    <p:extLst>
      <p:ext uri="{BB962C8B-B14F-4D97-AF65-F5344CB8AC3E}">
        <p14:creationId xmlns:p14="http://schemas.microsoft.com/office/powerpoint/2010/main" val="3058856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3C2E3FD-6FCA-401E-96CA-C2A1A448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三个阶段的印象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20CE262-A5C2-4A42-B544-F65EEA68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刚收养：瘦小，不好看，不活泼。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2C392C3-5E58-4CBB-9946-5E4D5FD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过了一段时间：胖了，烧毛更难看。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D983117-49F7-4D0F-9CCD-DCFA8AB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春天：更胖，却仍无精打采。</a:t>
            </a:r>
          </a:p>
        </p:txBody>
      </p:sp>
    </p:spTree>
    <p:extLst>
      <p:ext uri="{BB962C8B-B14F-4D97-AF65-F5344CB8AC3E}">
        <p14:creationId xmlns:p14="http://schemas.microsoft.com/office/powerpoint/2010/main" val="1242924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09116A-A1CD-47A5-903C-A9F536A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第一课订正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295D5E1-4488-4718-A8DD-13A25C1F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我的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作用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分析有没有解释具体内容？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D954D40-8C6E-4D10-9332-CD968E79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我的原句是否保留完整意思？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3A894F9-4CFC-4822-A545-E49F53CD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收藏今天仍不明白的词语。</a:t>
            </a:r>
          </a:p>
        </p:txBody>
      </p:sp>
    </p:spTree>
    <p:extLst>
      <p:ext uri="{BB962C8B-B14F-4D97-AF65-F5344CB8AC3E}">
        <p14:creationId xmlns:p14="http://schemas.microsoft.com/office/powerpoint/2010/main" val="567499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B021FF7-8BAD-4809-B59D-2549173E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E0E63F5-8054-4804-A5D9-C6D8518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第二课　第5—9段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6BB4A1D-8568-4366-912A-4162E018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家人怎样一步步作出判断？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E7458-FE08-4B70-99AA-8BF14626A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be12838fc486c"/>
          <a:srcRect xmlns:a="http://schemas.openxmlformats.org/drawingml/2006/main" l="684" t="53255" r="50586" b="24544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2545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75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F455A5B-CC3D-45E8-B54B-911B460C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拟声词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7984902-1CDC-4C10-BD71-9355DDB1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拟声词模拟声音。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BA041FC-10C4-4D94-B976-A328F291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“叽叽啾啾”写鸟悦耳的叫声。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615A1B8-EEAB-45B9-A87E-CC060D4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要连着“叫得很好听”一起理解。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9D46B-1F9B-4F19-8097-00C9E4489D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10a4e58a44e4a"/>
          <a:srcRect xmlns:a="http://schemas.openxmlformats.org/drawingml/2006/main" l="50586" t="31250" r="586" b="47135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162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460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E28E40-E08A-4574-BF6A-A3B2EBD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第五段：反复凝望鸟笼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DF1B9D1-CAF9-429F-B8CF-05758C7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这里着重描写猫的动作？</a:t>
            </a:r>
          </a:p>
        </p:txBody>
      </p:sp>
    </p:spTree>
    <p:extLst>
      <p:ext uri="{BB962C8B-B14F-4D97-AF65-F5344CB8AC3E}">
        <p14:creationId xmlns:p14="http://schemas.microsoft.com/office/powerpoint/2010/main" val="211408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4C1F8D7-6A53-4C49-AFE1-AF7B7D0C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反复看鸟笼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63E8991-A725-4091-90D7-E6AEA58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“跳到桌上”“仰着头”“凝望”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F390F55-A527-4280-84D5-792FC036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被赶走后，隔一会儿又回来。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A85AA1C-270D-4B15-B0FF-182FAEDA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写猫对鸟特别注意、好奇。</a:t>
            </a:r>
          </a:p>
        </p:txBody>
      </p:sp>
    </p:spTree>
    <p:extLst>
      <p:ext uri="{BB962C8B-B14F-4D97-AF65-F5344CB8AC3E}">
        <p14:creationId xmlns:p14="http://schemas.microsoft.com/office/powerpoint/2010/main" val="4444378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DB85E4-8BBF-449C-9FA5-E83B6B3F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妻子的担心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B09FA6F-2C6D-4919-A928-E55591A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妻子提醒张妈留心猫。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05EA2DF-179D-4D15-BA37-81E4334B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“似乎”“仿佛”保留了不确定。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472A63C2-459D-45B5-8A00-5D7DEFCF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看鸟笼能证明它咬死鸟吗？</a:t>
            </a:r>
          </a:p>
        </p:txBody>
      </p:sp>
    </p:spTree>
    <p:extLst>
      <p:ext uri="{BB962C8B-B14F-4D97-AF65-F5344CB8AC3E}">
        <p14:creationId xmlns:p14="http://schemas.microsoft.com/office/powerpoint/2010/main" val="4281520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05F2857-2AD7-483A-B103-AE91279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第六段的事实与判断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F0971E8-5FB9-4506-9BEB-C0CF5188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事实：“一只鸟死了”。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CAC760D-AC66-4A2A-88A5-A606B5F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判断：“一定是猫，一定是猫！”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387E43F-31F2-4702-86A3-CB2E23A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亲眼看到鸟死，能确定是谁咬死吗？</a:t>
            </a:r>
          </a:p>
        </p:txBody>
      </p:sp>
    </p:spTree>
    <p:extLst>
      <p:ext uri="{BB962C8B-B14F-4D97-AF65-F5344CB8AC3E}">
        <p14:creationId xmlns:p14="http://schemas.microsoft.com/office/powerpoint/2010/main" val="6693888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BE5605-9922-4D7A-BDCC-3D7E5550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第七段：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两人都断定是猫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3546501-6B5B-4A9B-9FAB-6F6A64B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“我”和妻子都断定是猫咬死了鸟？</a:t>
            </a:r>
          </a:p>
        </p:txBody>
      </p:sp>
    </p:spTree>
    <p:extLst>
      <p:ext uri="{BB962C8B-B14F-4D97-AF65-F5344CB8AC3E}">
        <p14:creationId xmlns:p14="http://schemas.microsoft.com/office/powerpoint/2010/main" val="16430568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5E7254-13F1-48F0-933D-6C74B2A8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妻子根据什么断定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042CA00-22BF-412A-BE7A-0EB42F2B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猫常常望着鸟笼。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77CBF0D-CE0C-4975-9091-799BA36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她早已担心猫会吃鸟。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6036B62-875C-451E-A58F-13C7BEB4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鸟死后，她把怀疑当成依据。</a:t>
            </a:r>
          </a:p>
        </p:txBody>
      </p:sp>
    </p:spTree>
    <p:extLst>
      <p:ext uri="{BB962C8B-B14F-4D97-AF65-F5344CB8AC3E}">
        <p14:creationId xmlns:p14="http://schemas.microsoft.com/office/powerpoint/2010/main" val="15717834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C11DAD-BF9F-4005-A755-3336C8E9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“我”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轻率定罪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48F8DD3-679E-41AA-9170-141E5BB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“我”原本就不喜欢这只猫。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28351DC-F91D-43C9-908F-7B46E54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没有认真查证，便断定它有罪。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B7E9D75-DD73-4105-B03E-E0A42B6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原有偏见影响了判断。</a:t>
            </a:r>
          </a:p>
        </p:txBody>
      </p:sp>
    </p:spTree>
    <p:extLst>
      <p:ext uri="{BB962C8B-B14F-4D97-AF65-F5344CB8AC3E}">
        <p14:creationId xmlns:p14="http://schemas.microsoft.com/office/powerpoint/2010/main" val="9550986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DA4874F-7D9E-404C-BA9F-77914BC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前文怎样作铺垫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2B4DAF0-B4A9-4667-A890-5FBE309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铺垫：前面为后面的事情作准备。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BB23CA0-AA40-432B-9981-220A1133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第2段：大家不喜欢猫。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50A1D9C-02B5-4352-95C8-D181EB3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第5段：猫反复凝望鸟笼。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B4A155CB-79E4-4072-B9BE-F575819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这些描写让后来的误判有迹可寻。</a:t>
            </a:r>
          </a:p>
        </p:txBody>
      </p:sp>
    </p:spTree>
    <p:extLst>
      <p:ext uri="{BB962C8B-B14F-4D97-AF65-F5344CB8AC3E}">
        <p14:creationId xmlns:p14="http://schemas.microsoft.com/office/powerpoint/2010/main" val="15583591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2D2F19-FD59-4FB7-AB84-AAA6A419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畏罪潜逃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A9364B3-B8EA-4F99-BB7C-47956565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通常指人害怕受罚而偷偷逃走。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F40FE3F-54FC-4682-A73F-927CEF6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本段写的是：“我们以为”。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6F77883-B33D-4209-A761-9DC60F07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这是家人的判断。</a:t>
            </a:r>
          </a:p>
        </p:txBody>
      </p:sp>
    </p:spTree>
    <p:extLst>
      <p:ext uri="{BB962C8B-B14F-4D97-AF65-F5344CB8AC3E}">
        <p14:creationId xmlns:p14="http://schemas.microsoft.com/office/powerpoint/2010/main" val="18067847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89CDAB-C4DA-4A0E-B1DE-AE89DC7A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第八段：“畏罪潜逃”的引号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D068EFF-D07D-4472-B89A-733BDB2F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“畏罪潜逃”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用引号？</a:t>
            </a:r>
          </a:p>
        </p:txBody>
      </p:sp>
    </p:spTree>
    <p:extLst>
      <p:ext uri="{BB962C8B-B14F-4D97-AF65-F5344CB8AC3E}">
        <p14:creationId xmlns:p14="http://schemas.microsoft.com/office/powerpoint/2010/main" val="17146943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3D18EE-3D0E-4FFD-8D56-8D673856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引号提醒我们什么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EA540A5-3C58-4A07-A181-F96BF68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把通常用于人的说法借用于猫。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37D0078-2802-4C6B-80C8-1B9419F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它是不是真的有罪，尚未查明。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0A82C2D-7774-46D8-A6E8-F4A2B2B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继续读，核对家人的判断。</a:t>
            </a:r>
          </a:p>
        </p:txBody>
      </p:sp>
    </p:spTree>
    <p:extLst>
      <p:ext uri="{BB962C8B-B14F-4D97-AF65-F5344CB8AC3E}">
        <p14:creationId xmlns:p14="http://schemas.microsoft.com/office/powerpoint/2010/main" val="16148512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91564-752E-4836-8C64-4C5B8C9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第九段：能删掉这个动作吗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47971B2-D6C6-457B-913F-EE137CD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可以去掉“追过去狠狠地”吗？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6905650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CB2EF95-458E-491C-AE0B-C7FA5FB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动作怎样表现心情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F15A55F-F1BE-49BD-B3FF-53AA8B02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“追过去”写急于惩罚。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A3F74B1-03D3-47A7-8868-8731B9F6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“狠狠地”写出愤怒和用力。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CF9D1C8-3E29-4BB3-8041-21C54231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只写“打了一下”，表现力会减弱。</a:t>
            </a:r>
          </a:p>
        </p:txBody>
      </p:sp>
    </p:spTree>
    <p:extLst>
      <p:ext uri="{BB962C8B-B14F-4D97-AF65-F5344CB8AC3E}">
        <p14:creationId xmlns:p14="http://schemas.microsoft.com/office/powerpoint/2010/main" val="17041891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C390F20-1362-426F-ADAD-49EB0DB1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猫的反应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7575FC8-1E01-410E-B529-040B6C55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“喵”地惨叫，狼狈地逃走。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CD605FE-C99B-4970-A6B1-6C0D77F6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“喵”模拟叫声。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09FBAE5-5AE6-44B9-ABEF-8AFB81BA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“惨叫”与“狼狈”表现痛苦。</a:t>
            </a:r>
          </a:p>
        </p:txBody>
      </p:sp>
    </p:spTree>
    <p:extLst>
      <p:ext uri="{BB962C8B-B14F-4D97-AF65-F5344CB8AC3E}">
        <p14:creationId xmlns:p14="http://schemas.microsoft.com/office/powerpoint/2010/main" val="15480357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595BAB-B1B1-4BC4-A18F-E2C754C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第九段后：拟声词怎样写声音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BCED045-49D0-4F3D-B452-457FC6B1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厨房的水龙头没有关好，传来________的声音。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00D0EFA-4F5D-45FF-9163-483CE50B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一阵________的雷声，把我从睡梦中惊醒。</a:t>
            </a:r>
          </a:p>
        </p:txBody>
      </p:sp>
    </p:spTree>
    <p:extLst>
      <p:ext uri="{BB962C8B-B14F-4D97-AF65-F5344CB8AC3E}">
        <p14:creationId xmlns:p14="http://schemas.microsoft.com/office/powerpoint/2010/main" val="14977545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CC240BF-62E4-42FD-B859-506078F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拟声词的合理答案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C21C0C3-DDAE-47C5-8C4B-F51E05BE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水龙头：“滴答滴答”。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D3D0E4E-75F8-4D5B-AF43-E971E766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雷声：“轰隆隆”。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771EAE91-2522-4D69-A958-42BCFAC0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水流较大时，“哗哗”也可接受。</a:t>
            </a:r>
          </a:p>
        </p:txBody>
      </p:sp>
    </p:spTree>
    <p:extLst>
      <p:ext uri="{BB962C8B-B14F-4D97-AF65-F5344CB8AC3E}">
        <p14:creationId xmlns:p14="http://schemas.microsoft.com/office/powerpoint/2010/main" val="12826397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73B50DB-1ACB-44A6-A4EB-8C82A147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95B8E866-69D1-4F05-81B0-CC122FE1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第三课　第10—12段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9F70F38-976A-4FD1-9250-07BDFD3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“我”为何始终无法释怀？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679C1-32D0-47C9-B1D0-2B3416662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ac515b4e24841"/>
          <a:srcRect xmlns:a="http://schemas.openxmlformats.org/drawingml/2006/main" l="684" t="50000" r="50586" b="28841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1018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281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0724BC-B192-438F-B090-697CADCF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第十段：新的事实改变判断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06225B6-F3AA-4CFF-9978-F1356C80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“我”看见了什么，才明白是自己搞错了？</a:t>
            </a:r>
          </a:p>
        </p:txBody>
      </p:sp>
    </p:spTree>
    <p:extLst>
      <p:ext uri="{BB962C8B-B14F-4D97-AF65-F5344CB8AC3E}">
        <p14:creationId xmlns:p14="http://schemas.microsoft.com/office/powerpoint/2010/main" val="9090563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4CF46CF-E83C-48B0-98B8-C461778D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亲眼所见的新事实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FE62312-03F5-4B77-A336-5F7252A1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一只黑猫飞快地跳过露台。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834592A-FFA5-44C0-876F-C1E87D9A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嘴里衔着一只黄鸟。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CA1AFB5-D790-49B3-A824-D5924171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“我”意识到：是自己搞错了。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3432-56BB-47A2-B357-58E307B53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f0330637d4d78"/>
          <a:srcRect xmlns:a="http://schemas.openxmlformats.org/drawingml/2006/main" l="684" t="31445" r="50586" b="50521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6437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4589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BCAF1E-02FD-4670-B0DA-348E9B24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第十一段：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良心受到谴责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5F2E2FF-9286-43BD-9436-F2F5261F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“我”的良心受到了谴责？</a:t>
            </a:r>
          </a:p>
        </p:txBody>
      </p:sp>
    </p:spTree>
    <p:extLst>
      <p:ext uri="{BB962C8B-B14F-4D97-AF65-F5344CB8AC3E}">
        <p14:creationId xmlns:p14="http://schemas.microsoft.com/office/powerpoint/2010/main" val="144779193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B6941F6-E07C-4568-B883-0E54A1D2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愧疚从哪里来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13802B2-EBE0-409A-B27D-4446CAE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未经查证，就冤枉了猫。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48E9609-7E98-4230-BC9D-1A327E7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猫无法辩解，还遭到责打。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4553917-E1F2-4026-820C-266507D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发现错误后，“我”深感自责。</a:t>
            </a:r>
          </a:p>
        </p:txBody>
      </p:sp>
    </p:spTree>
    <p:extLst>
      <p:ext uri="{BB962C8B-B14F-4D97-AF65-F5344CB8AC3E}">
        <p14:creationId xmlns:p14="http://schemas.microsoft.com/office/powerpoint/2010/main" val="132030740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954AF2-4F5C-439E-A277-A4CF80B9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现在补全前文的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作用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59ABD8C-9C2F-496D-BC22-92BFB22B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第8段：猫并非真的“畏罪潜逃”。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C6B0C49-BD82-4DCB-8AB0-3D7D9CC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第9段：粗暴打猫造成实际伤害。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A4D4F98-EA3A-46CA-8867-E8356C0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误判和伤害，使后来的愧疚更深。</a:t>
            </a:r>
          </a:p>
        </p:txBody>
      </p:sp>
    </p:spTree>
    <p:extLst>
      <p:ext uri="{BB962C8B-B14F-4D97-AF65-F5344CB8AC3E}">
        <p14:creationId xmlns:p14="http://schemas.microsoft.com/office/powerpoint/2010/main" val="14618149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F7129D-B87D-473A-8728-DF1BA6D0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首尾呼应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91308C2-20D5-4497-92D3-76664DAE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结尾回应开头的内容。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89F2B7E-CFE9-47EA-AC64-DCA7144B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不能只报“首尾呼应”这个名称。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080A727-D96E-4994-BC4C-3391BB95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要说清前后呼应的具体意思。</a:t>
            </a:r>
          </a:p>
        </p:txBody>
      </p:sp>
    </p:spTree>
    <p:extLst>
      <p:ext uri="{BB962C8B-B14F-4D97-AF65-F5344CB8AC3E}">
        <p14:creationId xmlns:p14="http://schemas.microsoft.com/office/powerpoint/2010/main" val="8559284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E414BA-F95D-4212-A561-EBC7C40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第十二段：最后一句的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作用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337B150-D09A-47F1-A5EA-598BBAA3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最后一句的描写有什么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作用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2856523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5D09866-ECCE-4065-8D9F-598EC0A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始终不散的愧疚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E4DE304-3C2B-4AB1-9613-EB01D6D3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开头：“至今想起仍愧疚不已”。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8F3623A-37CD-4C0F-AA56-482BE571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结尾：梦回时仿佛仍听见惨叫。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2EE3C61-2729-4761-A422-56063E80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突出伤害留下深刻记忆与愧疚。</a:t>
            </a:r>
          </a:p>
        </p:txBody>
      </p:sp>
    </p:spTree>
    <p:extLst>
      <p:ext uri="{BB962C8B-B14F-4D97-AF65-F5344CB8AC3E}">
        <p14:creationId xmlns:p14="http://schemas.microsoft.com/office/powerpoint/2010/main" val="20829244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D3DF283-BDDD-47BD-8A59-C31E8FF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结局的确定与不确定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5D494F9-CF65-4B72-8AF8-6AFFBC6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确定：猫始终没有回来。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5815D46-DDBF-4FAC-9AB3-41E6C6A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猜想：它失踪了，或是死掉了。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B7F2339-9B4D-45D0-A7F9-E63E9859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不能把“猜想”读成已经确认。</a:t>
            </a:r>
          </a:p>
        </p:txBody>
      </p:sp>
    </p:spTree>
    <p:extLst>
      <p:ext uri="{BB962C8B-B14F-4D97-AF65-F5344CB8AC3E}">
        <p14:creationId xmlns:p14="http://schemas.microsoft.com/office/powerpoint/2010/main" val="194566815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E944BE-6E21-44AE-880F-44541E99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事情与人的反应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47C086B-710A-42D2-A8D5-227EC18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猫被收养：大家不太喜欢它。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3397D84-52CA-453E-B4D0-4876F25D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家里买鸟：妻子喜欢鸟，提醒留心猫。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65B8290-DBC2-4519-9581-D8072C3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鸟死之后：“我”愤怒，拿木棒打猫。</a:t>
            </a:r>
          </a:p>
        </p:txBody>
      </p:sp>
    </p:spTree>
    <p:extLst>
      <p:ext uri="{BB962C8B-B14F-4D97-AF65-F5344CB8AC3E}">
        <p14:creationId xmlns:p14="http://schemas.microsoft.com/office/powerpoint/2010/main" val="54711203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05FAEB7-3A65-4C87-A39B-3FC52341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全文综合：猫的形象与作者情感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795C1FE-9DDE-44E7-AA32-35C4920B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阅读课文，在第2—9段中画出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7AB9F45-0362-4595-96A7-161FF61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描写猫的外形、动作和声音的句子，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E64879D-46B7-4026-81CF-2F4416FE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把握它的形象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6C918AD-CF91-446E-A9C1-A0E8EC8B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结合文章内容，理解作者要表达的情感。</a:t>
            </a:r>
          </a:p>
        </p:txBody>
      </p:sp>
    </p:spTree>
    <p:extLst>
      <p:ext uri="{BB962C8B-B14F-4D97-AF65-F5344CB8AC3E}">
        <p14:creationId xmlns:p14="http://schemas.microsoft.com/office/powerpoint/2010/main" val="83957702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0EAB79-3A3D-44E9-A8B4-5E76A937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形象概括怎样有依据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29D3DF7-9451-4EF3-AB5D-B488751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外形不好看：没有光泽，烧掉几块毛。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8A642F8-EC6B-48DF-B9C9-8DA9D03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不活泼：常趴着，懒懒地打哈欠。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5E853E9-DF08-405F-848C-5EBF0D0B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无辜、可怜：被冤枉，惨叫后逃走。</a:t>
            </a:r>
          </a:p>
        </p:txBody>
      </p:sp>
    </p:spTree>
    <p:extLst>
      <p:ext uri="{BB962C8B-B14F-4D97-AF65-F5344CB8AC3E}">
        <p14:creationId xmlns:p14="http://schemas.microsoft.com/office/powerpoint/2010/main" val="126216184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60E8FD9-327A-4656-ADF6-F26F0EF3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情感要联系事件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8C44643-4C9B-4E00-A81D-9FECEDDB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对无辜受伤害的猫：同情。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160CC31-3D1E-4F5E-B5CF-2933B81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对自己未经查证就责打猫：自责。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111B74C-B9A3-445E-AA99-A31D9B79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不能只写“要爱护动物”的口号。</a:t>
            </a:r>
          </a:p>
        </p:txBody>
      </p:sp>
    </p:spTree>
    <p:extLst>
      <p:ext uri="{BB962C8B-B14F-4D97-AF65-F5344CB8AC3E}">
        <p14:creationId xmlns:p14="http://schemas.microsoft.com/office/powerpoint/2010/main" val="80824846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B82F833-0379-4A5B-9979-203B2C6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开放回应的思路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AB3543E-9CD0-4CEE-9078-A26E11BB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看法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：我想说什么？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121C10D-60E3-4112-900D-E96B7CB5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理由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：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为什么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EAE6287-9862-489C-8F4D-57320AB4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例子：哪件课文中的事能说明？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C29B298-BD40-47AA-859B-7E297C5B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回扣：这件事怎样支持我的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看法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83849794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2DF64-2655-4F6D-8432-12D15663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全文综合：如果我是那只猫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5A9E30D-9585-41A2-8303-7538CD5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假如你是文中那只被冤枉的猫，你会跟“我”说些什么？</a:t>
            </a:r>
          </a:p>
        </p:txBody>
      </p:sp>
    </p:spTree>
    <p:extLst>
      <p:ext uri="{BB962C8B-B14F-4D97-AF65-F5344CB8AC3E}">
        <p14:creationId xmlns:p14="http://schemas.microsoft.com/office/powerpoint/2010/main" val="7943122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C7C721D-016A-4144-8241-CA37AD3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一种回应的示范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3A70EFD3-B724-402A-A030-4EDD7D2F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“你只看见我望着鸟笼，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72C474C-FDB6-474C-8243-D0D916C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就认定我咬死了鸟。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44D4E39-99C6-44F2-8EB3-2BE6604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你没有查明，就狠狠地打我。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8ADD628-F738-432F-92C6-C7F8BDD0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这让我既痛苦又委屈。”</a:t>
            </a:r>
          </a:p>
        </p:txBody>
      </p:sp>
    </p:spTree>
    <p:extLst>
      <p:ext uri="{BB962C8B-B14F-4D97-AF65-F5344CB8AC3E}">
        <p14:creationId xmlns:p14="http://schemas.microsoft.com/office/powerpoint/2010/main" val="86148924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3FF14D6-39D2-465F-AF0C-2A9D696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示范怎样回扣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B46C2A0-5E65-42FE-BB6D-37958F9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“我希望你先查明事实，再作判断。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C0BCC0A-A354-4C47-BF5E-046D6BB7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因为单凭猜测就惩罚，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32DFF75-FF7B-47B5-81E4-F98473B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会让无辜者受到伤害。”</a:t>
            </a:r>
          </a:p>
        </p:txBody>
      </p:sp>
    </p:spTree>
    <p:extLst>
      <p:ext uri="{BB962C8B-B14F-4D97-AF65-F5344CB8AC3E}">
        <p14:creationId xmlns:p14="http://schemas.microsoft.com/office/powerpoint/2010/main" val="19941009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B8F7347-337C-491E-95FC-7FEEBBCA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第三课检查与订正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53DF390-6670-4219-B3A5-D8F819F6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形象概括有没有原文依据？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9C4C067-7E4E-4B42-94A0-901845D6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情感解释有没有交代“我”的责任？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6173B9E-AA16-49DE-B34D-8CC6B2AF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开放回应有没有回答“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”？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A6F1637-4660-4E4C-BA98-9E63C7A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订正后，导出本课学习记录。</a:t>
            </a:r>
          </a:p>
        </p:txBody>
      </p:sp>
    </p:spTree>
    <p:extLst>
      <p:ext uri="{BB962C8B-B14F-4D97-AF65-F5344CB8AC3E}">
        <p14:creationId xmlns:p14="http://schemas.microsoft.com/office/powerpoint/2010/main" val="1004887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2026-10-20T00:56:43.4690000Z</dcterms:created>
  <dcterms:modified xsi:type="dcterms:W3CDTF">2026-10-20T00:56:43.4690000Z</dcterms:modified>
</coreProperties>
</file>