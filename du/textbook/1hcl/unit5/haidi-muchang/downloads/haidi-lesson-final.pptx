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8053602a804e15" /><Relationship Type="http://schemas.openxmlformats.org/officeDocument/2006/relationships/extended-properties" Target="/docProps/app.xml" Id="R41c470131dd2494b" /><Relationship Type="http://schemas.openxmlformats.org/officeDocument/2006/relationships/officeDocument" Target="/ppt/presentation.xml" Id="R9cb66e143db241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3f29688bc2435e"/>
  </p:sldMasterIdLst>
  <p:notesMasterIdLst>
    <p:notesMasterId xmlns:r="http://schemas.openxmlformats.org/officeDocument/2006/relationships" r:id="R0868c144bcea4b21"/>
  </p:notesMasterIdLst>
  <p:sldIdLst>
    <p:sldId xmlns:r="http://schemas.openxmlformats.org/officeDocument/2006/relationships" id="256" r:id="R449f8718f9b14a0d"/>
    <p:sldId xmlns:r="http://schemas.openxmlformats.org/officeDocument/2006/relationships" id="257" r:id="Ra0bf0aedf7fd4e9e"/>
    <p:sldId xmlns:r="http://schemas.openxmlformats.org/officeDocument/2006/relationships" id="258" r:id="R6d40492b939440c6"/>
    <p:sldId xmlns:r="http://schemas.openxmlformats.org/officeDocument/2006/relationships" id="259" r:id="Rfeba33665add4ea1"/>
    <p:sldId xmlns:r="http://schemas.openxmlformats.org/officeDocument/2006/relationships" id="260" r:id="Re1cc7e9101c440e9"/>
    <p:sldId xmlns:r="http://schemas.openxmlformats.org/officeDocument/2006/relationships" id="261" r:id="R827c7fe96a9140bc"/>
    <p:sldId xmlns:r="http://schemas.openxmlformats.org/officeDocument/2006/relationships" id="262" r:id="Rdbe20e8520f14aad"/>
    <p:sldId xmlns:r="http://schemas.openxmlformats.org/officeDocument/2006/relationships" id="263" r:id="Rb74a64dc4ef340ca"/>
    <p:sldId xmlns:r="http://schemas.openxmlformats.org/officeDocument/2006/relationships" id="264" r:id="Rb25a115f78ae465f"/>
    <p:sldId xmlns:r="http://schemas.openxmlformats.org/officeDocument/2006/relationships" id="265" r:id="R4324c047139a482e"/>
    <p:sldId xmlns:r="http://schemas.openxmlformats.org/officeDocument/2006/relationships" id="266" r:id="R6531949aec764b36"/>
    <p:sldId xmlns:r="http://schemas.openxmlformats.org/officeDocument/2006/relationships" id="267" r:id="R3ff0bdbde9054db5"/>
    <p:sldId xmlns:r="http://schemas.openxmlformats.org/officeDocument/2006/relationships" id="268" r:id="R4ffab451141c4a62"/>
    <p:sldId xmlns:r="http://schemas.openxmlformats.org/officeDocument/2006/relationships" id="269" r:id="Rb1fdc00917c04b62"/>
    <p:sldId xmlns:r="http://schemas.openxmlformats.org/officeDocument/2006/relationships" id="270" r:id="R5d1d5e0d52244337"/>
    <p:sldId xmlns:r="http://schemas.openxmlformats.org/officeDocument/2006/relationships" id="271" r:id="Rbbce1ad4023d46dc"/>
    <p:sldId xmlns:r="http://schemas.openxmlformats.org/officeDocument/2006/relationships" id="272" r:id="Rca56fa9dee91435a"/>
    <p:sldId xmlns:r="http://schemas.openxmlformats.org/officeDocument/2006/relationships" id="273" r:id="Re2746c46fcb74fe2"/>
    <p:sldId xmlns:r="http://schemas.openxmlformats.org/officeDocument/2006/relationships" id="274" r:id="R5f8a3ea108334ae8"/>
    <p:sldId xmlns:r="http://schemas.openxmlformats.org/officeDocument/2006/relationships" id="275" r:id="Rebebf78ce63640de"/>
    <p:sldId xmlns:r="http://schemas.openxmlformats.org/officeDocument/2006/relationships" id="276" r:id="Ra4dd02cbfdb6433b"/>
    <p:sldId xmlns:r="http://schemas.openxmlformats.org/officeDocument/2006/relationships" id="277" r:id="R9be823676d8f49ac"/>
    <p:sldId xmlns:r="http://schemas.openxmlformats.org/officeDocument/2006/relationships" id="278" r:id="R3704b74297f04b61"/>
    <p:sldId xmlns:r="http://schemas.openxmlformats.org/officeDocument/2006/relationships" id="279" r:id="R2364c1afdea34cb6"/>
    <p:sldId xmlns:r="http://schemas.openxmlformats.org/officeDocument/2006/relationships" id="280" r:id="Re3a33a9415b74859"/>
    <p:sldId xmlns:r="http://schemas.openxmlformats.org/officeDocument/2006/relationships" id="281" r:id="R9b307ef0a4784cec"/>
    <p:sldId xmlns:r="http://schemas.openxmlformats.org/officeDocument/2006/relationships" id="282" r:id="R34272ee7ca834778"/>
    <p:sldId xmlns:r="http://schemas.openxmlformats.org/officeDocument/2006/relationships" id="283" r:id="R8fb3f08daafe46de"/>
    <p:sldId xmlns:r="http://schemas.openxmlformats.org/officeDocument/2006/relationships" id="284" r:id="R2f4c4e28a8364dc8"/>
    <p:sldId xmlns:r="http://schemas.openxmlformats.org/officeDocument/2006/relationships" id="285" r:id="Rb49e7b4c47054213"/>
    <p:sldId xmlns:r="http://schemas.openxmlformats.org/officeDocument/2006/relationships" id="286" r:id="Rf5dfd58a42384ab2"/>
    <p:sldId xmlns:r="http://schemas.openxmlformats.org/officeDocument/2006/relationships" id="287" r:id="Rab4aa9e714424e50"/>
    <p:sldId xmlns:r="http://schemas.openxmlformats.org/officeDocument/2006/relationships" id="288" r:id="Rc12718173eb44029"/>
    <p:sldId xmlns:r="http://schemas.openxmlformats.org/officeDocument/2006/relationships" id="289" r:id="R9553005680694452"/>
    <p:sldId xmlns:r="http://schemas.openxmlformats.org/officeDocument/2006/relationships" id="290" r:id="Rc21f98ba036243a9"/>
    <p:sldId xmlns:r="http://schemas.openxmlformats.org/officeDocument/2006/relationships" id="291" r:id="R7ff54d11a00e45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fa9307b29a4755" /><Relationship Type="http://schemas.openxmlformats.org/officeDocument/2006/relationships/slideMaster" Target="/ppt/slideMasters/slideMaster1.xml" Id="R893f29688bc2435e" /><Relationship Type="http://schemas.openxmlformats.org/officeDocument/2006/relationships/notesMaster" Target="/ppt/notesMasters/notesMaster1.xml" Id="R0868c144bcea4b21" /><Relationship Type="http://schemas.openxmlformats.org/officeDocument/2006/relationships/presProps" Target="/ppt/presProps.xml" Id="Rb18be86c1e0d4fa4" /><Relationship Type="http://schemas.openxmlformats.org/officeDocument/2006/relationships/tableStyles" Target="/ppt/tableStyles.xml" Id="R40563ecafec64865" /><Relationship Type="http://schemas.openxmlformats.org/officeDocument/2006/relationships/slide" Target="/ppt/slides/slide1.xml" Id="R449f8718f9b14a0d" /><Relationship Type="http://schemas.openxmlformats.org/officeDocument/2006/relationships/slide" Target="/ppt/slides/slide2.xml" Id="Ra0bf0aedf7fd4e9e" /><Relationship Type="http://schemas.openxmlformats.org/officeDocument/2006/relationships/slide" Target="/ppt/slides/slide3.xml" Id="R6d40492b939440c6" /><Relationship Type="http://schemas.openxmlformats.org/officeDocument/2006/relationships/slide" Target="/ppt/slides/slide4.xml" Id="Rfeba33665add4ea1" /><Relationship Type="http://schemas.openxmlformats.org/officeDocument/2006/relationships/slide" Target="/ppt/slides/slide5.xml" Id="Re1cc7e9101c440e9" /><Relationship Type="http://schemas.openxmlformats.org/officeDocument/2006/relationships/slide" Target="/ppt/slides/slide6.xml" Id="R827c7fe96a9140bc" /><Relationship Type="http://schemas.openxmlformats.org/officeDocument/2006/relationships/slide" Target="/ppt/slides/slide7.xml" Id="Rdbe20e8520f14aad" /><Relationship Type="http://schemas.openxmlformats.org/officeDocument/2006/relationships/slide" Target="/ppt/slides/slide8.xml" Id="Rb74a64dc4ef340ca" /><Relationship Type="http://schemas.openxmlformats.org/officeDocument/2006/relationships/slide" Target="/ppt/slides/slide9.xml" Id="Rb25a115f78ae465f" /><Relationship Type="http://schemas.openxmlformats.org/officeDocument/2006/relationships/slide" Target="/ppt/slides/slide10.xml" Id="R4324c047139a482e" /><Relationship Type="http://schemas.openxmlformats.org/officeDocument/2006/relationships/slide" Target="/ppt/slides/slide11.xml" Id="R6531949aec764b36" /><Relationship Type="http://schemas.openxmlformats.org/officeDocument/2006/relationships/slide" Target="/ppt/slides/slide12.xml" Id="R3ff0bdbde9054db5" /><Relationship Type="http://schemas.openxmlformats.org/officeDocument/2006/relationships/slide" Target="/ppt/slides/slide13.xml" Id="R4ffab451141c4a62" /><Relationship Type="http://schemas.openxmlformats.org/officeDocument/2006/relationships/slide" Target="/ppt/slides/slide14.xml" Id="Rb1fdc00917c04b62" /><Relationship Type="http://schemas.openxmlformats.org/officeDocument/2006/relationships/slide" Target="/ppt/slides/slide15.xml" Id="R5d1d5e0d52244337" /><Relationship Type="http://schemas.openxmlformats.org/officeDocument/2006/relationships/slide" Target="/ppt/slides/slide16.xml" Id="Rbbce1ad4023d46dc" /><Relationship Type="http://schemas.openxmlformats.org/officeDocument/2006/relationships/slide" Target="/ppt/slides/slide17.xml" Id="Rca56fa9dee91435a" /><Relationship Type="http://schemas.openxmlformats.org/officeDocument/2006/relationships/slide" Target="/ppt/slides/slide18.xml" Id="Re2746c46fcb74fe2" /><Relationship Type="http://schemas.openxmlformats.org/officeDocument/2006/relationships/slide" Target="/ppt/slides/slide19.xml" Id="R5f8a3ea108334ae8" /><Relationship Type="http://schemas.openxmlformats.org/officeDocument/2006/relationships/slide" Target="/ppt/slides/slide20.xml" Id="Rebebf78ce63640de" /><Relationship Type="http://schemas.openxmlformats.org/officeDocument/2006/relationships/slide" Target="/ppt/slides/slide21.xml" Id="Ra4dd02cbfdb6433b" /><Relationship Type="http://schemas.openxmlformats.org/officeDocument/2006/relationships/slide" Target="/ppt/slides/slide22.xml" Id="R9be823676d8f49ac" /><Relationship Type="http://schemas.openxmlformats.org/officeDocument/2006/relationships/slide" Target="/ppt/slides/slide23.xml" Id="R3704b74297f04b61" /><Relationship Type="http://schemas.openxmlformats.org/officeDocument/2006/relationships/slide" Target="/ppt/slides/slide24.xml" Id="R2364c1afdea34cb6" /><Relationship Type="http://schemas.openxmlformats.org/officeDocument/2006/relationships/slide" Target="/ppt/slides/slide25.xml" Id="Re3a33a9415b74859" /><Relationship Type="http://schemas.openxmlformats.org/officeDocument/2006/relationships/slide" Target="/ppt/slides/slide26.xml" Id="R9b307ef0a4784cec" /><Relationship Type="http://schemas.openxmlformats.org/officeDocument/2006/relationships/slide" Target="/ppt/slides/slide27.xml" Id="R34272ee7ca834778" /><Relationship Type="http://schemas.openxmlformats.org/officeDocument/2006/relationships/slide" Target="/ppt/slides/slide28.xml" Id="R8fb3f08daafe46de" /><Relationship Type="http://schemas.openxmlformats.org/officeDocument/2006/relationships/slide" Target="/ppt/slides/slide29.xml" Id="R2f4c4e28a8364dc8" /><Relationship Type="http://schemas.openxmlformats.org/officeDocument/2006/relationships/slide" Target="/ppt/slides/slide30.xml" Id="Rb49e7b4c47054213" /><Relationship Type="http://schemas.openxmlformats.org/officeDocument/2006/relationships/slide" Target="/ppt/slides/slide31.xml" Id="Rf5dfd58a42384ab2" /><Relationship Type="http://schemas.openxmlformats.org/officeDocument/2006/relationships/slide" Target="/ppt/slides/slide32.xml" Id="Rab4aa9e714424e50" /><Relationship Type="http://schemas.openxmlformats.org/officeDocument/2006/relationships/slide" Target="/ppt/slides/slide33.xml" Id="Rc12718173eb44029" /><Relationship Type="http://schemas.openxmlformats.org/officeDocument/2006/relationships/slide" Target="/ppt/slides/slide34.xml" Id="R9553005680694452" /><Relationship Type="http://schemas.openxmlformats.org/officeDocument/2006/relationships/slide" Target="/ppt/slides/slide35.xml" Id="Rc21f98ba036243a9" /><Relationship Type="http://schemas.openxmlformats.org/officeDocument/2006/relationships/slide" Target="/ppt/slides/slide36.xml" Id="R7ff54d11a00e45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3c57f894ce4e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977152ca2d4796" /><Relationship Type="http://schemas.openxmlformats.org/officeDocument/2006/relationships/notesMaster" Target="/ppt/notesMasters/notesMaster1.xml" Id="R1814ddb14d1b4c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d2dd9e0b0b4f0c" /><Relationship Type="http://schemas.openxmlformats.org/officeDocument/2006/relationships/notesMaster" Target="/ppt/notesMasters/notesMaster1.xml" Id="R000bc821192f44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2dbc654ca44c9d" /><Relationship Type="http://schemas.openxmlformats.org/officeDocument/2006/relationships/notesMaster" Target="/ppt/notesMasters/notesMaster1.xml" Id="Re1f3311bfec14f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a8ebfa9fe544fb" /><Relationship Type="http://schemas.openxmlformats.org/officeDocument/2006/relationships/notesMaster" Target="/ppt/notesMasters/notesMaster1.xml" Id="R31cdd3d0358943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54b543606642a3" /><Relationship Type="http://schemas.openxmlformats.org/officeDocument/2006/relationships/notesMaster" Target="/ppt/notesMasters/notesMaster1.xml" Id="Rf712f8a9edea46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a74cfdce7547d0" /><Relationship Type="http://schemas.openxmlformats.org/officeDocument/2006/relationships/notesMaster" Target="/ppt/notesMasters/notesMaster1.xml" Id="Rac27bdd2860f46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65416c4f9d4c3a" /><Relationship Type="http://schemas.openxmlformats.org/officeDocument/2006/relationships/notesMaster" Target="/ppt/notesMasters/notesMaster1.xml" Id="R10abdaec763340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eb98db966a486b" /><Relationship Type="http://schemas.openxmlformats.org/officeDocument/2006/relationships/notesMaster" Target="/ppt/notesMasters/notesMaster1.xml" Id="R675cf09bacfd49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262d5651f54682" /><Relationship Type="http://schemas.openxmlformats.org/officeDocument/2006/relationships/notesMaster" Target="/ppt/notesMasters/notesMaster1.xml" Id="R1d83adb824734a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2bc4e3fc574887" /><Relationship Type="http://schemas.openxmlformats.org/officeDocument/2006/relationships/notesMaster" Target="/ppt/notesMasters/notesMaster1.xml" Id="Rc59db7eb309044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4b03eeb3f3449e" /><Relationship Type="http://schemas.openxmlformats.org/officeDocument/2006/relationships/notesMaster" Target="/ppt/notesMasters/notesMaster1.xml" Id="Rb0d0a4b612fe4f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e14066f8364ca3" /><Relationship Type="http://schemas.openxmlformats.org/officeDocument/2006/relationships/notesMaster" Target="/ppt/notesMasters/notesMaster1.xml" Id="Rd136121300334f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57e14815574f07" /><Relationship Type="http://schemas.openxmlformats.org/officeDocument/2006/relationships/notesMaster" Target="/ppt/notesMasters/notesMaster1.xml" Id="Ra64cb3aa7f734f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dc13629c644c96" /><Relationship Type="http://schemas.openxmlformats.org/officeDocument/2006/relationships/notesMaster" Target="/ppt/notesMasters/notesMaster1.xml" Id="R37870ed8662341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1b17433b4c456c" /><Relationship Type="http://schemas.openxmlformats.org/officeDocument/2006/relationships/notesMaster" Target="/ppt/notesMasters/notesMaster1.xml" Id="Ra0ad8f7534f04f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92b74956d74b3c" /><Relationship Type="http://schemas.openxmlformats.org/officeDocument/2006/relationships/notesMaster" Target="/ppt/notesMasters/notesMaster1.xml" Id="Ra8d77309e6b144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c95e3c91954c5d" /><Relationship Type="http://schemas.openxmlformats.org/officeDocument/2006/relationships/notesMaster" Target="/ppt/notesMasters/notesMaster1.xml" Id="R4c19b26d24104e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b8dc557ddd44f05" /><Relationship Type="http://schemas.openxmlformats.org/officeDocument/2006/relationships/notesMaster" Target="/ppt/notesMasters/notesMaster1.xml" Id="R8e9de16ef7a54c1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2dc3f25d034dc6" /><Relationship Type="http://schemas.openxmlformats.org/officeDocument/2006/relationships/notesMaster" Target="/ppt/notesMasters/notesMaster1.xml" Id="R1843210174b54f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fb28b7ee2447cd" /><Relationship Type="http://schemas.openxmlformats.org/officeDocument/2006/relationships/notesMaster" Target="/ppt/notesMasters/notesMaster1.xml" Id="R14f7a04e32bf49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aab58963d494675" /><Relationship Type="http://schemas.openxmlformats.org/officeDocument/2006/relationships/notesMaster" Target="/ppt/notesMasters/notesMaster1.xml" Id="R834ab6b722ce4e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ebe962636e34254" /><Relationship Type="http://schemas.openxmlformats.org/officeDocument/2006/relationships/notesMaster" Target="/ppt/notesMasters/notesMaster1.xml" Id="Rda1cbb1cdfcf453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6730b65729c4d35" /><Relationship Type="http://schemas.openxmlformats.org/officeDocument/2006/relationships/notesMaster" Target="/ppt/notesMasters/notesMaster1.xml" Id="Rcfac71b6c430433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d185be5de78476c" /><Relationship Type="http://schemas.openxmlformats.org/officeDocument/2006/relationships/notesMaster" Target="/ppt/notesMasters/notesMaster1.xml" Id="R2604a5a0bbf34c5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bbc88b699c34880" /><Relationship Type="http://schemas.openxmlformats.org/officeDocument/2006/relationships/notesMaster" Target="/ppt/notesMasters/notesMaster1.xml" Id="R0777566aed9d4fc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223d47fd4a14ec0" /><Relationship Type="http://schemas.openxmlformats.org/officeDocument/2006/relationships/notesMaster" Target="/ppt/notesMasters/notesMaster1.xml" Id="R2fcd20989ce241a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67e8aa87f8f49c9" /><Relationship Type="http://schemas.openxmlformats.org/officeDocument/2006/relationships/notesMaster" Target="/ppt/notesMasters/notesMaster1.xml" Id="Rc7c3666c1e5d495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b2aed20a00c4e87" /><Relationship Type="http://schemas.openxmlformats.org/officeDocument/2006/relationships/notesMaster" Target="/ppt/notesMasters/notesMaster1.xml" Id="R2dcd4a268a73473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bf8025641e14d04" /><Relationship Type="http://schemas.openxmlformats.org/officeDocument/2006/relationships/notesMaster" Target="/ppt/notesMasters/notesMaster1.xml" Id="R76010363fa4043a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c55d0463038409a" /><Relationship Type="http://schemas.openxmlformats.org/officeDocument/2006/relationships/notesMaster" Target="/ppt/notesMasters/notesMaster1.xml" Id="Rd25a58e31b79432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e0f341d0f304924" /><Relationship Type="http://schemas.openxmlformats.org/officeDocument/2006/relationships/notesMaster" Target="/ppt/notesMasters/notesMaster1.xml" Id="Rda1c3d4e9510472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65a92d2406843ac" /><Relationship Type="http://schemas.openxmlformats.org/officeDocument/2006/relationships/notesMaster" Target="/ppt/notesMasters/notesMaster1.xml" Id="Rf86ffb90aded43d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66713d31f5a48c6" /><Relationship Type="http://schemas.openxmlformats.org/officeDocument/2006/relationships/notesMaster" Target="/ppt/notesMasters/notesMaster1.xml" Id="R06e0f36c16a6467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de57ce70cb54fca" /><Relationship Type="http://schemas.openxmlformats.org/officeDocument/2006/relationships/notesMaster" Target="/ppt/notesMasters/notesMaster1.xml" Id="Rbda0f843e148404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b67a628cee44d4e" /><Relationship Type="http://schemas.openxmlformats.org/officeDocument/2006/relationships/notesMaster" Target="/ppt/notesMasters/notesMaster1.xml" Id="R23b3a7a8c19d49e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b90c3747c854f0f" /><Relationship Type="http://schemas.openxmlformats.org/officeDocument/2006/relationships/notesMaster" Target="/ppt/notesMasters/notesMaster1.xml" Id="Ra1c42815af2a41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先看图预测，再回到原文核对。五页漫画来自教师附件，保留原画。</a:t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教材与漫画来源：教师提供附件。教学改编：华文通。详见教师答案；不对书面解释自动评分。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218232b844d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16b5efb304d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913ca0ac742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3379744414e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fc32873a446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c5d0016f248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885274-D087-47B7-AA2D-E772531848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BA56F0-2C34-45CF-9E83-EC95DDE19B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27DCE4-CA67-4A20-BAC9-B2D644E79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2072D1-6906-4BD5-A9D5-B6D4926BBA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E8D6C4-235B-492B-999E-2CAE12B7C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8690C0-B2F8-42D7-BC17-8CD410AD0D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1C6F61-AAD0-462F-9CAC-64F3C9D83E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EA4865-6F27-49CC-8FE2-57186FC82E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CDD77E-D618-412F-A89B-42176F6666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3724DF-A112-4EFC-BA78-9E809BE9A1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7ce96ff4924d9f" /><Relationship Type="http://schemas.openxmlformats.org/officeDocument/2006/relationships/slideLayout" Target="/ppt/slideLayouts/slideLayout1.xml" Id="R39e559a4d0794509" /><Relationship Type="http://schemas.openxmlformats.org/officeDocument/2006/relationships/slideLayout" Target="/ppt/slideLayouts/slideLayout2.xml" Id="R285d4fff64e944ec" /><Relationship Type="http://schemas.openxmlformats.org/officeDocument/2006/relationships/slideLayout" Target="/ppt/slideLayouts/slideLayout3.xml" Id="Rc437db0ac59e4d3d" /><Relationship Type="http://schemas.openxmlformats.org/officeDocument/2006/relationships/slideLayout" Target="/ppt/slideLayouts/slideLayout4.xml" Id="R8f6b8e95b37148cb" /><Relationship Type="http://schemas.openxmlformats.org/officeDocument/2006/relationships/slideLayout" Target="/ppt/slideLayouts/slideLayout5.xml" Id="R0edc7de19ea94d0d" /><Relationship Type="http://schemas.openxmlformats.org/officeDocument/2006/relationships/slideLayout" Target="/ppt/slideLayouts/slideLayout6.xml" Id="R9b137d0068834d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e559a4d0794509"/>
    <p:sldLayoutId xmlns:r="http://schemas.openxmlformats.org/officeDocument/2006/relationships" id="2147483650" r:id="R285d4fff64e944ec"/>
    <p:sldLayoutId xmlns:r="http://schemas.openxmlformats.org/officeDocument/2006/relationships" id="2147483651" r:id="Rc437db0ac59e4d3d"/>
    <p:sldLayoutId xmlns:r="http://schemas.openxmlformats.org/officeDocument/2006/relationships" id="2147483652" r:id="R8f6b8e95b37148cb"/>
    <p:sldLayoutId xmlns:r="http://schemas.openxmlformats.org/officeDocument/2006/relationships" id="2147483653" r:id="R0edc7de19ea94d0d"/>
    <p:sldLayoutId xmlns:r="http://schemas.openxmlformats.org/officeDocument/2006/relationships" id="2147483654" r:id="R9b137d0068834d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5a16a11ef44115" /><Relationship Type="http://schemas.openxmlformats.org/officeDocument/2006/relationships/image" Target="/ppt/media/image.png" Id="R5170010aaa154c63" /><Relationship Type="http://schemas.openxmlformats.org/officeDocument/2006/relationships/notesSlide" Target="/ppt/notesSlides/notesSlide1.xml" Id="Rae96776b47f646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aff9ab32054158" /><Relationship Type="http://schemas.openxmlformats.org/officeDocument/2006/relationships/notesSlide" Target="/ppt/notesSlides/notesSlide2.xml" Id="Rc1e3d549de954c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20dc2ae7d4a0b" /><Relationship Type="http://schemas.openxmlformats.org/officeDocument/2006/relationships/image" Target="/ppt/media/image2.png" Id="R98428b481f034313" /><Relationship Type="http://schemas.openxmlformats.org/officeDocument/2006/relationships/notesSlide" Target="/ppt/notesSlides/notesSlide3.xml" Id="R94b38bafe4a949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577a99897d403b" /><Relationship Type="http://schemas.openxmlformats.org/officeDocument/2006/relationships/image" Target="/ppt/media/image3.png" Id="Rcb161c42c19f49ff" /><Relationship Type="http://schemas.openxmlformats.org/officeDocument/2006/relationships/notesSlide" Target="/ppt/notesSlides/notesSlide4.xml" Id="R610c14e6433746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80bfd11ea4488" /><Relationship Type="http://schemas.openxmlformats.org/officeDocument/2006/relationships/image" Target="/ppt/media/image4.png" Id="Rbf747150367e4a0b" /><Relationship Type="http://schemas.openxmlformats.org/officeDocument/2006/relationships/notesSlide" Target="/ppt/notesSlides/notesSlide5.xml" Id="R17d9f90dd28441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c474d43654d3c" /><Relationship Type="http://schemas.openxmlformats.org/officeDocument/2006/relationships/notesSlide" Target="/ppt/notesSlides/notesSlide6.xml" Id="Rf9c893f8a28944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ab51d777f48f2" /><Relationship Type="http://schemas.openxmlformats.org/officeDocument/2006/relationships/image" Target="/ppt/media/image5.png" Id="R92650f0efe3043bf" /><Relationship Type="http://schemas.openxmlformats.org/officeDocument/2006/relationships/notesSlide" Target="/ppt/notesSlides/notesSlide7.xml" Id="Ra1a21f3a6ea748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563113ffa4349" /><Relationship Type="http://schemas.openxmlformats.org/officeDocument/2006/relationships/image" Target="/ppt/media/image6.png" Id="Rfb1ebd2ac9e543b6" /><Relationship Type="http://schemas.openxmlformats.org/officeDocument/2006/relationships/notesSlide" Target="/ppt/notesSlides/notesSlide8.xml" Id="Rbde7f24ca39c41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d99ed9d7d64b39" /><Relationship Type="http://schemas.openxmlformats.org/officeDocument/2006/relationships/image" Target="/ppt/media/image7.png" Id="Raae8b48882404143" /><Relationship Type="http://schemas.openxmlformats.org/officeDocument/2006/relationships/notesSlide" Target="/ppt/notesSlides/notesSlide9.xml" Id="Ra89f5f9f2ce743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ce060f4bb401c" /><Relationship Type="http://schemas.openxmlformats.org/officeDocument/2006/relationships/notesSlide" Target="/ppt/notesSlides/notesSlide10.xml" Id="Rf1f47bdf241141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0c8693861848ce" /><Relationship Type="http://schemas.openxmlformats.org/officeDocument/2006/relationships/image" Target="/ppt/media/image8.png" Id="Ra767e707ddfc434a" /><Relationship Type="http://schemas.openxmlformats.org/officeDocument/2006/relationships/notesSlide" Target="/ppt/notesSlides/notesSlide11.xml" Id="R9759de3130f84c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567601dce6474f" /><Relationship Type="http://schemas.openxmlformats.org/officeDocument/2006/relationships/notesSlide" Target="/ppt/notesSlides/notesSlide12.xml" Id="Rb726a12315804f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b4e4a8d7f4429e" /><Relationship Type="http://schemas.openxmlformats.org/officeDocument/2006/relationships/notesSlide" Target="/ppt/notesSlides/notesSlide13.xml" Id="R45dbba9109024b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4e09ed39db4956" /><Relationship Type="http://schemas.openxmlformats.org/officeDocument/2006/relationships/notesSlide" Target="/ppt/notesSlides/notesSlide14.xml" Id="R382b456c79844f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52ba5265843ea" /><Relationship Type="http://schemas.openxmlformats.org/officeDocument/2006/relationships/notesSlide" Target="/ppt/notesSlides/notesSlide15.xml" Id="R6a6d545d0e9440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9a81c711b14e0c" /><Relationship Type="http://schemas.openxmlformats.org/officeDocument/2006/relationships/image" Target="/ppt/media/image9.png" Id="R0b8524e068614948" /><Relationship Type="http://schemas.openxmlformats.org/officeDocument/2006/relationships/notesSlide" Target="/ppt/notesSlides/notesSlide16.xml" Id="R9f6c7bb7137c47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65133a45964cef" /><Relationship Type="http://schemas.openxmlformats.org/officeDocument/2006/relationships/notesSlide" Target="/ppt/notesSlides/notesSlide17.xml" Id="Rf3a05b6ad5af4f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84efa77cf84ef7" /><Relationship Type="http://schemas.openxmlformats.org/officeDocument/2006/relationships/image" Target="/ppt/media/image10.png" Id="R98c653b9b4cf43d6" /><Relationship Type="http://schemas.openxmlformats.org/officeDocument/2006/relationships/notesSlide" Target="/ppt/notesSlides/notesSlide18.xml" Id="Rc9de6661fc004a8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4b95524e64bce" /><Relationship Type="http://schemas.openxmlformats.org/officeDocument/2006/relationships/notesSlide" Target="/ppt/notesSlides/notesSlide19.xml" Id="R1fa143e53abb426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1da18ae8f4a8a" /><Relationship Type="http://schemas.openxmlformats.org/officeDocument/2006/relationships/image" Target="/ppt/media/image11.png" Id="R9d1669f309b542b5" /><Relationship Type="http://schemas.openxmlformats.org/officeDocument/2006/relationships/notesSlide" Target="/ppt/notesSlides/notesSlide20.xml" Id="Rde92cd033fb84f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80ae0b9b44168" /><Relationship Type="http://schemas.openxmlformats.org/officeDocument/2006/relationships/notesSlide" Target="/ppt/notesSlides/notesSlide21.xml" Id="Ra059a83de3db46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f5700afa614a65" /><Relationship Type="http://schemas.openxmlformats.org/officeDocument/2006/relationships/image" Target="/ppt/media/image12.png" Id="Re97f12f524d945c6" /><Relationship Type="http://schemas.openxmlformats.org/officeDocument/2006/relationships/notesSlide" Target="/ppt/notesSlides/notesSlide22.xml" Id="Ra905b98bf9e141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8edb56dae4cae" /><Relationship Type="http://schemas.openxmlformats.org/officeDocument/2006/relationships/notesSlide" Target="/ppt/notesSlides/notesSlide23.xml" Id="Ree4932ba189749b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d049292384ecb" /><Relationship Type="http://schemas.openxmlformats.org/officeDocument/2006/relationships/notesSlide" Target="/ppt/notesSlides/notesSlide24.xml" Id="R83ffe3caa3e1417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90a2d3ec04b22" /><Relationship Type="http://schemas.openxmlformats.org/officeDocument/2006/relationships/image" Target="/ppt/media/image13.png" Id="R34247f0afa124801" /><Relationship Type="http://schemas.openxmlformats.org/officeDocument/2006/relationships/notesSlide" Target="/ppt/notesSlides/notesSlide25.xml" Id="R934d048888ea4b0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5048cd7c64c09" /><Relationship Type="http://schemas.openxmlformats.org/officeDocument/2006/relationships/image" Target="/ppt/media/image14.png" Id="R7b8d649225a14f1b" /><Relationship Type="http://schemas.openxmlformats.org/officeDocument/2006/relationships/notesSlide" Target="/ppt/notesSlides/notesSlide26.xml" Id="R09a40fb646eb402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b2eec04d6487a" /><Relationship Type="http://schemas.openxmlformats.org/officeDocument/2006/relationships/notesSlide" Target="/ppt/notesSlides/notesSlide27.xml" Id="Ra35b0b0f6bd44ef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9c7890a48342cf" /><Relationship Type="http://schemas.openxmlformats.org/officeDocument/2006/relationships/notesSlide" Target="/ppt/notesSlides/notesSlide28.xml" Id="R161baa310c5842e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fb5e932d44938" /><Relationship Type="http://schemas.openxmlformats.org/officeDocument/2006/relationships/image" Target="/ppt/media/image15.png" Id="Rfa937aea521e4b82" /><Relationship Type="http://schemas.openxmlformats.org/officeDocument/2006/relationships/notesSlide" Target="/ppt/notesSlides/notesSlide29.xml" Id="Rfdd182e1f9264cd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5a4e0e4e749bc" /><Relationship Type="http://schemas.openxmlformats.org/officeDocument/2006/relationships/notesSlide" Target="/ppt/notesSlides/notesSlide30.xml" Id="R671fac40edc34c0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d99073923e4aca" /><Relationship Type="http://schemas.openxmlformats.org/officeDocument/2006/relationships/notesSlide" Target="/ppt/notesSlides/notesSlide31.xml" Id="Rf2b2aece2e3b4b4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5e4aee8954011" /><Relationship Type="http://schemas.openxmlformats.org/officeDocument/2006/relationships/notesSlide" Target="/ppt/notesSlides/notesSlide32.xml" Id="R9ad5ad040576439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bbb76a0714a23" /><Relationship Type="http://schemas.openxmlformats.org/officeDocument/2006/relationships/notesSlide" Target="/ppt/notesSlides/notesSlide33.xml" Id="R613224b5a7694b4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faf9a170f4234" /><Relationship Type="http://schemas.openxmlformats.org/officeDocument/2006/relationships/notesSlide" Target="/ppt/notesSlides/notesSlide34.xml" Id="Rd78651d2c1c64c8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71babbc2b7454c" /><Relationship Type="http://schemas.openxmlformats.org/officeDocument/2006/relationships/notesSlide" Target="/ppt/notesSlides/notesSlide35.xml" Id="Rdd690c6ff276416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aa7136d1f4636" /><Relationship Type="http://schemas.openxmlformats.org/officeDocument/2006/relationships/notesSlide" Target="/ppt/notesSlides/notesSlide36.xml" Id="Rc5c608d70dcd4a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895D9053-74D6-4D8B-A69A-59BC9DDE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海底牧场游记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5E49BC-A1C4-441D-8157-A4EA7F5C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中一高级华文 · 单元五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核心课文 · 2—3课时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乘五用车，走进想象的未来。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2075E-C5A5-4204-943B-92A08766B1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0010aaa154c63"/>
          <a:stretch xmlns:a="http://schemas.openxmlformats.org/drawingml/2006/main"/>
        </p:blipFill>
        <p:spPr>
          <a:xfrm xmlns:a="http://schemas.openxmlformats.org/drawingml/2006/main">
            <a:off x="7334250" y="2318592"/>
            <a:ext cx="4229100" cy="2963767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96554F75-62BA-4166-A1BB-49492209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3731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D4DC650B-B088-4590-8F71-A71A86A8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这两课，我们学什么？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4EDF27-FD5A-4905-A3B8-751CB66F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按地点转换，理清游踪。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从原句找依据，解释景物与动作。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分清课文设想，写出有理由的看法。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B48A4803-A043-48B8-94FE-74A10559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22742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7353F288-EFE9-4E3C-B12A-280E25EB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第1段 · 出发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43A249-01FC-4BB1-9E28-74194530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五用车有哪些用处？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“牧场”是什么地方？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先圈出原文中的五个动作。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E499B-F326-4820-AF4D-2E8BDB4AE4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28b481f034313"/>
          <a:stretch xmlns:a="http://schemas.openxmlformats.org/drawingml/2006/main"/>
        </p:blipFill>
        <p:spPr>
          <a:xfrm xmlns:a="http://schemas.openxmlformats.org/drawingml/2006/main">
            <a:off x="7334250" y="2335906"/>
            <a:ext cx="4229100" cy="2929137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48BBFB72-444C-454B-815F-A59D10C6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9371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CC002EE2-110C-4D2C-8428-8470C50E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第1段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5DAB62-61E3-49CB-BA08-EF82AFC6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飞行 · 在路上跑 · 爬山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航海 · 潜水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牧场：放养牛羊等牲畜的地方。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6BC85-ACF4-431E-8747-B15694BAC3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61c42c19f49ff"/>
          <a:stretch xmlns:a="http://schemas.openxmlformats.org/drawingml/2006/main"/>
        </p:blipFill>
        <p:spPr>
          <a:xfrm xmlns:a="http://schemas.openxmlformats.org/drawingml/2006/main">
            <a:off x="7334250" y="2335906"/>
            <a:ext cx="4229100" cy="2929137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70FB54C1-925A-4702-BBBE-5982F31E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98015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E67CE3F2-8890-4C0D-8181-8CFEB22B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第2段 · 空中俯瞰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64B1A3-5B06-4CFB-BB0A-8BBFA146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海面上风平浪静，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像一块无边无际的玻璃。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这句话写出海面的什么特点？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D7383-D4FE-44CE-9CDA-F050B49FBA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47150367e4a0b"/>
          <a:stretch xmlns:a="http://schemas.openxmlformats.org/drawingml/2006/main"/>
        </p:blipFill>
        <p:spPr>
          <a:xfrm xmlns:a="http://schemas.openxmlformats.org/drawingml/2006/main">
            <a:off x="7334250" y="2348568"/>
            <a:ext cx="4229100" cy="2903813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BE196DFB-40A1-4C95-ACDC-05D0F281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26258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0191216B-037F-4747-A9AD-8AD473A3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第2段 · 读懂比喻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970DA8-AF93-4CBD-81E4-8F852B64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本体：海面　喻体：玻璃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相似点：平静、开阔。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解释效果，要说清描写对象的特点。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3CF5B9D2-72C5-4A9F-907B-87FFAAB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37485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773F1382-0106-4D45-8559-900080D6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第3段 · 变化在哪里？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7DACA6-1505-468A-A813-21A08AFF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到了什么地方？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五用车有什么变化？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结合上下文解释“收拢”。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E338A-A4F6-4B3E-8E78-8A1336C767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50f0efe3043bf"/>
          <a:stretch xmlns:a="http://schemas.openxmlformats.org/drawingml/2006/main"/>
        </p:blipFill>
        <p:spPr>
          <a:xfrm xmlns:a="http://schemas.openxmlformats.org/drawingml/2006/main">
            <a:off x="7334250" y="2246408"/>
            <a:ext cx="4229100" cy="3108134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E10759C7-DD0C-445E-BD3E-0389F70E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30291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0E18938E-F418-478B-8555-C32A7DFA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第3段 · 核对顺序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C1DAB8-DF28-4ACD-82B6-3A9A9A41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降落海面 → 翅膀收拢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变成船 → 在海面航行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收拢：向一处合拢。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44FFD-EBB1-4881-A230-6D58557FA1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ebd2ac9e543b6"/>
          <a:stretch xmlns:a="http://schemas.openxmlformats.org/drawingml/2006/main"/>
        </p:blipFill>
        <p:spPr>
          <a:xfrm xmlns:a="http://schemas.openxmlformats.org/drawingml/2006/main">
            <a:off x="7334250" y="2246408"/>
            <a:ext cx="4229100" cy="3108134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343F4723-7374-472C-8570-805DA623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24769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38B47189-AE7D-405A-8006-845CF713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第4段 · 海中美景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52C16E-B4B6-4FF8-A2E1-76527FE4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作者为什么用“水晶宫”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来形容海中的景象？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加入两句依据，再写解释。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669E5-C057-48DB-AF5B-EB19956480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8b48882404143"/>
          <a:stretch xmlns:a="http://schemas.openxmlformats.org/drawingml/2006/main"/>
        </p:blipFill>
        <p:spPr>
          <a:xfrm xmlns:a="http://schemas.openxmlformats.org/drawingml/2006/main">
            <a:off x="7334250" y="2352789"/>
            <a:ext cx="4229100" cy="2895372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D663FBD8-F26B-4ECB-BF55-CCF888B5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05483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DA39F5B8-7D8B-4DBC-82ED-5A0A247E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第4段 · 解释水晶宫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E3DE0D-688D-4B72-88F0-8F020228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车壳透明，海水也透明。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鱼虾悠闲游动，景色清澈美丽。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这些相似点让人仿佛置身水晶宫。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F7A84F3A-8B6A-4E6B-A63D-399D7EB2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35959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F3B342F4-F35F-4C48-8E02-F3DB2157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第4段 · 最惊险的一刻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54FABB-9A03-4F71-9BA9-BA225726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谁做了什么？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找动作：张开、咬、震，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以及断牙、扫尾、溜走。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哪些属于鲨鱼？哪个属于车？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82B60-E178-41D4-8C08-3EBA73323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7e707ddfc434a"/>
          <a:stretch xmlns:a="http://schemas.openxmlformats.org/drawingml/2006/main"/>
        </p:blipFill>
        <p:spPr>
          <a:xfrm xmlns:a="http://schemas.openxmlformats.org/drawingml/2006/main">
            <a:off x="7334250" y="2369545"/>
            <a:ext cx="4229100" cy="2861861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F009FFFD-8042-4616-81C3-8AF8F295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469673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5CD70512-3646-4DD4-A1C2-209CB6AF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第4段 · 连起前后表现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9B582B-AAEE-4594-880A-477EE721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鲨鱼：张开大口，使劲咬车。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车：震了一下，却安然无恙。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鲨鱼：断牙，咬不动，迅速逃走。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先欺负、后害怕：欺软怕硬。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451BBE47-CDEB-4B62-BA78-EF4D0EF4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77918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8C6B1432-C420-4968-8ABA-9069E60D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拟人 · 先比较，再解释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6600CB-BA75-47EA-92BE-8CB07B09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普通写法：鱼儿从眼前游过。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课文写法：鱼儿从容地从我眼前游过。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“从容”写出悠闲、不慌的神态。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8E1DFFFA-9192-4FC4-AFBF-DC53379E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481515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5BE25DA4-6696-4BF9-BE96-EF90AFEF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同一句，可以有不同修辞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E86E23-521A-4085-8FA3-9B647725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“欺软怕硬”：把鲨鱼当作人写。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“闪电般地溜走”：借闪电的快，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突出逃走的速度。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分析具体词语，不能硬选一种。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8B152D5D-C755-427A-9C67-9C56D074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527598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CDE7406C-A560-4E16-97C2-00439804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第一课 · 回看三个词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2EE77E-DE34-46DD-B287-5FF8CE5B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悠然自得：悠闲、舒适。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安然无恙：平安，没有受到损害。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欺软怕硬：欺弱怕强。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把不熟悉的词加入个人词语本。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251B482A-A702-4771-B900-B0F0C6C9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797306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119C1B72-3039-4DDC-8121-5BE21608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第5段 · 到达海底草原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AC9FAA-0B35-455C-8CFA-DB397913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“一马平川”形容怎样的地方？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谁在放牧？牛羊怎样看待来客？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“站”为什么加引号？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428E5-896D-4B74-AA0D-F1217CE99B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524e068614948"/>
          <a:stretch xmlns:a="http://schemas.openxmlformats.org/drawingml/2006/main"/>
        </p:blipFill>
        <p:spPr>
          <a:xfrm xmlns:a="http://schemas.openxmlformats.org/drawingml/2006/main">
            <a:off x="7334250" y="2361230"/>
            <a:ext cx="4229100" cy="2878489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B2318810-8041-4348-B77B-E3303218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369762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7830FC77-1198-4E47-A857-FD2F682A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第5段 · 核对观察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56EF07-A9FF-478A-8C7B-1940F8B6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海底平坦、开阔；机器人放牧。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牛羊围过来，好奇地打量。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“站”是特别的说法；它们游过来，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读第6段再核对“没有脚”。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17A01041-97F1-495A-BBFB-14EBC0A0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302945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B4670BB0-479D-4AEF-B6E8-6544C6FA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第6段 · 羊鱼有什么特别？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AFDB9D1-1114-4063-B3E1-08BB0A59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外形：毛、脚、鳍、尾。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请逐项找出原文依据。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不要把漫画细节当作课文原句。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649E9-3AB5-4169-812B-F14CD1517C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653b9b4cf43d6"/>
          <a:stretch xmlns:a="http://schemas.openxmlformats.org/drawingml/2006/main"/>
        </p:blipFill>
        <p:spPr>
          <a:xfrm xmlns:a="http://schemas.openxmlformats.org/drawingml/2006/main">
            <a:off x="7334250" y="2038350"/>
            <a:ext cx="4229100" cy="3524250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691DFB70-B529-4FE1-98F7-4A79865B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255004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814E204D-34F8-4A20-8CB1-3365E06E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第6段 · 羊鱼与牛鱼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07194F-8C3E-4F4C-AEDD-D292D7AB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羊鱼：白色羊毛；无脚；鱼鳍、鱼尾。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牛鱼：牛头；银闪闪的鱼鳞；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无脚；鱼尾。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原文只明确写羊鱼有鱼鳍。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330ADB7C-71A4-4067-B8E8-E332C27B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757761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DD98D423-CB4D-4CE5-A886-4AA363B4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第6段 · 为什么改变基因？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D69F94-0F4B-4644-980E-CF142365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按课文设想：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怎样呼吸？在哪里生活？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能给人们提供什么？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A6E90-5D27-4064-BE22-A516898DDA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669f309b542b5"/>
          <a:stretch xmlns:a="http://schemas.openxmlformats.org/drawingml/2006/main"/>
        </p:blipFill>
        <p:spPr>
          <a:xfrm xmlns:a="http://schemas.openxmlformats.org/drawingml/2006/main">
            <a:off x="7334250" y="2441423"/>
            <a:ext cx="4229100" cy="2718104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316AD2E9-DBE8-4545-A7AA-0F7FE8F4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660265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3B37017C-317A-455A-BE61-C3F310D3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第6段 · 课文的未来设想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20D604-1108-4BC4-B6C2-D6743CA7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用鳃呼吸，在海里生活。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提供羊肉、牛肉、羊毛和牛奶。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这篇想象游记表达科技愿望，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不等于现实中已经证明可行。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337C68D1-6879-4C27-9467-AE39EA62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91009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0DA37AAF-7F3A-4B62-BA10-98F80872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第7段 · 开灯之后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B8488A-7893-4567-803E-3655A426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“我”为什么开灯？结果怎样？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机器人为什么要求关灯？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用“目的—结果—行动”说清楚。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A994A-06CF-457E-8E15-0D60710773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f12f524d945c6"/>
          <a:stretch xmlns:a="http://schemas.openxmlformats.org/drawingml/2006/main"/>
        </p:blipFill>
        <p:spPr>
          <a:xfrm xmlns:a="http://schemas.openxmlformats.org/drawingml/2006/main">
            <a:off x="7334250" y="2394996"/>
            <a:ext cx="4229100" cy="2810959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E38FF736-607C-49D7-A8C3-7275D0C2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646986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C0B3CDD4-83CD-45EE-A203-4857EDF7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第7段 · 因果核对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71F71B-9473-422A-BBF6-069806AC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想看清动物 → 打开所有灯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灯光惊吓动物 → 一哄而散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机器人提醒不得扰乱牧场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“我”立即关灯。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6C8F9774-B17A-4DF9-9E2E-CA6B34E0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103176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1171CB52-C442-499B-94AC-C88C3FA4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第7段 · 事实与推测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C090D8-05CE-4F13-A8F7-A23D3743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事实：车中传来机器人的声音。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推测：可能使用了传声设备。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原文没有说明具体技术，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回答时保留“可能”。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51F614A9-F9C4-4245-BF0F-AE99E63E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915192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0C6151D2-8BD0-4639-B786-885A6B13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第8段 · 怎样的感受？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18EF52-F92F-4D82-B660-05864D7C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“流连忘返”是什么意思？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从本段找出产生这种感受的原因。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52464-5A7D-4EBC-812F-5AEE95B0C8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47f0afa124801"/>
          <a:stretch xmlns:a="http://schemas.openxmlformats.org/drawingml/2006/main"/>
        </p:blipFill>
        <p:spPr>
          <a:xfrm xmlns:a="http://schemas.openxmlformats.org/drawingml/2006/main">
            <a:off x="7334250" y="2319024"/>
            <a:ext cx="4229100" cy="2962902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C13CA273-5315-4FF8-B69C-FAB67D0C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985168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AE88C514-3B67-4BD5-B9FB-B619165F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第8段 · 留恋的原因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2980A6-1027-4A63-A06F-2930F40E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景色优美 → 十分留恋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舍不得离开，就是流连忘返。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不是忘记回家的路。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22BAF-B14A-417D-92BF-316D832DE0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d649225a14f1b"/>
          <a:stretch xmlns:a="http://schemas.openxmlformats.org/drawingml/2006/main"/>
        </p:blipFill>
        <p:spPr>
          <a:xfrm xmlns:a="http://schemas.openxmlformats.org/drawingml/2006/main">
            <a:off x="7334250" y="2319024"/>
            <a:ext cx="4229100" cy="2962902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A6BBA364-CE9F-4330-8DA2-02F41E0B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00026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B989A54F-01A9-4A29-A37A-31B53E22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全文 · 空间怎样转换？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2903E1-8790-4F5E-B630-BB4EC4D7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空中 → ______ → 海中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→ ______ → 海面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补地点，再用一件见闻概括每站。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024145CD-73A5-4A27-93A2-86AD8300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735849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4ECF1559-26F9-4F78-9738-69FFABA0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全文 · 五站游踪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3FF4B0-54DE-4891-AEA7-F575D902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空中：俯瞰平静的海面。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海面：变成船，航行。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海中：看鱼虾，遇鲨鱼。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海底：看牧场，开灯、关灯。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海面：起风、巨浪，与海底作比较。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785B10C2-4E39-48F9-BCA5-3D9E5626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10033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8A450E96-1F60-4871-B6D6-0B569DCE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第9段 · 结尾为何写巨浪？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732B42-8605-4FEC-B3C7-817F5132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81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第2段与第9段的海面有何不同？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第9段把哪两个地方作比较？</a:t>
            </a:r>
          </a:p>
          <a:p xmlns:a="http://schemas.openxmlformats.org/drawingml/2006/main">
            <a:pPr>
              <a:def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这样的结尾突出了什么？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EE139-B3DF-49E5-9840-C2944D59D9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37aea521e4b82"/>
          <a:stretch xmlns:a="http://schemas.openxmlformats.org/drawingml/2006/main"/>
        </p:blipFill>
        <p:spPr>
          <a:xfrm xmlns:a="http://schemas.openxmlformats.org/drawingml/2006/main">
            <a:off x="7334250" y="2123272"/>
            <a:ext cx="4229100" cy="3354407"/>
          </a:xfrm>
          <a:prstGeom xmlns:a="http://schemas.openxmlformats.org/drawingml/2006/main" prst="rect">
            <a:avLst/>
          </a:prstGeom>
        </p:spPr>
      </p:pic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057C3034-EC53-451D-B572-74800091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410661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3177887B-FF3A-4294-98D8-7C0A7413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第9段 · 分清两层关系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B98063-477F-417E-8128-475D3EFA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前后照应：两次写海面，状态不同。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直接对比：结尾的海面风浪，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与海底的宁静形成对比。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突出海底宁静，表达惊叹。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AC8D9385-BED5-48A4-A8CE-63AD3D8E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318921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79376AAD-7350-4AE5-8DBA-92124D06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课本仿写 · 让景物有人的表现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EC696D-E06E-4D80-AC58-AE9AEBBD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星星在夜空中________。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春天来了，花儿________。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一阵风吹来，树叶在风中________。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先口说，再解释哪里像人。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DB83A537-4A5C-4052-A862-B6490D72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3524842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412921B9-9C92-4603-A7FF-048EDE4B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拟人仿写 · 可接受示例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8B26FB-4541-4C23-8704-F7FCB1B4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星星在夜空中调皮地眨眼睛。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春天来了，花儿露出了笑脸。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一阵风吹来，树叶在风中挥手。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只写“星星很亮”没有拟人。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A76B5A75-A2F8-4C4D-AD39-E3852634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1284909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9D865CFD-9CC1-4484-BB82-DEB63EAE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读后说 · 你怎样看？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7EC265-B894-41F3-A1A7-1F3C6927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你觉得人类应该改变动物的基因吗？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为什么？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明确立场，说明理由；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用相符例子或条件支持，再回扣。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5E5318D4-48CC-4B9A-912E-C23F8FD8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5144446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D6FC4539-A8E3-4941-A15D-FC960FCD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读后说 · 一种示范思路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BBD374-751A-433E-9849-95AD6BB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我赞成在严格评估下研究。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课文设想的动物能提供食物，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说明作者期待科技改善生活。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但故事不能证明现实中一定安全，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所以应先取得可靠证据，再作决定。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45E57AAA-54B5-4BB6-8E72-D21C7455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8427417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A99B683A-F0CE-46A6-85C4-C61F5B86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读后说 · 怎样检查自己的理由？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1B4BBA-1B53-48A1-B21E-1032FDAF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我有没有回答“为什么”？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例子真的支持理由吗？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我有没有把想象当作事实？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不同立场均可，关键是解释清楚。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2A610B35-F141-4F5D-BC5A-BFB04563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26280535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ing">
            <a:extLst xmlns:a="http://schemas.openxmlformats.org/drawingml/2006/main">
              <a:ext uri="{FF2B5EF4-FFF2-40B4-BE49-F238E27FC236}">
                <a16:creationId xmlns:a16="http://schemas.microsoft.com/office/drawing/2014/main" id="{D83A205F-A8D6-4924-AE37-1CFC1EBA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600" b="1">
                <a:solidFill>
                  <a:srgbClr val="143E65"/>
                </a:solidFill>
                <a:latin typeface="Noto Serif CJK SC"/>
                <a:ea typeface="Noto Serif CJK SC"/>
                <a:cs typeface="Noto Serif CJK SC"/>
              </a:rPr>
              <a:t>第三课时 · 交流与订正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AD94EC-62EC-46F6-BD13-F294335E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先说理由，再听不同看法。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回看首次回答，补证据、补解释。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用词语闪卡复习，再回到原句。</a:t>
            </a:r>
          </a:p>
          <a:p xmlns:a="http://schemas.openxmlformats.org/drawingml/2006/main">
            <a:pPr>
              <a:def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不另加新篇章或课后一周小测。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79B53DEB-67E6-4E19-9404-208F134B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526878"/>
                </a:solidFill>
                <a:latin typeface="Noto Serif CJK SC"/>
                <a:ea typeface="Noto Serif CJK SC"/>
                <a:cs typeface="Noto Serif CJK SC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589711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2026-10-26T05:15:10.1800000Z</dcterms:created>
  <dcterms:modified xsi:type="dcterms:W3CDTF">2026-10-26T05:15:10.1800000Z</dcterms:modified>
</coreProperties>
</file>