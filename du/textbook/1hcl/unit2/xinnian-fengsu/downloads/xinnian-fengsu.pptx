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96ced72f2d5740d6"/><Relationship Type="http://schemas.openxmlformats.org/officeDocument/2006/relationships/extended-properties" Target="/docProps/app.xml" Id="R7c01a4f3a3774288"/><Relationship Type="http://schemas.openxmlformats.org/officeDocument/2006/relationships/officeDocument" Target="/ppt/presentation.xml" Id="Rc784524926cf4db0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2d3e817a064240"/>
  </p:sldMasterIdLst>
  <p:notesMasterIdLst>
    <p:notesMasterId xmlns:r="http://schemas.openxmlformats.org/officeDocument/2006/relationships" r:id="R6b7e1225c9c641e0"/>
  </p:notesMasterIdLst>
  <p:sldIdLst>
    <p:sldId xmlns:r="http://schemas.openxmlformats.org/officeDocument/2006/relationships" id="256" r:id="Rd3018fd68ae64235"/>
    <p:sldId xmlns:r="http://schemas.openxmlformats.org/officeDocument/2006/relationships" id="257" r:id="Rd83a9da1959742c2"/>
    <p:sldId xmlns:r="http://schemas.openxmlformats.org/officeDocument/2006/relationships" id="258" r:id="Rc470307f838b44b9"/>
    <p:sldId xmlns:r="http://schemas.openxmlformats.org/officeDocument/2006/relationships" id="259" r:id="R32807150b40e4b22"/>
    <p:sldId xmlns:r="http://schemas.openxmlformats.org/officeDocument/2006/relationships" id="260" r:id="R66e73c5bc1e24d17"/>
    <p:sldId xmlns:r="http://schemas.openxmlformats.org/officeDocument/2006/relationships" id="261" r:id="Rbcebb7991a3e4a28"/>
    <p:sldId xmlns:r="http://schemas.openxmlformats.org/officeDocument/2006/relationships" id="262" r:id="Rf9d3d2adb9f74cf7"/>
    <p:sldId xmlns:r="http://schemas.openxmlformats.org/officeDocument/2006/relationships" id="263" r:id="R23f9f0415694462e"/>
    <p:sldId xmlns:r="http://schemas.openxmlformats.org/officeDocument/2006/relationships" id="264" r:id="R29e55dee12224f78"/>
    <p:sldId xmlns:r="http://schemas.openxmlformats.org/officeDocument/2006/relationships" id="265" r:id="R49d5c7821f134664"/>
    <p:sldId xmlns:r="http://schemas.openxmlformats.org/officeDocument/2006/relationships" id="266" r:id="R8c62dc2b5dba4bb9"/>
    <p:sldId xmlns:r="http://schemas.openxmlformats.org/officeDocument/2006/relationships" id="267" r:id="Rf964fc096eb84dfb"/>
    <p:sldId xmlns:r="http://schemas.openxmlformats.org/officeDocument/2006/relationships" id="268" r:id="R53d9054a6dbc4fbb"/>
    <p:sldId xmlns:r="http://schemas.openxmlformats.org/officeDocument/2006/relationships" id="269" r:id="Re07bd57436084b32"/>
    <p:sldId xmlns:r="http://schemas.openxmlformats.org/officeDocument/2006/relationships" id="270" r:id="Rbe0b605b798b4f6c"/>
    <p:sldId xmlns:r="http://schemas.openxmlformats.org/officeDocument/2006/relationships" id="271" r:id="R0ec852cf2f604495"/>
    <p:sldId xmlns:r="http://schemas.openxmlformats.org/officeDocument/2006/relationships" id="272" r:id="R3c70d89e2ea949dd"/>
    <p:sldId xmlns:r="http://schemas.openxmlformats.org/officeDocument/2006/relationships" id="273" r:id="Ra770b9c063d34216"/>
    <p:sldId xmlns:r="http://schemas.openxmlformats.org/officeDocument/2006/relationships" id="274" r:id="R0452790e60be488a"/>
    <p:sldId xmlns:r="http://schemas.openxmlformats.org/officeDocument/2006/relationships" id="275" r:id="R6349cd2601994c15"/>
    <p:sldId xmlns:r="http://schemas.openxmlformats.org/officeDocument/2006/relationships" id="276" r:id="Ra90ab559917a4228"/>
    <p:sldId xmlns:r="http://schemas.openxmlformats.org/officeDocument/2006/relationships" id="277" r:id="Rfdfa870be1464e5c"/>
    <p:sldId xmlns:r="http://schemas.openxmlformats.org/officeDocument/2006/relationships" id="278" r:id="R68f5deb272ea4ff0"/>
    <p:sldId xmlns:r="http://schemas.openxmlformats.org/officeDocument/2006/relationships" id="279" r:id="R3e5e369d69bd4aa1"/>
    <p:sldId xmlns:r="http://schemas.openxmlformats.org/officeDocument/2006/relationships" id="280" r:id="Ra0379de8b4a4416e"/>
    <p:sldId xmlns:r="http://schemas.openxmlformats.org/officeDocument/2006/relationships" id="281" r:id="Rf666164bd05d4af7"/>
    <p:sldId xmlns:r="http://schemas.openxmlformats.org/officeDocument/2006/relationships" id="282" r:id="Rca07ca1062e84b85"/>
    <p:sldId xmlns:r="http://schemas.openxmlformats.org/officeDocument/2006/relationships" id="283" r:id="R712f90822aae4c6e"/>
    <p:sldId xmlns:r="http://schemas.openxmlformats.org/officeDocument/2006/relationships" id="284" r:id="R02a5e045c93f406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2e47f2218bd44d0d"/><Relationship Type="http://schemas.openxmlformats.org/officeDocument/2006/relationships/slideMaster" Target="/ppt/slideMasters/slideMaster1.xml" Id="R822d3e817a064240"/><Relationship Type="http://schemas.openxmlformats.org/officeDocument/2006/relationships/notesMaster" Target="/ppt/notesMasters/notesMaster1.xml" Id="R6b7e1225c9c641e0"/><Relationship Type="http://schemas.openxmlformats.org/officeDocument/2006/relationships/presProps" Target="/ppt/presProps.xml" Id="R3a844a3382b141eb"/><Relationship Type="http://schemas.openxmlformats.org/officeDocument/2006/relationships/tableStyles" Target="/ppt/tableStyles.xml" Id="Rd3953506e9d74fe0"/><Relationship Type="http://schemas.openxmlformats.org/officeDocument/2006/relationships/slide" Target="/ppt/slides/slide1.xml" Id="Rd3018fd68ae64235"/><Relationship Type="http://schemas.openxmlformats.org/officeDocument/2006/relationships/slide" Target="/ppt/slides/slide2.xml" Id="Rd83a9da1959742c2"/><Relationship Type="http://schemas.openxmlformats.org/officeDocument/2006/relationships/slide" Target="/ppt/slides/slide3.xml" Id="Rc470307f838b44b9"/><Relationship Type="http://schemas.openxmlformats.org/officeDocument/2006/relationships/slide" Target="/ppt/slides/slide4.xml" Id="R32807150b40e4b22"/><Relationship Type="http://schemas.openxmlformats.org/officeDocument/2006/relationships/slide" Target="/ppt/slides/slide5.xml" Id="R66e73c5bc1e24d17"/><Relationship Type="http://schemas.openxmlformats.org/officeDocument/2006/relationships/slide" Target="/ppt/slides/slide6.xml" Id="Rbcebb7991a3e4a28"/><Relationship Type="http://schemas.openxmlformats.org/officeDocument/2006/relationships/slide" Target="/ppt/slides/slide7.xml" Id="Rf9d3d2adb9f74cf7"/><Relationship Type="http://schemas.openxmlformats.org/officeDocument/2006/relationships/slide" Target="/ppt/slides/slide8.xml" Id="R23f9f0415694462e"/><Relationship Type="http://schemas.openxmlformats.org/officeDocument/2006/relationships/slide" Target="/ppt/slides/slide9.xml" Id="R29e55dee12224f78"/><Relationship Type="http://schemas.openxmlformats.org/officeDocument/2006/relationships/slide" Target="/ppt/slides/slide10.xml" Id="R49d5c7821f134664"/><Relationship Type="http://schemas.openxmlformats.org/officeDocument/2006/relationships/slide" Target="/ppt/slides/slide11.xml" Id="R8c62dc2b5dba4bb9"/><Relationship Type="http://schemas.openxmlformats.org/officeDocument/2006/relationships/slide" Target="/ppt/slides/slide12.xml" Id="Rf964fc096eb84dfb"/><Relationship Type="http://schemas.openxmlformats.org/officeDocument/2006/relationships/slide" Target="/ppt/slides/slide13.xml" Id="R53d9054a6dbc4fbb"/><Relationship Type="http://schemas.openxmlformats.org/officeDocument/2006/relationships/slide" Target="/ppt/slides/slide14.xml" Id="Re07bd57436084b32"/><Relationship Type="http://schemas.openxmlformats.org/officeDocument/2006/relationships/slide" Target="/ppt/slides/slide15.xml" Id="Rbe0b605b798b4f6c"/><Relationship Type="http://schemas.openxmlformats.org/officeDocument/2006/relationships/slide" Target="/ppt/slides/slide16.xml" Id="R0ec852cf2f604495"/><Relationship Type="http://schemas.openxmlformats.org/officeDocument/2006/relationships/slide" Target="/ppt/slides/slide17.xml" Id="R3c70d89e2ea949dd"/><Relationship Type="http://schemas.openxmlformats.org/officeDocument/2006/relationships/slide" Target="/ppt/slides/slide18.xml" Id="Ra770b9c063d34216"/><Relationship Type="http://schemas.openxmlformats.org/officeDocument/2006/relationships/slide" Target="/ppt/slides/slide19.xml" Id="R0452790e60be488a"/><Relationship Type="http://schemas.openxmlformats.org/officeDocument/2006/relationships/slide" Target="/ppt/slides/slide20.xml" Id="R6349cd2601994c15"/><Relationship Type="http://schemas.openxmlformats.org/officeDocument/2006/relationships/slide" Target="/ppt/slides/slide21.xml" Id="Ra90ab559917a4228"/><Relationship Type="http://schemas.openxmlformats.org/officeDocument/2006/relationships/slide" Target="/ppt/slides/slide22.xml" Id="Rfdfa870be1464e5c"/><Relationship Type="http://schemas.openxmlformats.org/officeDocument/2006/relationships/slide" Target="/ppt/slides/slide23.xml" Id="R68f5deb272ea4ff0"/><Relationship Type="http://schemas.openxmlformats.org/officeDocument/2006/relationships/slide" Target="/ppt/slides/slide24.xml" Id="R3e5e369d69bd4aa1"/><Relationship Type="http://schemas.openxmlformats.org/officeDocument/2006/relationships/slide" Target="/ppt/slides/slide25.xml" Id="Ra0379de8b4a4416e"/><Relationship Type="http://schemas.openxmlformats.org/officeDocument/2006/relationships/slide" Target="/ppt/slides/slide26.xml" Id="Rf666164bd05d4af7"/><Relationship Type="http://schemas.openxmlformats.org/officeDocument/2006/relationships/slide" Target="/ppt/slides/slide27.xml" Id="Rca07ca1062e84b85"/><Relationship Type="http://schemas.openxmlformats.org/officeDocument/2006/relationships/slide" Target="/ppt/slides/slide28.xml" Id="R712f90822aae4c6e"/><Relationship Type="http://schemas.openxmlformats.org/officeDocument/2006/relationships/slide" Target="/ppt/slides/slide29.xml" Id="R02a5e045c93f4069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e3708922e6ad4dc8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/ppt/slides/slide1.xml" Id="R785f9108d13744c1"/><Relationship Type="http://schemas.openxmlformats.org/officeDocument/2006/relationships/notesMaster" Target="/ppt/notesMasters/notesMaster1.xml" Id="R0428bea71e444b4c"/></Relationships>
</file>

<file path=ppt/notesSlides/_rels/notesSlide2.xml.rels><?xml version='1.0' encoding='UTF-8' standalone='yes'?>
<Relationships xmlns="http://schemas.openxmlformats.org/package/2006/relationships"><Relationship Type="http://schemas.openxmlformats.org/officeDocument/2006/relationships/slide" Target="/ppt/slides/slide2.xml" Id="Race9c32b4e2b448a"/><Relationship Type="http://schemas.openxmlformats.org/officeDocument/2006/relationships/notesMaster" Target="/ppt/notesMasters/notesMaster1.xml" Id="Re089b2a231d54f21"/></Relationships>
</file>

<file path=ppt/notesSlides/_rels/notesSlide3.xml.rels><?xml version='1.0' encoding='UTF-8' standalone='yes'?>
<Relationships xmlns="http://schemas.openxmlformats.org/package/2006/relationships"><Relationship Type="http://schemas.openxmlformats.org/officeDocument/2006/relationships/slide" Target="/ppt/slides/slide3.xml" Id="R45b7827717334620"/><Relationship Type="http://schemas.openxmlformats.org/officeDocument/2006/relationships/notesMaster" Target="/ppt/notesMasters/notesMaster1.xml" Id="Red5d7031bfc044ba"/></Relationships>
</file>

<file path=ppt/notesSlides/_rels/notesSlide4.xml.rels><?xml version='1.0' encoding='UTF-8' standalone='yes'?>
<Relationships xmlns="http://schemas.openxmlformats.org/package/2006/relationships"><Relationship Type="http://schemas.openxmlformats.org/officeDocument/2006/relationships/slide" Target="/ppt/slides/slide4.xml" Id="Rc346d5daad4b4d85"/><Relationship Type="http://schemas.openxmlformats.org/officeDocument/2006/relationships/notesMaster" Target="/ppt/notesMasters/notesMaster1.xml" Id="Rbaf12ab15e144c67"/></Relationships>
</file>

<file path=ppt/notesSlides/_rels/notesSlide5.xml.rels><?xml version='1.0' encoding='UTF-8' standalone='yes'?>
<Relationships xmlns="http://schemas.openxmlformats.org/package/2006/relationships"><Relationship Type="http://schemas.openxmlformats.org/officeDocument/2006/relationships/slide" Target="/ppt/slides/slide5.xml" Id="R55914a7c7e7a4b33"/><Relationship Type="http://schemas.openxmlformats.org/officeDocument/2006/relationships/notesMaster" Target="/ppt/notesMasters/notesMaster1.xml" Id="Rce35bea4254d4450"/></Relationships>
</file>

<file path=ppt/notesSlides/_rels/notesSlide6.xml.rels><?xml version='1.0' encoding='UTF-8' standalone='yes'?>
<Relationships xmlns="http://schemas.openxmlformats.org/package/2006/relationships"><Relationship Type="http://schemas.openxmlformats.org/officeDocument/2006/relationships/slide" Target="/ppt/slides/slide6.xml" Id="R47ba1571fb7746b2"/><Relationship Type="http://schemas.openxmlformats.org/officeDocument/2006/relationships/notesMaster" Target="/ppt/notesMasters/notesMaster1.xml" Id="R1a25901c247e4710"/></Relationships>
</file>

<file path=ppt/notesSlides/_rels/notesSlide7.xml.rels><?xml version='1.0' encoding='UTF-8' standalone='yes'?>
<Relationships xmlns="http://schemas.openxmlformats.org/package/2006/relationships"><Relationship Type="http://schemas.openxmlformats.org/officeDocument/2006/relationships/slide" Target="/ppt/slides/slide7.xml" Id="Rcc613723ccc9465c"/><Relationship Type="http://schemas.openxmlformats.org/officeDocument/2006/relationships/notesMaster" Target="/ppt/notesMasters/notesMaster1.xml" Id="Rf3d4c6cd1cb04cb2"/></Relationships>
</file>

<file path=ppt/notesSlides/_rels/notesSlide8.xml.rels><?xml version='1.0' encoding='UTF-8' standalone='yes'?>
<Relationships xmlns="http://schemas.openxmlformats.org/package/2006/relationships"><Relationship Type="http://schemas.openxmlformats.org/officeDocument/2006/relationships/slide" Target="/ppt/slides/slide8.xml" Id="R7b0030cfcbac4d75"/><Relationship Type="http://schemas.openxmlformats.org/officeDocument/2006/relationships/notesMaster" Target="/ppt/notesMasters/notesMaster1.xml" Id="R85e6820b9c8e4a56"/></Relationships>
</file>

<file path=ppt/notesSlides/_rels/notesSlide9.xml.rels><?xml version='1.0' encoding='UTF-8' standalone='yes'?>
<Relationships xmlns="http://schemas.openxmlformats.org/package/2006/relationships"><Relationship Type="http://schemas.openxmlformats.org/officeDocument/2006/relationships/slide" Target="/ppt/slides/slide9.xml" Id="Raca484b6e2b84c20"/><Relationship Type="http://schemas.openxmlformats.org/officeDocument/2006/relationships/notesMaster" Target="/ppt/notesMasters/notesMaster1.xml" Id="R60c12b665d504d1a"/></Relationships>
</file>

<file path=ppt/notesSlides/_rels/notesSlide10.xml.rels><?xml version='1.0' encoding='UTF-8' standalone='yes'?>
<Relationships xmlns="http://schemas.openxmlformats.org/package/2006/relationships"><Relationship Type="http://schemas.openxmlformats.org/officeDocument/2006/relationships/slide" Target="/ppt/slides/slide10.xml" Id="R5e0f9e559ff94401"/><Relationship Type="http://schemas.openxmlformats.org/officeDocument/2006/relationships/notesMaster" Target="/ppt/notesMasters/notesMaster1.xml" Id="R7414181808dc43af"/></Relationships>
</file>

<file path=ppt/notesSlides/_rels/notesSlide11.xml.rels><?xml version='1.0' encoding='UTF-8' standalone='yes'?>
<Relationships xmlns="http://schemas.openxmlformats.org/package/2006/relationships"><Relationship Type="http://schemas.openxmlformats.org/officeDocument/2006/relationships/slide" Target="/ppt/slides/slide11.xml" Id="R1b61e9911da549d3"/><Relationship Type="http://schemas.openxmlformats.org/officeDocument/2006/relationships/notesMaster" Target="/ppt/notesMasters/notesMaster1.xml" Id="R2a9f25b74d9d483b"/></Relationships>
</file>

<file path=ppt/notesSlides/_rels/notesSlide12.xml.rels><?xml version='1.0' encoding='UTF-8' standalone='yes'?>
<Relationships xmlns="http://schemas.openxmlformats.org/package/2006/relationships"><Relationship Type="http://schemas.openxmlformats.org/officeDocument/2006/relationships/slide" Target="/ppt/slides/slide12.xml" Id="R5db76662457b4668"/><Relationship Type="http://schemas.openxmlformats.org/officeDocument/2006/relationships/notesMaster" Target="/ppt/notesMasters/notesMaster1.xml" Id="Rb28483ece13046c0"/></Relationships>
</file>

<file path=ppt/notesSlides/_rels/notesSlide13.xml.rels><?xml version='1.0' encoding='UTF-8' standalone='yes'?>
<Relationships xmlns="http://schemas.openxmlformats.org/package/2006/relationships"><Relationship Type="http://schemas.openxmlformats.org/officeDocument/2006/relationships/slide" Target="/ppt/slides/slide13.xml" Id="R32b324f1969d4a71"/><Relationship Type="http://schemas.openxmlformats.org/officeDocument/2006/relationships/notesMaster" Target="/ppt/notesMasters/notesMaster1.xml" Id="R34e0e78a6cf04030"/></Relationships>
</file>

<file path=ppt/notesSlides/_rels/notesSlide14.xml.rels><?xml version='1.0' encoding='UTF-8' standalone='yes'?>
<Relationships xmlns="http://schemas.openxmlformats.org/package/2006/relationships"><Relationship Type="http://schemas.openxmlformats.org/officeDocument/2006/relationships/slide" Target="/ppt/slides/slide14.xml" Id="R7587f42be71749b7"/><Relationship Type="http://schemas.openxmlformats.org/officeDocument/2006/relationships/notesMaster" Target="/ppt/notesMasters/notesMaster1.xml" Id="Red8ca0a6c9f54dd7"/></Relationships>
</file>

<file path=ppt/notesSlides/_rels/notesSlide15.xml.rels><?xml version='1.0' encoding='UTF-8' standalone='yes'?>
<Relationships xmlns="http://schemas.openxmlformats.org/package/2006/relationships"><Relationship Type="http://schemas.openxmlformats.org/officeDocument/2006/relationships/slide" Target="/ppt/slides/slide15.xml" Id="R5e6d6dd3cab84075"/><Relationship Type="http://schemas.openxmlformats.org/officeDocument/2006/relationships/notesMaster" Target="/ppt/notesMasters/notesMaster1.xml" Id="R1598eef99a7749f3"/></Relationships>
</file>

<file path=ppt/notesSlides/_rels/notesSlide16.xml.rels><?xml version='1.0' encoding='UTF-8' standalone='yes'?>
<Relationships xmlns="http://schemas.openxmlformats.org/package/2006/relationships"><Relationship Type="http://schemas.openxmlformats.org/officeDocument/2006/relationships/slide" Target="/ppt/slides/slide16.xml" Id="R6dda88e61e454f5d"/><Relationship Type="http://schemas.openxmlformats.org/officeDocument/2006/relationships/notesMaster" Target="/ppt/notesMasters/notesMaster1.xml" Id="R371cf210e58d4416"/></Relationships>
</file>

<file path=ppt/notesSlides/_rels/notesSlide17.xml.rels><?xml version='1.0' encoding='UTF-8' standalone='yes'?>
<Relationships xmlns="http://schemas.openxmlformats.org/package/2006/relationships"><Relationship Type="http://schemas.openxmlformats.org/officeDocument/2006/relationships/slide" Target="/ppt/slides/slide17.xml" Id="Rb764287d32a54f63"/><Relationship Type="http://schemas.openxmlformats.org/officeDocument/2006/relationships/notesMaster" Target="/ppt/notesMasters/notesMaster1.xml" Id="Rb32f45a7865d4dcb"/></Relationships>
</file>

<file path=ppt/notesSlides/_rels/notesSlide18.xml.rels><?xml version='1.0' encoding='UTF-8' standalone='yes'?>
<Relationships xmlns="http://schemas.openxmlformats.org/package/2006/relationships"><Relationship Type="http://schemas.openxmlformats.org/officeDocument/2006/relationships/slide" Target="/ppt/slides/slide18.xml" Id="Rbf67219d1f324cb7"/><Relationship Type="http://schemas.openxmlformats.org/officeDocument/2006/relationships/notesMaster" Target="/ppt/notesMasters/notesMaster1.xml" Id="Rbe7ce705109b483a"/></Relationships>
</file>

<file path=ppt/notesSlides/_rels/notesSlide19.xml.rels><?xml version='1.0' encoding='UTF-8' standalone='yes'?>
<Relationships xmlns="http://schemas.openxmlformats.org/package/2006/relationships"><Relationship Type="http://schemas.openxmlformats.org/officeDocument/2006/relationships/slide" Target="/ppt/slides/slide19.xml" Id="R49286b4bc8434321"/><Relationship Type="http://schemas.openxmlformats.org/officeDocument/2006/relationships/notesMaster" Target="/ppt/notesMasters/notesMaster1.xml" Id="R4160a0ba8b5a467e"/></Relationships>
</file>

<file path=ppt/notesSlides/_rels/notesSlide20.xml.rels><?xml version='1.0' encoding='UTF-8' standalone='yes'?>
<Relationships xmlns="http://schemas.openxmlformats.org/package/2006/relationships"><Relationship Type="http://schemas.openxmlformats.org/officeDocument/2006/relationships/slide" Target="/ppt/slides/slide20.xml" Id="Ra63ba6216059402a"/><Relationship Type="http://schemas.openxmlformats.org/officeDocument/2006/relationships/notesMaster" Target="/ppt/notesMasters/notesMaster1.xml" Id="Rb10f96b8a04242c1"/></Relationships>
</file>

<file path=ppt/notesSlides/_rels/notesSlide21.xml.rels><?xml version='1.0' encoding='UTF-8' standalone='yes'?>
<Relationships xmlns="http://schemas.openxmlformats.org/package/2006/relationships"><Relationship Type="http://schemas.openxmlformats.org/officeDocument/2006/relationships/slide" Target="/ppt/slides/slide21.xml" Id="R0ca16d24125c4a89"/><Relationship Type="http://schemas.openxmlformats.org/officeDocument/2006/relationships/notesMaster" Target="/ppt/notesMasters/notesMaster1.xml" Id="Rd39a1ad331444a94"/></Relationships>
</file>

<file path=ppt/notesSlides/_rels/notesSlide22.xml.rels><?xml version='1.0' encoding='UTF-8' standalone='yes'?>
<Relationships xmlns="http://schemas.openxmlformats.org/package/2006/relationships"><Relationship Type="http://schemas.openxmlformats.org/officeDocument/2006/relationships/slide" Target="/ppt/slides/slide22.xml" Id="Rf2ac5075aeb5414b"/><Relationship Type="http://schemas.openxmlformats.org/officeDocument/2006/relationships/notesMaster" Target="/ppt/notesMasters/notesMaster1.xml" Id="R7a9a082fb7ae4761"/></Relationships>
</file>

<file path=ppt/notesSlides/_rels/notesSlide23.xml.rels><?xml version='1.0' encoding='UTF-8' standalone='yes'?>
<Relationships xmlns="http://schemas.openxmlformats.org/package/2006/relationships"><Relationship Type="http://schemas.openxmlformats.org/officeDocument/2006/relationships/slide" Target="/ppt/slides/slide23.xml" Id="R06e70166539e43fa"/><Relationship Type="http://schemas.openxmlformats.org/officeDocument/2006/relationships/notesMaster" Target="/ppt/notesMasters/notesMaster1.xml" Id="R4a8cd7a75a394cf1"/></Relationships>
</file>

<file path=ppt/notesSlides/_rels/notesSlide24.xml.rels><?xml version='1.0' encoding='UTF-8' standalone='yes'?>
<Relationships xmlns="http://schemas.openxmlformats.org/package/2006/relationships"><Relationship Type="http://schemas.openxmlformats.org/officeDocument/2006/relationships/slide" Target="/ppt/slides/slide24.xml" Id="R152111f2c5e3465a"/><Relationship Type="http://schemas.openxmlformats.org/officeDocument/2006/relationships/notesMaster" Target="/ppt/notesMasters/notesMaster1.xml" Id="R8658b07f7223416c"/></Relationships>
</file>

<file path=ppt/notesSlides/_rels/notesSlide25.xml.rels><?xml version='1.0' encoding='UTF-8' standalone='yes'?>
<Relationships xmlns="http://schemas.openxmlformats.org/package/2006/relationships"><Relationship Type="http://schemas.openxmlformats.org/officeDocument/2006/relationships/slide" Target="/ppt/slides/slide25.xml" Id="Rc636289509c64547"/><Relationship Type="http://schemas.openxmlformats.org/officeDocument/2006/relationships/notesMaster" Target="/ppt/notesMasters/notesMaster1.xml" Id="R1ba81349071640a4"/></Relationships>
</file>

<file path=ppt/notesSlides/_rels/notesSlide26.xml.rels><?xml version='1.0' encoding='UTF-8' standalone='yes'?>
<Relationships xmlns="http://schemas.openxmlformats.org/package/2006/relationships"><Relationship Type="http://schemas.openxmlformats.org/officeDocument/2006/relationships/slide" Target="/ppt/slides/slide26.xml" Id="R64a4cdb46ae94eb2"/><Relationship Type="http://schemas.openxmlformats.org/officeDocument/2006/relationships/notesMaster" Target="/ppt/notesMasters/notesMaster1.xml" Id="R36c08f0672ea42e3"/></Relationships>
</file>

<file path=ppt/notesSlides/_rels/notesSlide27.xml.rels><?xml version='1.0' encoding='UTF-8' standalone='yes'?>
<Relationships xmlns="http://schemas.openxmlformats.org/package/2006/relationships"><Relationship Type="http://schemas.openxmlformats.org/officeDocument/2006/relationships/slide" Target="/ppt/slides/slide27.xml" Id="R826a398617784de6"/><Relationship Type="http://schemas.openxmlformats.org/officeDocument/2006/relationships/notesMaster" Target="/ppt/notesMasters/notesMaster1.xml" Id="R3870feef8de844d2"/></Relationships>
</file>

<file path=ppt/notesSlides/_rels/notesSlide28.xml.rels><?xml version='1.0' encoding='UTF-8' standalone='yes'?>
<Relationships xmlns="http://schemas.openxmlformats.org/package/2006/relationships"><Relationship Type="http://schemas.openxmlformats.org/officeDocument/2006/relationships/slide" Target="/ppt/slides/slide28.xml" Id="R4f5bb7ae8f654b75"/><Relationship Type="http://schemas.openxmlformats.org/officeDocument/2006/relationships/notesMaster" Target="/ppt/notesMasters/notesMaster1.xml" Id="R9a7528fd4eca49e5"/></Relationships>
</file>

<file path=ppt/notesSlides/_rels/notesSlide29.xml.rels><?xml version='1.0' encoding='UTF-8' standalone='yes'?>
<Relationships xmlns="http://schemas.openxmlformats.org/package/2006/relationships"><Relationship Type="http://schemas.openxmlformats.org/officeDocument/2006/relationships/slide" Target="/ppt/slides/slide29.xml" Id="R28d0a80ebbeb4869"/><Relationship Type="http://schemas.openxmlformats.org/officeDocument/2006/relationships/notesMaster" Target="/ppt/notesMasters/notesMaster1.xml" Id="Ra505a6d4ad874cd3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生活空间，一课时50分钟。先图文自读，再完成原题。问题与讲解分页。</a:t>
            </a:r>
          </a:p>
          <a:p xmlns:a="http://schemas.openxmlformats.org/drawingml/2006/main">
            <a:r>
              <a:t>来源：教师提供的课文《世界各地的新年风俗》、阅读放大镜、教参和原漫画。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3分钟口头导入，不要求另写一题。不要把“刚刚过完新年”当作实际课堂日期。</a:t>
            </a:r>
          </a:p>
          <a:p xmlns:a="http://schemas.openxmlformats.org/drawingml/2006/main">
            <a:r>
              <a:t>来源：教师提供的课文《世界各地的新年风俗》、阅读放大镜、教参和原漫画。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自主图文阅读7分钟，按第1—5段顺序。允许查词与回看漫画；不设阅读解锁。</a:t>
            </a:r>
          </a:p>
          <a:p xmlns:a="http://schemas.openxmlformats.org/drawingml/2006/main">
            <a:r>
              <a:t>来源：教师提供的课文《世界各地的新年风俗》、阅读放大镜、教参和原漫画。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短概念示范，不用未教概念直接测试。握手例子为解释词义，不新增测验。</a:t>
            </a:r>
          </a:p>
          <a:p xmlns:a="http://schemas.openxmlformats.org/drawingml/2006/main">
            <a:r>
              <a:t>来源：教师提供的课文《世界各地的新年风俗》、阅读放大镜、教参和原漫画。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教师示范（我做）。本页完整原文，先读，暂不揭示下一页整理答案。</a:t>
            </a:r>
          </a:p>
          <a:p xmlns:a="http://schemas.openxmlformats.org/drawingml/2006/main">
            <a:r>
              <a:t>来源：教师提供的课文《世界各地的新年风俗》、阅读放大镜、教参和原漫画。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教师示范（我做）</a:t>
            </a:r>
          </a:p>
          <a:p xmlns:a="http://schemas.openxmlformats.org/drawingml/2006/main">
            <a:r>
              <a:t>课本第二题按地区拆步。先口头说时间，再在网页点选。</a:t>
            </a:r>
          </a:p>
          <a:p xmlns:a="http://schemas.openxmlformats.org/drawingml/2006/main">
            <a:r>
              <a:t>回看第1段，把“做什么”和“表示什么”分开。</a:t>
            </a:r>
          </a:p>
          <a:p xmlns:a="http://schemas.openxmlformats.org/drawingml/2006/main">
            <a:r>
              <a:t>留意这些词：午夜12点、连续、象征</a:t>
            </a:r>
          </a:p>
          <a:p xmlns:a="http://schemas.openxmlformats.org/drawingml/2006/main">
            <a:r>
              <a:t>来源：教师提供的课文《世界各地的新年风俗》、阅读放大镜、教参和原漫画。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把“吃葡萄”与“美好愿望”分开。十二颗葡萄对应十二个月，表达祝愿，并非保证每个月一定顺利。</a:t>
            </a:r>
          </a:p>
          <a:p xmlns:a="http://schemas.openxmlformats.org/drawingml/2006/main">
            <a:r>
              <a:t>只写“吃葡萄”漏了时间与数量；把象征当成一定实现的结果。</a:t>
            </a:r>
          </a:p>
          <a:p xmlns:a="http://schemas.openxmlformats.org/drawingml/2006/main">
            <a:r>
              <a:t>形成性练习。方式、寓意各1点，独立核对，共2点；不设连带清零。网页首次正确率按整组两项均正确计算。</a:t>
            </a:r>
          </a:p>
          <a:p xmlns:a="http://schemas.openxmlformats.org/drawingml/2006/main">
            <a:r>
              <a:t>来源：教师提供的课文《世界各地的新年风俗》、阅读放大镜、教参和原漫画。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师生共构（我们做）。本页完整原文，先读，暂不揭示下一页整理答案。</a:t>
            </a:r>
          </a:p>
          <a:p xmlns:a="http://schemas.openxmlformats.org/drawingml/2006/main">
            <a:r>
              <a:t>来源：教师提供的课文《世界各地的新年风俗》、阅读放大镜、教参和原漫画。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师生共构（我们做）</a:t>
            </a:r>
          </a:p>
          <a:p xmlns:a="http://schemas.openxmlformats.org/drawingml/2006/main">
            <a:r>
              <a:t>课本第二题按地区拆步。先口头说时间，再在网页点选。</a:t>
            </a:r>
          </a:p>
          <a:p xmlns:a="http://schemas.openxmlformats.org/drawingml/2006/main">
            <a:r>
              <a:t>回看第2段，把“做什么”和“表示什么”分开。</a:t>
            </a:r>
          </a:p>
          <a:p xmlns:a="http://schemas.openxmlformats.org/drawingml/2006/main">
            <a:r>
              <a:t>留意这些词：钟声敲响后、泼、以示</a:t>
            </a:r>
          </a:p>
          <a:p xmlns:a="http://schemas.openxmlformats.org/drawingml/2006/main">
            <a:r>
              <a:t>来源：教师提供的课文《世界各地的新年风俗》、阅读放大镜、教参和原漫画。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“准备一碗清水”是准备动作；钟响后泼水才是迎新方式。“以示”后面说明寓意。</a:t>
            </a:r>
          </a:p>
          <a:p xmlns:a="http://schemas.openxmlformats.org/drawingml/2006/main">
            <a:r>
              <a:t>只写“准备清水”没有写出迎新动作；与意大利抛瓶罐混淆。</a:t>
            </a:r>
          </a:p>
          <a:p xmlns:a="http://schemas.openxmlformats.org/drawingml/2006/main">
            <a:r>
              <a:t>形成性练习。方式、寓意各1点，独立核对，共2点；不设连带清零。网页首次正确率按整组两项均正确计算。</a:t>
            </a:r>
          </a:p>
          <a:p xmlns:a="http://schemas.openxmlformats.org/drawingml/2006/main">
            <a:r>
              <a:t>来源：教师提供的课文《世界各地的新年风俗》、阅读放大镜、教参和原漫画。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学生独立（你做）。本页完整原文，先读，暂不揭示下一页整理答案。</a:t>
            </a:r>
          </a:p>
          <a:p xmlns:a="http://schemas.openxmlformats.org/drawingml/2006/main">
            <a:r>
              <a:t>来源：教师提供的课文《世界各地的新年风俗》、阅读放大镜、教参和原漫画。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学生独立（你做）</a:t>
            </a:r>
          </a:p>
          <a:p xmlns:a="http://schemas.openxmlformats.org/drawingml/2006/main">
            <a:r>
              <a:t>课本第二题按地区拆步。先口头说时间，再在网页点选。</a:t>
            </a:r>
          </a:p>
          <a:p xmlns:a="http://schemas.openxmlformats.org/drawingml/2006/main">
            <a:r>
              <a:t>回看第3段，把“做什么”和“表示什么”分开。</a:t>
            </a:r>
          </a:p>
          <a:p xmlns:a="http://schemas.openxmlformats.org/drawingml/2006/main">
            <a:r>
              <a:t>留意这些词：夜幕、午夜、表示</a:t>
            </a:r>
          </a:p>
          <a:p xmlns:a="http://schemas.openxmlformats.org/drawingml/2006/main">
            <a:r>
              <a:t>来源：教师提供的课文《世界各地的新年风俗》、阅读放大镜、教参和原漫画。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这一段有两个时间点。夜幕降临时燃放烟火、跳舞；午夜扔旧瓶罐，寓意去除烦恼和厄运。</a:t>
            </a:r>
          </a:p>
          <a:p xmlns:a="http://schemas.openxmlformats.org/drawingml/2006/main">
            <a:r>
              <a:t>把“朋友多”当成意大利风俗的寓意；漏掉夜晚与午夜的先后。</a:t>
            </a:r>
          </a:p>
          <a:p xmlns:a="http://schemas.openxmlformats.org/drawingml/2006/main">
            <a:r>
              <a:t>形成性练习。方式、寓意各1点，独立核对，共2点；不设连带清零。网页首次正确率按整组两项均正确计算。</a:t>
            </a:r>
          </a:p>
          <a:p xmlns:a="http://schemas.openxmlformats.org/drawingml/2006/main">
            <a:r>
              <a:t>来源：教师提供的课文《世界各地的新年风俗》、阅读放大镜、教参和原漫画。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学生独立（你做）。本页完整原文，先读，暂不揭示下一页整理答案。</a:t>
            </a:r>
          </a:p>
          <a:p xmlns:a="http://schemas.openxmlformats.org/drawingml/2006/main">
            <a:r>
              <a:t>来源：教师提供的课文《世界各地的新年风俗》、阅读放大镜、教参和原漫画。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学生独立（你做）</a:t>
            </a:r>
          </a:p>
          <a:p xmlns:a="http://schemas.openxmlformats.org/drawingml/2006/main">
            <a:r>
              <a:t>课本第二题按地区拆步。先口头说时间，再在网页点选。</a:t>
            </a:r>
          </a:p>
          <a:p xmlns:a="http://schemas.openxmlformats.org/drawingml/2006/main">
            <a:r>
              <a:t>回看第4段，把“做什么”和“表示什么”分开。</a:t>
            </a:r>
          </a:p>
          <a:p xmlns:a="http://schemas.openxmlformats.org/drawingml/2006/main">
            <a:r>
              <a:t>留意这些词：平时打碎、朋友多、预示</a:t>
            </a:r>
          </a:p>
          <a:p xmlns:a="http://schemas.openxmlformats.org/drawingml/2006/main">
            <a:r>
              <a:t>来源：教师提供的课文《世界各地的新年风俗》、阅读放大镜、教参和原漫画。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课文写的是送“平时打碎”的杯盘碗碟，并没有写为了送朋友而特意打碎。碎片数量在风俗中代表朋友多及好兆头。</a:t>
            </a:r>
          </a:p>
          <a:p xmlns:a="http://schemas.openxmlformats.org/drawingml/2006/main">
            <a:r>
              <a:t>解释成朋友故意破坏物品；只答“垃圾多”，忽略课文的象征意思。</a:t>
            </a:r>
          </a:p>
          <a:p xmlns:a="http://schemas.openxmlformats.org/drawingml/2006/main">
            <a:r>
              <a:t>形成性练习。方式、寓意各1点，独立核对，共2点；不设连带清零。网页首次正确率按整组两项均正确计算。</a:t>
            </a:r>
          </a:p>
          <a:p xmlns:a="http://schemas.openxmlformats.org/drawingml/2006/main">
            <a:r>
              <a:t>来源：教师提供的课文《世界各地的新年风俗》、阅读放大镜、教参和原漫画。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学生独立（你做）。本页完整原文，先读，暂不揭示下一页整理答案。</a:t>
            </a:r>
          </a:p>
          <a:p xmlns:a="http://schemas.openxmlformats.org/drawingml/2006/main">
            <a:r>
              <a:t>来源：教师提供的课文《世界各地的新年风俗》、阅读放大镜、教参和原漫画。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学生独立（你做）</a:t>
            </a:r>
          </a:p>
          <a:p xmlns:a="http://schemas.openxmlformats.org/drawingml/2006/main">
            <a:r>
              <a:t>课本第二题按地区拆步。先口头说时间，再在网页点选。</a:t>
            </a:r>
          </a:p>
          <a:p xmlns:a="http://schemas.openxmlformats.org/drawingml/2006/main">
            <a:r>
              <a:t>回看第5段，把“做什么”和“表示什么”分开。</a:t>
            </a:r>
          </a:p>
          <a:p xmlns:a="http://schemas.openxmlformats.org/drawingml/2006/main">
            <a:r>
              <a:t>留意这些词：新年前、除夕夜、大年初一、希望</a:t>
            </a:r>
          </a:p>
          <a:p xmlns:a="http://schemas.openxmlformats.org/drawingml/2006/main">
            <a:r>
              <a:t>来源：教师提供的课文《世界各地的新年风俗》、阅读放大镜、教参和原漫画。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按“新年前—除夕夜—大年初一”整理。回家团聚体现珍惜亲情；“希望”提醒我们：祝福是愿望，不是保证。</a:t>
            </a:r>
          </a:p>
          <a:p xmlns:a="http://schemas.openxmlformats.org/drawingml/2006/main">
            <a:r>
              <a:t>把所有活动都写在大年初一；把农历新年当成阳历1月1日。</a:t>
            </a:r>
          </a:p>
          <a:p xmlns:a="http://schemas.openxmlformats.org/drawingml/2006/main">
            <a:r>
              <a:t>形成性练习。方式、寓意各1点，独立核对，共2点；不设连带清零。网页首次正确率按整组两项均正确计算。</a:t>
            </a:r>
          </a:p>
          <a:p xmlns:a="http://schemas.openxmlformats.org/drawingml/2006/main">
            <a:r>
              <a:t>来源：教师提供的课文《世界各地的新年风俗》、阅读放大镜、教参和原漫画。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对应课本小知识和原漫画第17—18格。只核对日期名称，不增加阴阳历知识测验。</a:t>
            </a:r>
          </a:p>
          <a:p xmlns:a="http://schemas.openxmlformats.org/drawingml/2006/main">
            <a:r>
              <a:t>来源：教师提供的课文《世界各地的新年风俗》、阅读放大镜、教参和原漫画。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学生独立（你做）</a:t>
            </a:r>
          </a:p>
          <a:p xmlns:a="http://schemas.openxmlformats.org/drawingml/2006/main">
            <a:r>
              <a:t>课本《阅读放大镜》第二题右栏＋教参2.3的共同点追问；证据解释为教师补充。</a:t>
            </a:r>
          </a:p>
          <a:p xmlns:a="http://schemas.openxmlformats.org/drawingml/2006/main">
            <a:r>
              <a:t>比较每段表示愿望的词，不只比较使用什么东西。</a:t>
            </a:r>
          </a:p>
          <a:p xmlns:a="http://schemas.openxmlformats.org/drawingml/2006/main">
            <a:r>
              <a:t>留意“事事如意、辞旧迎新、去除厄运、好兆头、诸事大吉”。选两个地方说明。</a:t>
            </a:r>
          </a:p>
          <a:p xmlns:a="http://schemas.openxmlformats.org/drawingml/2006/main">
            <a:r>
              <a:t>来源：教师提供的课文《世界各地的新年风俗》、阅读放大镜、教参和原漫画。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独立短答6分钟。回看不同段落，支持连续加入两句原文。不是只列举两个动作。</a:t>
            </a:r>
          </a:p>
          <a:p xmlns:a="http://schemas.openxmlformats.org/drawingml/2006/main">
            <a:r>
              <a:t>来源：教师提供的课文《世界各地的新年风俗》、阅读放大镜、教参和原漫画。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教师参考4点：共同愿望1点；两个准确例子各1点；解释例子与愿望的联系1点。各点独立给分，不以字数评分。</a:t>
            </a:r>
          </a:p>
          <a:p xmlns:a="http://schemas.openxmlformats.org/drawingml/2006/main">
            <a:r>
              <a:t>接受古巴、意大利、丹麦的准确例子。只说“都很有趣”或“都在午夜”不能概括全文。</a:t>
            </a:r>
          </a:p>
          <a:p xmlns:a="http://schemas.openxmlformats.org/drawingml/2006/main">
            <a:r>
              <a:t>来源：教师提供的课文《世界各地的新年风俗》、阅读放大镜、教参和原漫画。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根据课文内容，把可以搭配的词语连起来。保留课本左右两栏的初始次序，网页选项随机打乱。5分钟内完成与订正。</a:t>
            </a:r>
          </a:p>
          <a:p xmlns:a="http://schemas.openxmlformats.org/drawingml/2006/main">
            <a:r>
              <a:t>来源：教师提供的课文《世界各地的新年风俗》、阅读放大镜、教参和原漫画。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五组各1点；解释搭配要放回语境。网页统计为整组首次全对率，不能当逐空得分。</a:t>
            </a:r>
          </a:p>
          <a:p xmlns:a="http://schemas.openxmlformats.org/drawingml/2006/main">
            <a:r>
              <a:t>来源：教师提供的课文《世界各地的新年风俗》、阅读放大镜、教参和原漫画。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学生独立（你做）＋同桌分享</a:t>
            </a:r>
          </a:p>
          <a:p xmlns:a="http://schemas.openxmlformats.org/drawingml/2006/main">
            <a:r>
              <a:t>课本《阅读放大镜》第三题；“为什么／怎样表达愿望”为教师补充追问。</a:t>
            </a:r>
          </a:p>
          <a:p xmlns:a="http://schemas.openxmlformats.org/drawingml/2006/main">
            <a:r>
              <a:t>先核对资料是谁发布的，再找时间、做法和寓意。可使用已提供的资料入口。</a:t>
            </a:r>
          </a:p>
          <a:p xmlns:a="http://schemas.openxmlformats.org/drawingml/2006/main">
            <a:r>
              <a:t>不能只写“因为很有趣”。想想：物品的形状、数字或动作怎样表达愿望？</a:t>
            </a:r>
          </a:p>
          <a:p xmlns:a="http://schemas.openxmlformats.org/drawingml/2006/main">
            <a:r>
              <a:t>来源：教师提供的课文《世界各地的新年风俗》、阅读放大镜、教参和原漫画。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查资料与同桌分享9分钟。记录网站名称与网址。可用已核对的日本国家旅游局链接，也可自找可靠来源。</a:t>
            </a:r>
          </a:p>
          <a:p xmlns:a="http://schemas.openxmlformats.org/drawingml/2006/main">
            <a:r>
              <a:t>来源：教师提供的课文《世界各地的新年风俗》、阅读放大镜、教参和原漫画。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资料：日本国家旅游局（JNTO），New Year food traditions，2018-12-21。https://www.japan.travel/en/sg/story/new-year-food-traditions/ ，2026-10-22核对。学生先作答才揭示。此示范不是唯一答案。</a:t>
            </a:r>
          </a:p>
          <a:p xmlns:a="http://schemas.openxmlformats.org/drawingml/2006/main">
            <a:r>
              <a:t>来源：教师提供的课文《世界各地的新年风俗》、阅读放大镜、教参和原漫画。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3分钟收束。首次答案保留，订正另存。开放题由教师覆核，不以字数或关键词自动评分。</a:t>
            </a:r>
          </a:p>
          <a:p xmlns:a="http://schemas.openxmlformats.org/drawingml/2006/main">
            <a:r>
              <a:t>来源：教师提供的课文《世界各地的新年风俗》、阅读放大镜、教参和原漫画。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dac86e31a74a4393"/></Relationships>
</file>

<file path=ppt/slideLayouts/_rels/slideLayout2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761df05d59eb43b4"/></Relationships>
</file>

<file path=ppt/slideLayouts/_rels/slideLayout3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bf5d3c916a2848af"/></Relationships>
</file>

<file path=ppt/slideLayouts/_rels/slideLayout4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9277b38493b5400f"/></Relationships>
</file>

<file path=ppt/slideLayouts/_rels/slideLayout5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fea255eef0c34175"/></Relationships>
</file>

<file path=ppt/slideLayouts/_rels/slideLayout6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3888534374a7447c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FB8ACA1-DD48-4E68-83B0-F3E03F9C3D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0B63BD8-06F0-401D-A9EF-A5BBEFDD1F7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6C5560C-8419-4A11-AE7A-FF3228A3F5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BF1762-86E8-453E-A9A4-94FCF27610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A24C98E-B810-4CEB-87A5-DFF91A636E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7CA136F-61C8-4199-98C6-81F4A8447F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72B5BD2-1CA0-4909-A0FE-BF637CA0E6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8C684AD-5274-45B7-9217-CDEDC4F173F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A95990E-0F86-4123-9221-E2E494568D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1C33611-6BF9-4520-B367-6D8CC317D3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4f66641d9af8472b"/><Relationship Type="http://schemas.openxmlformats.org/officeDocument/2006/relationships/slideLayout" Target="/ppt/slideLayouts/slideLayout1.xml" Id="Re4081735d26c4a83"/><Relationship Type="http://schemas.openxmlformats.org/officeDocument/2006/relationships/slideLayout" Target="/ppt/slideLayouts/slideLayout2.xml" Id="R0f7656e7775d4b68"/><Relationship Type="http://schemas.openxmlformats.org/officeDocument/2006/relationships/slideLayout" Target="/ppt/slideLayouts/slideLayout3.xml" Id="R9c750db7f9af41ea"/><Relationship Type="http://schemas.openxmlformats.org/officeDocument/2006/relationships/slideLayout" Target="/ppt/slideLayouts/slideLayout4.xml" Id="R1f3d551be2584d0d"/><Relationship Type="http://schemas.openxmlformats.org/officeDocument/2006/relationships/slideLayout" Target="/ppt/slideLayouts/slideLayout5.xml" Id="R77a86443a0894edf"/><Relationship Type="http://schemas.openxmlformats.org/officeDocument/2006/relationships/slideLayout" Target="/ppt/slideLayouts/slideLayout6.xml" Id="Rc694623642794109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081735d26c4a83"/>
    <p:sldLayoutId xmlns:r="http://schemas.openxmlformats.org/officeDocument/2006/relationships" id="2147483650" r:id="R0f7656e7775d4b68"/>
    <p:sldLayoutId xmlns:r="http://schemas.openxmlformats.org/officeDocument/2006/relationships" id="2147483651" r:id="R9c750db7f9af41ea"/>
    <p:sldLayoutId xmlns:r="http://schemas.openxmlformats.org/officeDocument/2006/relationships" id="2147483652" r:id="R1f3d551be2584d0d"/>
    <p:sldLayoutId xmlns:r="http://schemas.openxmlformats.org/officeDocument/2006/relationships" id="2147483653" r:id="R77a86443a0894edf"/>
    <p:sldLayoutId xmlns:r="http://schemas.openxmlformats.org/officeDocument/2006/relationships" id="2147483654" r:id="Rc6946236427941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5d203e8a61a4ef3"/><Relationship Type="http://schemas.openxmlformats.org/officeDocument/2006/relationships/image" Target="/ppt/media/image.png" Id="R6702cfb544174e78"/><Relationship Type="http://schemas.openxmlformats.org/officeDocument/2006/relationships/notesSlide" Target="/ppt/notesSlides/notesSlide1.xml" Id="R3d2999e34d41411e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93f37c12d6f472b"/><Relationship Type="http://schemas.openxmlformats.org/officeDocument/2006/relationships/notesSlide" Target="/ppt/notesSlides/notesSlide2.xml" Id="Re87697661d224ca1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2c57f9226bd4b08"/><Relationship Type="http://schemas.openxmlformats.org/officeDocument/2006/relationships/notesSlide" Target="/ppt/notesSlides/notesSlide3.xml" Id="Rdfa04ed304f34bde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df9ee6a41ac43a6"/><Relationship Type="http://schemas.openxmlformats.org/officeDocument/2006/relationships/notesSlide" Target="/ppt/notesSlides/notesSlide4.xml" Id="Rb2fbf9c920354351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8402089e47c45ef"/><Relationship Type="http://schemas.openxmlformats.org/officeDocument/2006/relationships/notesSlide" Target="/ppt/notesSlides/notesSlide5.xml" Id="R3030073532ec4f6a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1fc3cba169f4fbe"/><Relationship Type="http://schemas.openxmlformats.org/officeDocument/2006/relationships/notesSlide" Target="/ppt/notesSlides/notesSlide6.xml" Id="R267543feab5c4c21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fd4b9eaafd04eae"/><Relationship Type="http://schemas.openxmlformats.org/officeDocument/2006/relationships/notesSlide" Target="/ppt/notesSlides/notesSlide7.xml" Id="R52f5bead99294170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4e7ec263b054d93"/><Relationship Type="http://schemas.openxmlformats.org/officeDocument/2006/relationships/notesSlide" Target="/ppt/notesSlides/notesSlide8.xml" Id="Rd1eb1b1b1c7e4cb5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27cdac18c544287"/><Relationship Type="http://schemas.openxmlformats.org/officeDocument/2006/relationships/notesSlide" Target="/ppt/notesSlides/notesSlide9.xml" Id="R4948ee874f374a83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d3f09e6391f4ef9"/><Relationship Type="http://schemas.openxmlformats.org/officeDocument/2006/relationships/notesSlide" Target="/ppt/notesSlides/notesSlide10.xml" Id="Rec0bffb7bf2f40a6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b4b284158784a8b"/><Relationship Type="http://schemas.openxmlformats.org/officeDocument/2006/relationships/notesSlide" Target="/ppt/notesSlides/notesSlide11.xml" Id="Rc27cc3159c144234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a0f9e6619644d43"/><Relationship Type="http://schemas.openxmlformats.org/officeDocument/2006/relationships/notesSlide" Target="/ppt/notesSlides/notesSlide12.xml" Id="R7982646a1592414f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18cab6df6814b16"/><Relationship Type="http://schemas.openxmlformats.org/officeDocument/2006/relationships/notesSlide" Target="/ppt/notesSlides/notesSlide13.xml" Id="R80d113c27e43425b"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eaf52126b684f19"/><Relationship Type="http://schemas.openxmlformats.org/officeDocument/2006/relationships/notesSlide" Target="/ppt/notesSlides/notesSlide14.xml" Id="R2744932ba01d46f7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b49d776afb54e09"/><Relationship Type="http://schemas.openxmlformats.org/officeDocument/2006/relationships/notesSlide" Target="/ppt/notesSlides/notesSlide15.xml" Id="R69130212d8e843bc"/></Relationships>
</file>

<file path=ppt/slides/_rels/slide1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3a67eed983a455d"/><Relationship Type="http://schemas.openxmlformats.org/officeDocument/2006/relationships/notesSlide" Target="/ppt/notesSlides/notesSlide16.xml" Id="R2ad8e186a0934c6f"/></Relationships>
</file>

<file path=ppt/slides/_rels/slide1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203e4fac7954af9"/><Relationship Type="http://schemas.openxmlformats.org/officeDocument/2006/relationships/notesSlide" Target="/ppt/notesSlides/notesSlide17.xml" Id="Rffdf06219f494316"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2c1aadfea6346a7"/><Relationship Type="http://schemas.openxmlformats.org/officeDocument/2006/relationships/notesSlide" Target="/ppt/notesSlides/notesSlide18.xml" Id="Rea539b7f2829437b"/></Relationships>
</file>

<file path=ppt/slides/_rels/slide1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883cb8005694391"/><Relationship Type="http://schemas.openxmlformats.org/officeDocument/2006/relationships/notesSlide" Target="/ppt/notesSlides/notesSlide19.xml" Id="R615764e12dd34ec5"/></Relationships>
</file>

<file path=ppt/slides/_rels/slide2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ad187abd3354b94"/><Relationship Type="http://schemas.openxmlformats.org/officeDocument/2006/relationships/notesSlide" Target="/ppt/notesSlides/notesSlide20.xml" Id="Rf3b26c4af2e545f0"/></Relationships>
</file>

<file path=ppt/slides/_rels/slide2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51c49927cb3436d"/><Relationship Type="http://schemas.openxmlformats.org/officeDocument/2006/relationships/notesSlide" Target="/ppt/notesSlides/notesSlide21.xml" Id="R01bcb2976e0c46c2"/></Relationships>
</file>

<file path=ppt/slides/_rels/slide2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529a3e7a381409c"/><Relationship Type="http://schemas.openxmlformats.org/officeDocument/2006/relationships/notesSlide" Target="/ppt/notesSlides/notesSlide22.xml" Id="R39278e39dc874314"/></Relationships>
</file>

<file path=ppt/slides/_rels/slide2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0bc19c42f5746cf"/><Relationship Type="http://schemas.openxmlformats.org/officeDocument/2006/relationships/notesSlide" Target="/ppt/notesSlides/notesSlide23.xml" Id="R074bc15383934f10"/></Relationships>
</file>

<file path=ppt/slides/_rels/slide2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055b0dc6c484766"/><Relationship Type="http://schemas.openxmlformats.org/officeDocument/2006/relationships/notesSlide" Target="/ppt/notesSlides/notesSlide24.xml" Id="R3ef949f614754150"/></Relationships>
</file>

<file path=ppt/slides/_rels/slide2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b51d428650d4261"/><Relationship Type="http://schemas.openxmlformats.org/officeDocument/2006/relationships/notesSlide" Target="/ppt/notesSlides/notesSlide25.xml" Id="R2a711998ad6f441c"/></Relationships>
</file>

<file path=ppt/slides/_rels/slide2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cd1c391e3274b55"/><Relationship Type="http://schemas.openxmlformats.org/officeDocument/2006/relationships/notesSlide" Target="/ppt/notesSlides/notesSlide26.xml" Id="R2804cf9ea76c4be6"/></Relationships>
</file>

<file path=ppt/slides/_rels/slide2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c5b6c12bb974389"/><Relationship Type="http://schemas.openxmlformats.org/officeDocument/2006/relationships/notesSlide" Target="/ppt/notesSlides/notesSlide27.xml" Id="Re6a22f3109cb4c62"/></Relationships>
</file>

<file path=ppt/slides/_rels/slide2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59fa420490a4dd3"/><Relationship Type="http://schemas.openxmlformats.org/officeDocument/2006/relationships/notesSlide" Target="/ppt/notesSlides/notesSlide28.xml" Id="R42ea172098cf4e90"/></Relationships>
</file>

<file path=ppt/slides/_rels/slide2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b74b029fe0b4b57"/><Relationship Type="http://schemas.openxmlformats.org/officeDocument/2006/relationships/notesSlide" Target="/ppt/notesSlides/notesSlide29.xml" Id="Rd50985a3d3194fce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E15C37-3C5F-4567-9DB8-17A05288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中一高级华文 · 单元二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58C64A-2972-406B-B6A5-BED80B94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5792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79BD66-8653-4AE0-87A2-7718ECE4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7239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525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525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525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525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525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525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525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525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525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525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525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525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世界各地的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525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525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新年风俗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DA506F-5F28-416A-BBF4-C24D88BD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0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30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rPr>
              <a:t>生活空间 · 一课时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9E5AAC-79B8-4EAF-AA92-F7A9E2F309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02cfb544174e78"/>
          <a:srcRect xmlns:a="http://schemas.openxmlformats.org/drawingml/2006/main" l="977" t="9505" r="50488" b="62956"/>
          <a:stretch xmlns:a="http://schemas.openxmlformats.org/drawingml/2006/main"/>
        </p:blipFill>
        <p:spPr>
          <a:xfrm xmlns:a="http://schemas.openxmlformats.org/drawingml/2006/main">
            <a:off x="7953375" y="1905000"/>
            <a:ext cx="3524250" cy="299951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9730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EE6477-C6A8-4477-AFB5-778335D0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迎新年的方式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E9827B-1020-49C8-8834-D43B7954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5792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E93F67-5BD4-41BA-ABB3-64F58F11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00200"/>
            <a:ext cx="10906125" cy="442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4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4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4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4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4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4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4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4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4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34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4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你熟悉哪一种迎新方式？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34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4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什么时候做？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34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4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人们希望新的一年怎样？</a:t>
            </a:r>
          </a:p>
        </p:txBody>
      </p:sp>
    </p:spTree>
    <p:extLst>
      <p:ext uri="{BB962C8B-B14F-4D97-AF65-F5344CB8AC3E}">
        <p14:creationId xmlns:p14="http://schemas.microsoft.com/office/powerpoint/2010/main" val="17182402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3BD16C-9960-4E7C-992E-86838D04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读懂一种风俗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2563C8-2546-4F77-B33D-2190349A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5792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rPr>
              <a:t>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C97D69-685B-42FA-A2D3-5FF8D8A2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00200"/>
            <a:ext cx="10906125" cy="442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6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6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6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6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6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6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6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6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6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36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6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rPr>
              <a:t>什么时候？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36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6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rPr>
              <a:t>做什么？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36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6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rPr>
              <a:t>这个做法表达什么愿望？</a:t>
            </a:r>
          </a:p>
        </p:txBody>
      </p:sp>
    </p:spTree>
    <p:extLst>
      <p:ext uri="{BB962C8B-B14F-4D97-AF65-F5344CB8AC3E}">
        <p14:creationId xmlns:p14="http://schemas.microsoft.com/office/powerpoint/2010/main" val="15619154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8D7A41-E266-44C9-866E-489C9094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象征意义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B80ECB-ECB4-49D8-BC48-D8512199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5792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rPr>
              <a:t>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053CA9-112B-4AB6-8093-0062BBBA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00200"/>
            <a:ext cx="10906125" cy="442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31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rPr>
              <a:t>“象征”是借事物或动作表达意义。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31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rPr>
              <a:t>例如：握手，可以表示友好。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31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rPr>
              <a:t>读课文时，留意“象征、以示、表示、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31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rPr>
              <a:t>预示、希望”后面的内容。</a:t>
            </a:r>
          </a:p>
        </p:txBody>
      </p:sp>
    </p:spTree>
    <p:extLst>
      <p:ext uri="{BB962C8B-B14F-4D97-AF65-F5344CB8AC3E}">
        <p14:creationId xmlns:p14="http://schemas.microsoft.com/office/powerpoint/2010/main" val="17105463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49AF2F-5D98-4504-BEB9-B75BDB7F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第1段 · 西班牙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184E99-6FD3-4551-9621-7BEAB3AA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5792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rPr>
              <a:t>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AD716A-6D0F-4F3F-B5DD-E6D68F25B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00200"/>
            <a:ext cx="10906125" cy="442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当教堂的钟声在午夜12点响起时，大家都争着吃葡萄，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如果能跟着钟声连续吃下12颗，就象征新的一年12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个月都事事如意。</a:t>
            </a:r>
          </a:p>
        </p:txBody>
      </p:sp>
    </p:spTree>
    <p:extLst>
      <p:ext uri="{BB962C8B-B14F-4D97-AF65-F5344CB8AC3E}">
        <p14:creationId xmlns:p14="http://schemas.microsoft.com/office/powerpoint/2010/main" val="16912104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D7E0D6-2383-44BB-8FB8-0245E095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整理信息 · 西班牙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1F6283-2B5B-49A7-B82A-B212E53D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5792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rPr>
              <a:t>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AED459-60E4-44C8-B520-7BF583D5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00200"/>
            <a:ext cx="10906125" cy="442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根据课文内容，填写下面的表格。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迎接新年的方式：____________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本段的具体寓意：____________</a:t>
            </a:r>
          </a:p>
        </p:txBody>
      </p:sp>
    </p:spTree>
    <p:extLst>
      <p:ext uri="{BB962C8B-B14F-4D97-AF65-F5344CB8AC3E}">
        <p14:creationId xmlns:p14="http://schemas.microsoft.com/office/powerpoint/2010/main" val="6000161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32709A-3050-452F-8EEE-84C90730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核对 · 西班牙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50B8A4-7C3E-4BB0-AA90-14FF990B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5792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rPr>
              <a:t>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3DDAED-98BB-4783-AA60-D1A68981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00200"/>
            <a:ext cx="10906125" cy="442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时间：午夜12点，教堂钟声响起时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方式：跟着钟声连续吃下12颗葡萄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寓意：祝愿新的一年12个月都事事如意</a:t>
            </a:r>
          </a:p>
        </p:txBody>
      </p:sp>
    </p:spTree>
    <p:extLst>
      <p:ext uri="{BB962C8B-B14F-4D97-AF65-F5344CB8AC3E}">
        <p14:creationId xmlns:p14="http://schemas.microsoft.com/office/powerpoint/2010/main" val="7681274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C84AB8-7D80-44DD-A91F-0CF5E94D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第2段 · 古巴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7FDED2-C051-4D73-981B-5BDFD768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5792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rPr>
              <a:t>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D6DFAD-746A-4E6D-A45F-01F25119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00200"/>
            <a:ext cx="10906125" cy="442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按照当地风俗，每人准备一碗清水，等午夜钟声敲响后，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各自把水泼到窗外，以示辞旧迎新。</a:t>
            </a:r>
          </a:p>
        </p:txBody>
      </p:sp>
    </p:spTree>
    <p:extLst>
      <p:ext uri="{BB962C8B-B14F-4D97-AF65-F5344CB8AC3E}">
        <p14:creationId xmlns:p14="http://schemas.microsoft.com/office/powerpoint/2010/main" val="10576479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4DF686-341B-4FE7-AA72-3E73576F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整理信息 · 古巴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B04122-364E-4228-B08C-2187E89F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5792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rPr>
              <a:t>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E02019-CF4F-418D-89C8-ECCFDBE7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00200"/>
            <a:ext cx="10906125" cy="442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根据课文内容，填写下面的表格。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迎接新年的方式：____________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本段的具体寓意：____________</a:t>
            </a:r>
          </a:p>
        </p:txBody>
      </p:sp>
    </p:spTree>
    <p:extLst>
      <p:ext uri="{BB962C8B-B14F-4D97-AF65-F5344CB8AC3E}">
        <p14:creationId xmlns:p14="http://schemas.microsoft.com/office/powerpoint/2010/main" val="5563569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14B79B-0196-4680-83E9-9AF143F3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核对 · 古巴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9CF6D5-920C-4C36-9E82-7A409808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5792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EBE4FE-0FC0-4287-AFAD-9EA85CA1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00200"/>
            <a:ext cx="10906125" cy="442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时间：午夜钟声敲响后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方式：把准备好的一碗清水泼到窗外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寓意：表示辞别旧年，迎接新年</a:t>
            </a:r>
          </a:p>
        </p:txBody>
      </p:sp>
    </p:spTree>
    <p:extLst>
      <p:ext uri="{BB962C8B-B14F-4D97-AF65-F5344CB8AC3E}">
        <p14:creationId xmlns:p14="http://schemas.microsoft.com/office/powerpoint/2010/main" val="17427509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0DEEFD-6472-4D81-B25F-B5BBBDB9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第3段 · 意大利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67547B-9417-44A1-B30F-C85BC3ED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5792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815D1E-952A-485A-9BB9-69CA8638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00200"/>
            <a:ext cx="10906125" cy="442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夜幕降临，人们在街头燃放烟火，翩翩起舞。到了午夜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时分，家家户户把旧的瓶瓶罐罐扔出窗外，表示去除烦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恼和厄运。</a:t>
            </a:r>
          </a:p>
        </p:txBody>
      </p:sp>
    </p:spTree>
    <p:extLst>
      <p:ext uri="{BB962C8B-B14F-4D97-AF65-F5344CB8AC3E}">
        <p14:creationId xmlns:p14="http://schemas.microsoft.com/office/powerpoint/2010/main" val="19419677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6BB80F-0EAA-43A9-BAC0-5A6B323F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整理信息 · 意大利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380605-C3FD-4035-92B0-49295504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5792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748E81-9065-435A-B764-06936680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00200"/>
            <a:ext cx="10906125" cy="442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根据课文内容，填写下面的表格。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迎接新年的方式：____________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本段的具体寓意：____________</a:t>
            </a:r>
          </a:p>
        </p:txBody>
      </p:sp>
    </p:spTree>
    <p:extLst>
      <p:ext uri="{BB962C8B-B14F-4D97-AF65-F5344CB8AC3E}">
        <p14:creationId xmlns:p14="http://schemas.microsoft.com/office/powerpoint/2010/main" val="20002346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C73FAF-1C8C-4767-88F2-F5668D02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核对 · 意大利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6573F8-DBB9-416B-8922-A7405926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5792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E43559-29EC-40C5-9196-8E0B53A3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00200"/>
            <a:ext cx="10906125" cy="442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时间：夜幕降临；午夜时分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方式：先燃放烟火、跳舞；午夜扔旧瓶罐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寓意：表示去除烦恼和厄运</a:t>
            </a:r>
          </a:p>
        </p:txBody>
      </p:sp>
    </p:spTree>
    <p:extLst>
      <p:ext uri="{BB962C8B-B14F-4D97-AF65-F5344CB8AC3E}">
        <p14:creationId xmlns:p14="http://schemas.microsoft.com/office/powerpoint/2010/main" val="67624021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03C467-FC98-41D0-ADD4-5433A474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第4段 · 丹麦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75B289-A078-46C9-A9E6-7E75C536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5792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D4435B-ECF6-4C36-A327-243B95C9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00200"/>
            <a:ext cx="10906125" cy="442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新年前夕，人们把平时打碎的杯盘碗碟偷偷送到朋友家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的门前。谁家堆放的碎片多，就说明谁家的朋友多，也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预示着来年的好兆头。</a:t>
            </a:r>
          </a:p>
        </p:txBody>
      </p:sp>
    </p:spTree>
    <p:extLst>
      <p:ext uri="{BB962C8B-B14F-4D97-AF65-F5344CB8AC3E}">
        <p14:creationId xmlns:p14="http://schemas.microsoft.com/office/powerpoint/2010/main" val="130969270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570CF9-BE89-40E0-9F2E-50DFED75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整理信息 · 丹麦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8CCF34-82D1-4BA9-8BF5-2DB2DBD2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5792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11762E-24C1-4EC9-B33F-701F884E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00200"/>
            <a:ext cx="10906125" cy="442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根据课文内容，填写下面的表格。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迎接新年的方式：____________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本段的具体寓意：____________</a:t>
            </a:r>
          </a:p>
        </p:txBody>
      </p:sp>
    </p:spTree>
    <p:extLst>
      <p:ext uri="{BB962C8B-B14F-4D97-AF65-F5344CB8AC3E}">
        <p14:creationId xmlns:p14="http://schemas.microsoft.com/office/powerpoint/2010/main" val="135648394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A9CB73-6F14-4DA1-B36E-AFD47BDC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核对 · 丹麦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E507D2-CC1C-4148-AD6C-8C6F56D1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5792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709C3A-AF04-4F99-9D4C-651A9E91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00200"/>
            <a:ext cx="10906125" cy="442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时间：新年前夕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方式：把平时打碎的杯盘碗碟送到朋友门前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寓意：碎片多表示朋友多，并预示好兆头</a:t>
            </a:r>
          </a:p>
        </p:txBody>
      </p:sp>
    </p:spTree>
    <p:extLst>
      <p:ext uri="{BB962C8B-B14F-4D97-AF65-F5344CB8AC3E}">
        <p14:creationId xmlns:p14="http://schemas.microsoft.com/office/powerpoint/2010/main" val="43660157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8F3A74-8981-4065-9557-0FD46A96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第5段 · 世界各地的华人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BCE447-8A2B-4B75-A1C7-D1DA97E0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5792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98DE72-76F6-47D3-8E87-DEC86C446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00200"/>
            <a:ext cx="10906125" cy="442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0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0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0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0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0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0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0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0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0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30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0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农历新年来临前，华人会在家里大扫除，辞旧迎新。除夕夜，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30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0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不管工作多忙碌，路途多遥远，大家都要回家团聚，开开心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30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0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心地围坐在一起吃团圆饭。大年初一，人们恭敬地给长辈和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30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0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亲戚拜年，互相祝福，希望在新的一年身体健康，诸事大吉。</a:t>
            </a:r>
          </a:p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66770308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5F8327-6A8C-498A-BB36-76A811AC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整理信息 · 世界各地的华人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1025EE-C695-4B73-A631-B95CF90C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5792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1CD25F-87DF-43D2-8CC7-50503F8D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00200"/>
            <a:ext cx="10906125" cy="442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根据课文内容，填写下面的表格。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迎接新年的方式：____________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本段的具体寓意：____________</a:t>
            </a:r>
          </a:p>
        </p:txBody>
      </p:sp>
    </p:spTree>
    <p:extLst>
      <p:ext uri="{BB962C8B-B14F-4D97-AF65-F5344CB8AC3E}">
        <p14:creationId xmlns:p14="http://schemas.microsoft.com/office/powerpoint/2010/main" val="155498873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81DB99-D7D1-471D-BCEF-69B18C35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核对 · 世界各地的华人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4DC9D3-582A-461C-96C5-CCA8C333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5792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6AB211-A186-4078-835C-70AD9BF2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00200"/>
            <a:ext cx="10906125" cy="442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0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0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0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0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0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0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0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0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0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30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0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时间：新年前；除夕夜；大年初一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30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0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方式：大扫除；回家吃团圆饭；向长辈亲戚拜年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30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0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寓意：辞旧迎新，祝愿身体健康、诸事大吉</a:t>
            </a:r>
          </a:p>
        </p:txBody>
      </p:sp>
    </p:spTree>
    <p:extLst>
      <p:ext uri="{BB962C8B-B14F-4D97-AF65-F5344CB8AC3E}">
        <p14:creationId xmlns:p14="http://schemas.microsoft.com/office/powerpoint/2010/main" val="84911553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CEC9C0-3A07-4F67-8C4B-CE7C57FD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元旦与春节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E4BBE8-A5DD-4A84-B9AC-F86A44B8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5792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C9E572-5E09-4F7F-8F83-2E56E814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00200"/>
            <a:ext cx="10906125" cy="442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36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元旦：阳历1月1日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36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春节：农历正月初一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36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农历新年也叫“春节”。</a:t>
            </a:r>
          </a:p>
        </p:txBody>
      </p:sp>
    </p:spTree>
    <p:extLst>
      <p:ext uri="{BB962C8B-B14F-4D97-AF65-F5344CB8AC3E}">
        <p14:creationId xmlns:p14="http://schemas.microsoft.com/office/powerpoint/2010/main" val="132130976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BB1838-0641-4A50-AD31-DAD03258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6 · 不同方式，</a:t>
            </a:r>
            <a:r>
              <a:rPr sz="3600" b="1">
                <a:solidFill>
                  <a:srgbClr val="B21F32"/>
                </a:solidFill>
                <a:latin typeface="Huawentong WenKai"/>
                <a:ea typeface="Huawentong WenKai"/>
                <a:cs typeface="Huawentong WenKai"/>
              </a:rPr>
              <a:t>共同</a:t>
            </a: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愿望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731BDD-01E4-4CAF-A6EC-A55266A2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5792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BA1257-C834-4B43-B506-265FFE9B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00200"/>
            <a:ext cx="10906125" cy="442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根据课文内容，填写下面的表格。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各地迎接新年的方式有什么</a:t>
            </a:r>
            <a:r>
              <a:rPr sz="3150" b="0">
                <a:solidFill>
                  <a:srgbClr val="B21F32"/>
                </a:solidFill>
                <a:latin typeface="Huawentong WenKai"/>
                <a:ea typeface="Huawentong WenKai"/>
                <a:cs typeface="Huawentong WenKai"/>
              </a:rPr>
              <a:t>共同</a:t>
            </a:r>
            <a:r>
              <a: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的</a:t>
            </a:r>
            <a:r>
              <a:rPr sz="3150" b="0">
                <a:solidFill>
                  <a:srgbClr val="B21F32"/>
                </a:solidFill>
                <a:latin typeface="Huawentong WenKai"/>
                <a:ea typeface="Huawentong WenKai"/>
                <a:cs typeface="Huawentong WenKai"/>
              </a:rPr>
              <a:t>象征意义</a:t>
            </a:r>
            <a:r>
              <a: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？请用</a:t>
            </a:r>
            <a:r>
              <a:rPr sz="3150" b="0">
                <a:solidFill>
                  <a:srgbClr val="B21F32"/>
                </a:solidFill>
                <a:latin typeface="Huawentong WenKai"/>
                <a:ea typeface="Huawentong WenKai"/>
                <a:cs typeface="Huawentong WenKai"/>
              </a:rPr>
              <a:t>两处</a:t>
            </a:r>
            <a:r>
              <a: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课文内容</a:t>
            </a:r>
            <a:r>
              <a:rPr sz="3150" b="0">
                <a:solidFill>
                  <a:srgbClr val="B21F32"/>
                </a:solidFill>
                <a:latin typeface="Huawentong WenKai"/>
                <a:ea typeface="Huawentong WenKai"/>
                <a:cs typeface="Huawentong WenKai"/>
              </a:rPr>
              <a:t>说明</a:t>
            </a:r>
            <a:r>
              <a: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79563396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42CDB8-8491-42DF-AD56-6F6E5A08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共同点 · 答题方法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C491AA-7A0C-4149-8AB1-1F464D15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5792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5A17B8-01B1-4219-9910-6A3ECC33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00200"/>
            <a:ext cx="10906125" cy="442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6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6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6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6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6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6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6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6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6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36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6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rPr>
              <a:t>共同愿望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36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6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rPr>
              <a:t>两个地区的具体例子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36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6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rPr>
              <a:t>例子怎样表达这个愿望</a:t>
            </a:r>
          </a:p>
        </p:txBody>
      </p:sp>
    </p:spTree>
    <p:extLst>
      <p:ext uri="{BB962C8B-B14F-4D97-AF65-F5344CB8AC3E}">
        <p14:creationId xmlns:p14="http://schemas.microsoft.com/office/powerpoint/2010/main" val="172945830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1FE311-A145-4BB4-9CF0-30ED4BB2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共同点 · 合理示范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2B01A2-E608-4FCF-9E68-1A1C6E57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5792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9CB729-2407-460F-B509-281C466A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00200"/>
            <a:ext cx="10906125" cy="442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这些风俗寄托了对新年的美好期盼。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西班牙：吃12颗葡萄，祝愿各月如意。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华人：向亲友拜年，祝愿健康、吉利。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做法不同，都希望新一年生活美好。</a:t>
            </a:r>
          </a:p>
        </p:txBody>
      </p:sp>
    </p:spTree>
    <p:extLst>
      <p:ext uri="{BB962C8B-B14F-4D97-AF65-F5344CB8AC3E}">
        <p14:creationId xmlns:p14="http://schemas.microsoft.com/office/powerpoint/2010/main" val="131321869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BAA122-42C8-4436-AF8C-CF99BEA9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词语搭配 · 课本第一题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1D3C44-AF34-433E-A189-CD6D77AD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5792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1FF3D8-59D0-4E18-BAFC-C59C2B9A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00200"/>
            <a:ext cx="10906125" cy="442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7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7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7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7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7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7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7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7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7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37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7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工作　　　厄运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37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7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路途　　　烟火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37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7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按照　　　遥远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37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7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去除　　　忙碌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37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7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燃放　　　风俗</a:t>
            </a:r>
          </a:p>
        </p:txBody>
      </p:sp>
    </p:spTree>
    <p:extLst>
      <p:ext uri="{BB962C8B-B14F-4D97-AF65-F5344CB8AC3E}">
        <p14:creationId xmlns:p14="http://schemas.microsoft.com/office/powerpoint/2010/main" val="21901626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E7A95D-43F8-4349-B7EB-E20C44F2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词语搭配 · 核对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5A3134-5866-4467-8ED4-667986A8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5792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C39654-26D3-4D6B-BD0F-9B443FAD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00200"/>
            <a:ext cx="10906125" cy="442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36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工作忙碌　　路途遥远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36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按照风俗　　去除厄运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36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燃放烟火</a:t>
            </a:r>
          </a:p>
        </p:txBody>
      </p:sp>
    </p:spTree>
    <p:extLst>
      <p:ext uri="{BB962C8B-B14F-4D97-AF65-F5344CB8AC3E}">
        <p14:creationId xmlns:p14="http://schemas.microsoft.com/office/powerpoint/2010/main" val="1604186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E512B0-5C94-49D5-A97E-EE51569A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8 · 查一查，说清</a:t>
            </a:r>
            <a:r>
              <a:rPr sz="3600" b="1">
                <a:solidFill>
                  <a:srgbClr val="B21F32"/>
                </a:solidFill>
                <a:latin typeface="Huawentong WenKai"/>
                <a:ea typeface="Huawentong WenKai"/>
                <a:cs typeface="Huawentong WenKai"/>
              </a:rPr>
              <a:t>为什么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2B1FD8-D32F-4892-B0F1-B07DE1D0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5792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8564AA-F8B1-4338-AA9B-7E09500E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00200"/>
            <a:ext cx="10906125" cy="442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还有</a:t>
            </a:r>
            <a:r>
              <a:rPr sz="3150" b="0">
                <a:solidFill>
                  <a:srgbClr val="B21F32"/>
                </a:solidFill>
                <a:latin typeface="Huawentong WenKai"/>
                <a:ea typeface="Huawentong WenKai"/>
                <a:cs typeface="Huawentong WenKai"/>
              </a:rPr>
              <a:t>哪些</a:t>
            </a:r>
            <a:r>
              <a: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有趣的迎接新年的方式，</a:t>
            </a:r>
            <a:r>
              <a:rPr sz="3150" b="0">
                <a:solidFill>
                  <a:srgbClr val="B21F32"/>
                </a:solidFill>
                <a:latin typeface="Huawentong WenKai"/>
                <a:ea typeface="Huawentong WenKai"/>
                <a:cs typeface="Huawentong WenKai"/>
              </a:rPr>
              <a:t>上网搜一搜</a:t>
            </a:r>
            <a:r>
              <a: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，和同学</a:t>
            </a:r>
            <a:r>
              <a:rPr sz="3150" b="0">
                <a:solidFill>
                  <a:srgbClr val="B21F32"/>
                </a:solidFill>
                <a:latin typeface="Huawentong WenKai"/>
                <a:ea typeface="Huawentong WenKai"/>
                <a:cs typeface="Huawentong WenKai"/>
              </a:rPr>
              <a:t>分享</a:t>
            </a:r>
            <a:r>
              <a: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你</a:t>
            </a:r>
            <a:r>
              <a:rPr sz="3150" b="0">
                <a:solidFill>
                  <a:srgbClr val="B21F32"/>
                </a:solidFill>
                <a:latin typeface="Huawentong WenKai"/>
                <a:ea typeface="Huawentong WenKai"/>
                <a:cs typeface="Huawentong WenKai"/>
              </a:rPr>
              <a:t>为什么</a:t>
            </a:r>
            <a:r>
              <a: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觉得这种方式有趣？它的做法</a:t>
            </a:r>
            <a:r>
              <a:rPr sz="3150" b="0">
                <a:solidFill>
                  <a:srgbClr val="B21F32"/>
                </a:solidFill>
                <a:latin typeface="Huawentong WenKai"/>
                <a:ea typeface="Huawentong WenKai"/>
                <a:cs typeface="Huawentong WenKai"/>
              </a:rPr>
              <a:t>怎样</a:t>
            </a:r>
            <a:r>
              <a: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表达新年愿望？</a:t>
            </a:r>
          </a:p>
        </p:txBody>
      </p:sp>
    </p:spTree>
    <p:extLst>
      <p:ext uri="{BB962C8B-B14F-4D97-AF65-F5344CB8AC3E}">
        <p14:creationId xmlns:p14="http://schemas.microsoft.com/office/powerpoint/2010/main" val="23494528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E35DDA-CD88-4D11-8309-69798F79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分享 · 说清为什么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2D23D8-FC28-4D83-BACB-E30947F9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5792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rPr>
              <a:t>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C3D596-8F33-4583-B3ED-7D442749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00200"/>
            <a:ext cx="10906125" cy="442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31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rPr>
              <a:t>看法：哪一种风俗有趣？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31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rPr>
              <a:t>理由：为什么？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31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rPr>
              <a:t>例子：什么时候，做什么？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31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rPr>
              <a:t>回扣：它怎样表达新年愿望？</a:t>
            </a:r>
          </a:p>
        </p:txBody>
      </p:sp>
    </p:spTree>
    <p:extLst>
      <p:ext uri="{BB962C8B-B14F-4D97-AF65-F5344CB8AC3E}">
        <p14:creationId xmlns:p14="http://schemas.microsoft.com/office/powerpoint/2010/main" val="21226445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12464B-5339-4FAD-9805-E18B7172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分享 · 一种合理示范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9D43F7-4FE4-4E6A-8138-65686A75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5792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C3B673-AE06-4010-9FCF-3A211369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00200"/>
            <a:ext cx="10906125" cy="442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我觉得新年前夜吃荞麦面很有趣，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因为面条的形状也能表达祝福。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细长的面条让人联想到长寿，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人们借此祝愿长寿，表达美好期盼。</a:t>
            </a:r>
          </a:p>
        </p:txBody>
      </p:sp>
    </p:spTree>
    <p:extLst>
      <p:ext uri="{BB962C8B-B14F-4D97-AF65-F5344CB8AC3E}">
        <p14:creationId xmlns:p14="http://schemas.microsoft.com/office/powerpoint/2010/main" val="110646055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2EF82B-88C0-42C7-AC8F-493C5A44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当堂检查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3AC75A-A201-4817-9CC5-79B24CC3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5792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rPr>
              <a:t>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4C49BF-459E-4B75-9B04-9DB02E95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00200"/>
            <a:ext cx="10906125" cy="442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225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225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225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225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225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225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225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225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225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3225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225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rPr>
              <a:t>方式与寓意，有没有分清？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3225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225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rPr>
              <a:t>共同点，有没有两个例子支持？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3225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225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rPr>
              <a:t>分享时，有没有说清为什么？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3225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225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rPr>
              <a:t>订正并导出自己的学习记录。</a:t>
            </a:r>
          </a:p>
        </p:txBody>
      </p:sp>
    </p:spTree>
    <p:extLst>
      <p:ext uri="{BB962C8B-B14F-4D97-AF65-F5344CB8AC3E}">
        <p14:creationId xmlns:p14="http://schemas.microsoft.com/office/powerpoint/2010/main" val="7526012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2026-10-22T03:08:28.9960000Z</dcterms:created>
  <dcterms:modified xsi:type="dcterms:W3CDTF">2026-10-22T03:08:28.9960000Z</dcterms:modified>
</coreProperties>
</file>