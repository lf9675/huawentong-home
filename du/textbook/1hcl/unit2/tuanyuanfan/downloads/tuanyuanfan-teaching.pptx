
<file path=[Content_Types].xml><?xml version="1.0" encoding="utf-8"?>
<Types xmlns="http://schemas.openxmlformats.org/package/2006/content-types">
  <Default Extension="xml" ContentType="application/vnd.openxmlformats-package.core-properties+xml"/>
  <Default Extension="png" ContentType="image/png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notesSlides/notesSlide4.xml" ContentType="application/vnd.openxmlformats-officedocument.presentationml.notesSlide+xml"/>
  <Override PartName="/ppt/slides/slide5.xml" ContentType="application/vnd.openxmlformats-officedocument.presentationml.slide+xml"/>
  <Override PartName="/ppt/notesSlides/notesSlide5.xml" ContentType="application/vnd.openxmlformats-officedocument.presentationml.notesSlide+xml"/>
  <Override PartName="/ppt/slides/slide6.xml" ContentType="application/vnd.openxmlformats-officedocument.presentationml.slide+xml"/>
  <Override PartName="/ppt/notesSlides/notesSlide6.xml" ContentType="application/vnd.openxmlformats-officedocument.presentationml.notesSlide+xml"/>
  <Override PartName="/ppt/slides/slide7.xml" ContentType="application/vnd.openxmlformats-officedocument.presentationml.slide+xml"/>
  <Override PartName="/ppt/notesSlides/notesSlide7.xml" ContentType="application/vnd.openxmlformats-officedocument.presentationml.notesSlide+xml"/>
  <Override PartName="/ppt/slides/slide8.xml" ContentType="application/vnd.openxmlformats-officedocument.presentationml.slide+xml"/>
  <Override PartName="/ppt/notesSlides/notesSlide8.xml" ContentType="application/vnd.openxmlformats-officedocument.presentationml.notesSlide+xml"/>
  <Override PartName="/ppt/slides/slide9.xml" ContentType="application/vnd.openxmlformats-officedocument.presentationml.slide+xml"/>
  <Override PartName="/ppt/notesSlides/notesSlide9.xml" ContentType="application/vnd.openxmlformats-officedocument.presentationml.notesSlide+xml"/>
  <Override PartName="/ppt/slides/slide10.xml" ContentType="application/vnd.openxmlformats-officedocument.presentationml.slide+xml"/>
  <Override PartName="/ppt/notesSlides/notesSlide10.xml" ContentType="application/vnd.openxmlformats-officedocument.presentationml.notesSlide+xml"/>
  <Override PartName="/ppt/slides/slide11.xml" ContentType="application/vnd.openxmlformats-officedocument.presentationml.slide+xml"/>
  <Override PartName="/ppt/notesSlides/notesSlide11.xml" ContentType="application/vnd.openxmlformats-officedocument.presentationml.notesSlide+xml"/>
  <Override PartName="/ppt/slides/slide12.xml" ContentType="application/vnd.openxmlformats-officedocument.presentationml.slide+xml"/>
  <Override PartName="/ppt/notesSlides/notesSlide12.xml" ContentType="application/vnd.openxmlformats-officedocument.presentationml.notesSlide+xml"/>
  <Override PartName="/ppt/slides/slide13.xml" ContentType="application/vnd.openxmlformats-officedocument.presentationml.slide+xml"/>
  <Override PartName="/ppt/notesSlides/notesSlide13.xml" ContentType="application/vnd.openxmlformats-officedocument.presentationml.notesSlide+xml"/>
  <Override PartName="/ppt/slides/slide14.xml" ContentType="application/vnd.openxmlformats-officedocument.presentationml.slide+xml"/>
  <Override PartName="/ppt/notesSlides/notesSlide14.xml" ContentType="application/vnd.openxmlformats-officedocument.presentationml.notesSlide+xml"/>
  <Override PartName="/ppt/slides/slide15.xml" ContentType="application/vnd.openxmlformats-officedocument.presentationml.slide+xml"/>
  <Override PartName="/ppt/notesSlides/notesSlide15.xml" ContentType="application/vnd.openxmlformats-officedocument.presentationml.notesSlide+xml"/>
  <Override PartName="/ppt/slides/slide16.xml" ContentType="application/vnd.openxmlformats-officedocument.presentationml.slide+xml"/>
  <Override PartName="/ppt/notesSlides/notesSlide16.xml" ContentType="application/vnd.openxmlformats-officedocument.presentationml.notesSlide+xml"/>
  <Override PartName="/ppt/slides/slide17.xml" ContentType="application/vnd.openxmlformats-officedocument.presentationml.slide+xml"/>
  <Override PartName="/ppt/notesSlides/notesSlide17.xml" ContentType="application/vnd.openxmlformats-officedocument.presentationml.notesSlide+xml"/>
  <Override PartName="/ppt/slides/slide18.xml" ContentType="application/vnd.openxmlformats-officedocument.presentationml.slide+xml"/>
  <Override PartName="/ppt/notesSlides/notesSlide18.xml" ContentType="application/vnd.openxmlformats-officedocument.presentationml.notesSlide+xml"/>
  <Override PartName="/ppt/slides/slide19.xml" ContentType="application/vnd.openxmlformats-officedocument.presentationml.slide+xml"/>
  <Override PartName="/ppt/notesSlides/notesSlide19.xml" ContentType="application/vnd.openxmlformats-officedocument.presentationml.notesSlide+xml"/>
  <Override PartName="/ppt/slides/slide20.xml" ContentType="application/vnd.openxmlformats-officedocument.presentationml.slide+xml"/>
  <Override PartName="/ppt/notesSlides/notesSlide20.xml" ContentType="application/vnd.openxmlformats-officedocument.presentationml.notesSlide+xml"/>
  <Override PartName="/ppt/slides/slide21.xml" ContentType="application/vnd.openxmlformats-officedocument.presentationml.slide+xml"/>
  <Override PartName="/ppt/notesSlides/notesSlide21.xml" ContentType="application/vnd.openxmlformats-officedocument.presentationml.notesSlide+xml"/>
  <Override PartName="/ppt/slides/slide22.xml" ContentType="application/vnd.openxmlformats-officedocument.presentationml.slide+xml"/>
  <Override PartName="/ppt/notesSlides/notesSlide22.xml" ContentType="application/vnd.openxmlformats-officedocument.presentationml.notesSlide+xml"/>
  <Override PartName="/ppt/slides/slide23.xml" ContentType="application/vnd.openxmlformats-officedocument.presentationml.slide+xml"/>
  <Override PartName="/ppt/notesSlides/notesSlide23.xml" ContentType="application/vnd.openxmlformats-officedocument.presentationml.notesSlide+xml"/>
  <Override PartName="/ppt/slides/slide24.xml" ContentType="application/vnd.openxmlformats-officedocument.presentationml.slide+xml"/>
  <Override PartName="/ppt/notesSlides/notesSlide24.xml" ContentType="application/vnd.openxmlformats-officedocument.presentationml.notesSlide+xml"/>
  <Override PartName="/ppt/slides/slide25.xml" ContentType="application/vnd.openxmlformats-officedocument.presentationml.slide+xml"/>
  <Override PartName="/ppt/notesSlides/notesSlide25.xml" ContentType="application/vnd.openxmlformats-officedocument.presentationml.notesSlide+xml"/>
  <Override PartName="/ppt/slides/slide26.xml" ContentType="application/vnd.openxmlformats-officedocument.presentationml.slide+xml"/>
  <Override PartName="/ppt/notesSlides/notesSlide26.xml" ContentType="application/vnd.openxmlformats-officedocument.presentationml.notesSlide+xml"/>
  <Override PartName="/ppt/slides/slide27.xml" ContentType="application/vnd.openxmlformats-officedocument.presentationml.slide+xml"/>
  <Override PartName="/ppt/notesSlides/notesSlide27.xml" ContentType="application/vnd.openxmlformats-officedocument.presentationml.notesSlide+xml"/>
  <Override PartName="/ppt/slides/slide28.xml" ContentType="application/vnd.openxmlformats-officedocument.presentationml.slide+xml"/>
  <Override PartName="/ppt/notesSlides/notesSlide28.xml" ContentType="application/vnd.openxmlformats-officedocument.presentationml.notesSlide+xml"/>
  <Override PartName="/ppt/slides/slide29.xml" ContentType="application/vnd.openxmlformats-officedocument.presentationml.slide+xml"/>
  <Override PartName="/ppt/notesSlides/notesSlide29.xml" ContentType="application/vnd.openxmlformats-officedocument.presentationml.notesSlide+xml"/>
  <Override PartName="/ppt/slides/slide30.xml" ContentType="application/vnd.openxmlformats-officedocument.presentationml.slide+xml"/>
  <Override PartName="/ppt/notesSlides/notesSlide30.xml" ContentType="application/vnd.openxmlformats-officedocument.presentationml.notesSlide+xml"/>
  <Override PartName="/ppt/slides/slide31.xml" ContentType="application/vnd.openxmlformats-officedocument.presentationml.slide+xml"/>
  <Override PartName="/ppt/notesSlides/notesSlide31.xml" ContentType="application/vnd.openxmlformats-officedocument.presentationml.notesSlide+xml"/>
  <Override PartName="/ppt/slides/slide32.xml" ContentType="application/vnd.openxmlformats-officedocument.presentationml.slide+xml"/>
  <Override PartName="/ppt/notesSlides/notesSlide32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a201c01e6e3a41ee" /><Relationship Type="http://schemas.openxmlformats.org/officeDocument/2006/relationships/extended-properties" Target="/docProps/app.xml" Id="R15aebc38451440d2" /><Relationship Type="http://schemas.openxmlformats.org/officeDocument/2006/relationships/officeDocument" Target="/ppt/presentation.xml" Id="Rfbfe1207492a4e59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b098691872d94cae"/>
  </p:sldMasterIdLst>
  <p:notesMasterIdLst>
    <p:notesMasterId xmlns:r="http://schemas.openxmlformats.org/officeDocument/2006/relationships" r:id="R33b6f3e8566d4d64"/>
  </p:notesMasterIdLst>
  <p:sldIdLst>
    <p:sldId xmlns:r="http://schemas.openxmlformats.org/officeDocument/2006/relationships" id="256" r:id="R5807e07dc1f94925"/>
    <p:sldId xmlns:r="http://schemas.openxmlformats.org/officeDocument/2006/relationships" id="257" r:id="Rb003d61a67104bfa"/>
    <p:sldId xmlns:r="http://schemas.openxmlformats.org/officeDocument/2006/relationships" id="258" r:id="Rc1b32604d1284fdb"/>
    <p:sldId xmlns:r="http://schemas.openxmlformats.org/officeDocument/2006/relationships" id="259" r:id="R5a54f6805ccc408a"/>
    <p:sldId xmlns:r="http://schemas.openxmlformats.org/officeDocument/2006/relationships" id="260" r:id="R43d4511f6cf248d4"/>
    <p:sldId xmlns:r="http://schemas.openxmlformats.org/officeDocument/2006/relationships" id="261" r:id="Rf9221b8beb054791"/>
    <p:sldId xmlns:r="http://schemas.openxmlformats.org/officeDocument/2006/relationships" id="262" r:id="Rcc17185ca0cc4cfc"/>
    <p:sldId xmlns:r="http://schemas.openxmlformats.org/officeDocument/2006/relationships" id="263" r:id="R95a5c8e33b564563"/>
    <p:sldId xmlns:r="http://schemas.openxmlformats.org/officeDocument/2006/relationships" id="264" r:id="Rc07ec24c54924d44"/>
    <p:sldId xmlns:r="http://schemas.openxmlformats.org/officeDocument/2006/relationships" id="265" r:id="R7d421a37a82040f3"/>
    <p:sldId xmlns:r="http://schemas.openxmlformats.org/officeDocument/2006/relationships" id="266" r:id="R14d2442e9ef54709"/>
    <p:sldId xmlns:r="http://schemas.openxmlformats.org/officeDocument/2006/relationships" id="267" r:id="R080ef957537a41f8"/>
    <p:sldId xmlns:r="http://schemas.openxmlformats.org/officeDocument/2006/relationships" id="268" r:id="Rc5eaf54484ed4e3c"/>
    <p:sldId xmlns:r="http://schemas.openxmlformats.org/officeDocument/2006/relationships" id="269" r:id="R5f265b3795014307"/>
    <p:sldId xmlns:r="http://schemas.openxmlformats.org/officeDocument/2006/relationships" id="270" r:id="Rc5fc67c725c94e73"/>
    <p:sldId xmlns:r="http://schemas.openxmlformats.org/officeDocument/2006/relationships" id="271" r:id="R6799357ec8754728"/>
    <p:sldId xmlns:r="http://schemas.openxmlformats.org/officeDocument/2006/relationships" id="272" r:id="R8e839a5a93184e9a"/>
    <p:sldId xmlns:r="http://schemas.openxmlformats.org/officeDocument/2006/relationships" id="273" r:id="R3609b4bc88704a5f"/>
    <p:sldId xmlns:r="http://schemas.openxmlformats.org/officeDocument/2006/relationships" id="274" r:id="R2879064b131a47b8"/>
    <p:sldId xmlns:r="http://schemas.openxmlformats.org/officeDocument/2006/relationships" id="275" r:id="R523a59aae76d4b6e"/>
    <p:sldId xmlns:r="http://schemas.openxmlformats.org/officeDocument/2006/relationships" id="276" r:id="R858357f3f32c4704"/>
    <p:sldId xmlns:r="http://schemas.openxmlformats.org/officeDocument/2006/relationships" id="277" r:id="Rafada9b491974380"/>
    <p:sldId xmlns:r="http://schemas.openxmlformats.org/officeDocument/2006/relationships" id="278" r:id="R70865b67ecf444dd"/>
    <p:sldId xmlns:r="http://schemas.openxmlformats.org/officeDocument/2006/relationships" id="279" r:id="R1cc204f7e4f9404d"/>
    <p:sldId xmlns:r="http://schemas.openxmlformats.org/officeDocument/2006/relationships" id="280" r:id="R0d79a7b230964453"/>
    <p:sldId xmlns:r="http://schemas.openxmlformats.org/officeDocument/2006/relationships" id="281" r:id="Rf168a2df08664d63"/>
    <p:sldId xmlns:r="http://schemas.openxmlformats.org/officeDocument/2006/relationships" id="282" r:id="Rc204eec7e47e4af7"/>
    <p:sldId xmlns:r="http://schemas.openxmlformats.org/officeDocument/2006/relationships" id="283" r:id="Rc0c28b574692445f"/>
    <p:sldId xmlns:r="http://schemas.openxmlformats.org/officeDocument/2006/relationships" id="284" r:id="R311312bbd1f44406"/>
    <p:sldId xmlns:r="http://schemas.openxmlformats.org/officeDocument/2006/relationships" id="285" r:id="Ra3544d7b615e4032"/>
    <p:sldId xmlns:r="http://schemas.openxmlformats.org/officeDocument/2006/relationships" id="286" r:id="R9c71879b41254401"/>
    <p:sldId xmlns:r="http://schemas.openxmlformats.org/officeDocument/2006/relationships" id="287" r:id="R6da3d6a6a94047c4"/>
  </p:sldIdLst>
  <p:sldSz cx="12192000" cy="6858000"/>
  <p:notesSz cx="6858000" cy="9144000"/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b09f7291cdab47ee" /><Relationship Type="http://schemas.openxmlformats.org/officeDocument/2006/relationships/slideMaster" Target="/ppt/slideMasters/slideMaster1.xml" Id="Rb098691872d94cae" /><Relationship Type="http://schemas.openxmlformats.org/officeDocument/2006/relationships/notesMaster" Target="/ppt/notesMasters/notesMaster1.xml" Id="R33b6f3e8566d4d64" /><Relationship Type="http://schemas.openxmlformats.org/officeDocument/2006/relationships/presProps" Target="/ppt/presProps.xml" Id="R9bd5383337bd4903" /><Relationship Type="http://schemas.openxmlformats.org/officeDocument/2006/relationships/tableStyles" Target="/ppt/tableStyles.xml" Id="R7b391b34cceb4829" /><Relationship Type="http://schemas.openxmlformats.org/officeDocument/2006/relationships/slide" Target="/ppt/slides/slide1.xml" Id="R5807e07dc1f94925" /><Relationship Type="http://schemas.openxmlformats.org/officeDocument/2006/relationships/slide" Target="/ppt/slides/slide2.xml" Id="Rb003d61a67104bfa" /><Relationship Type="http://schemas.openxmlformats.org/officeDocument/2006/relationships/slide" Target="/ppt/slides/slide3.xml" Id="Rc1b32604d1284fdb" /><Relationship Type="http://schemas.openxmlformats.org/officeDocument/2006/relationships/slide" Target="/ppt/slides/slide4.xml" Id="R5a54f6805ccc408a" /><Relationship Type="http://schemas.openxmlformats.org/officeDocument/2006/relationships/slide" Target="/ppt/slides/slide5.xml" Id="R43d4511f6cf248d4" /><Relationship Type="http://schemas.openxmlformats.org/officeDocument/2006/relationships/slide" Target="/ppt/slides/slide6.xml" Id="Rf9221b8beb054791" /><Relationship Type="http://schemas.openxmlformats.org/officeDocument/2006/relationships/slide" Target="/ppt/slides/slide7.xml" Id="Rcc17185ca0cc4cfc" /><Relationship Type="http://schemas.openxmlformats.org/officeDocument/2006/relationships/slide" Target="/ppt/slides/slide8.xml" Id="R95a5c8e33b564563" /><Relationship Type="http://schemas.openxmlformats.org/officeDocument/2006/relationships/slide" Target="/ppt/slides/slide9.xml" Id="Rc07ec24c54924d44" /><Relationship Type="http://schemas.openxmlformats.org/officeDocument/2006/relationships/slide" Target="/ppt/slides/slide10.xml" Id="R7d421a37a82040f3" /><Relationship Type="http://schemas.openxmlformats.org/officeDocument/2006/relationships/slide" Target="/ppt/slides/slide11.xml" Id="R14d2442e9ef54709" /><Relationship Type="http://schemas.openxmlformats.org/officeDocument/2006/relationships/slide" Target="/ppt/slides/slide12.xml" Id="R080ef957537a41f8" /><Relationship Type="http://schemas.openxmlformats.org/officeDocument/2006/relationships/slide" Target="/ppt/slides/slide13.xml" Id="Rc5eaf54484ed4e3c" /><Relationship Type="http://schemas.openxmlformats.org/officeDocument/2006/relationships/slide" Target="/ppt/slides/slide14.xml" Id="R5f265b3795014307" /><Relationship Type="http://schemas.openxmlformats.org/officeDocument/2006/relationships/slide" Target="/ppt/slides/slide15.xml" Id="Rc5fc67c725c94e73" /><Relationship Type="http://schemas.openxmlformats.org/officeDocument/2006/relationships/slide" Target="/ppt/slides/slide16.xml" Id="R6799357ec8754728" /><Relationship Type="http://schemas.openxmlformats.org/officeDocument/2006/relationships/slide" Target="/ppt/slides/slide17.xml" Id="R8e839a5a93184e9a" /><Relationship Type="http://schemas.openxmlformats.org/officeDocument/2006/relationships/slide" Target="/ppt/slides/slide18.xml" Id="R3609b4bc88704a5f" /><Relationship Type="http://schemas.openxmlformats.org/officeDocument/2006/relationships/slide" Target="/ppt/slides/slide19.xml" Id="R2879064b131a47b8" /><Relationship Type="http://schemas.openxmlformats.org/officeDocument/2006/relationships/slide" Target="/ppt/slides/slide20.xml" Id="R523a59aae76d4b6e" /><Relationship Type="http://schemas.openxmlformats.org/officeDocument/2006/relationships/slide" Target="/ppt/slides/slide21.xml" Id="R858357f3f32c4704" /><Relationship Type="http://schemas.openxmlformats.org/officeDocument/2006/relationships/slide" Target="/ppt/slides/slide22.xml" Id="Rafada9b491974380" /><Relationship Type="http://schemas.openxmlformats.org/officeDocument/2006/relationships/slide" Target="/ppt/slides/slide23.xml" Id="R70865b67ecf444dd" /><Relationship Type="http://schemas.openxmlformats.org/officeDocument/2006/relationships/slide" Target="/ppt/slides/slide24.xml" Id="R1cc204f7e4f9404d" /><Relationship Type="http://schemas.openxmlformats.org/officeDocument/2006/relationships/slide" Target="/ppt/slides/slide25.xml" Id="R0d79a7b230964453" /><Relationship Type="http://schemas.openxmlformats.org/officeDocument/2006/relationships/slide" Target="/ppt/slides/slide26.xml" Id="Rf168a2df08664d63" /><Relationship Type="http://schemas.openxmlformats.org/officeDocument/2006/relationships/slide" Target="/ppt/slides/slide27.xml" Id="Rc204eec7e47e4af7" /><Relationship Type="http://schemas.openxmlformats.org/officeDocument/2006/relationships/slide" Target="/ppt/slides/slide28.xml" Id="Rc0c28b574692445f" /><Relationship Type="http://schemas.openxmlformats.org/officeDocument/2006/relationships/slide" Target="/ppt/slides/slide29.xml" Id="R311312bbd1f44406" /><Relationship Type="http://schemas.openxmlformats.org/officeDocument/2006/relationships/slide" Target="/ppt/slides/slide30.xml" Id="Ra3544d7b615e4032" /><Relationship Type="http://schemas.openxmlformats.org/officeDocument/2006/relationships/slide" Target="/ppt/slides/slide31.xml" Id="R9c71879b41254401" /><Relationship Type="http://schemas.openxmlformats.org/officeDocument/2006/relationships/slide" Target="/ppt/slides/slide32.xml" Id="R6da3d6a6a94047c4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ec421d2f10924347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">
      <a:majorFont>
        <a:latin typeface="Aptos"/>
        <a:ea typeface=""/>
        <a:cs typeface=""/>
      </a:majorFont>
      <a:minorFont>
        <a:latin typeface="Aptos"/>
        <a:ea typeface=""/>
        <a:cs typeface="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e3e55441cee446ca" /><Relationship Type="http://schemas.openxmlformats.org/officeDocument/2006/relationships/notesMaster" Target="/ppt/notesMasters/notesMaster1.xml" Id="R14a1955e4a1e4fd7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ed9ab9ee0bd34a0a" /><Relationship Type="http://schemas.openxmlformats.org/officeDocument/2006/relationships/notesMaster" Target="/ppt/notesMasters/notesMaster1.xml" Id="Rda9c1a79befc43cc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slide" Target="/ppt/slides/slide3.xml" Id="R4ee7447ac50c41a6" /><Relationship Type="http://schemas.openxmlformats.org/officeDocument/2006/relationships/notesMaster" Target="/ppt/notesMasters/notesMaster1.xml" Id="R865a1d48832b4a88" /></Relationships>
</file>

<file path=ppt/notesSlides/_rels/notesSlide4.xml.rels>&#65279;<?xml version="1.0" encoding="utf-8"?><Relationships xmlns="http://schemas.openxmlformats.org/package/2006/relationships"><Relationship Type="http://schemas.openxmlformats.org/officeDocument/2006/relationships/slide" Target="/ppt/slides/slide4.xml" Id="R7dab56fc07634fa2" /><Relationship Type="http://schemas.openxmlformats.org/officeDocument/2006/relationships/notesMaster" Target="/ppt/notesMasters/notesMaster1.xml" Id="R7d8c08d0ef90499d" /></Relationships>
</file>

<file path=ppt/notesSlides/_rels/notesSlide5.xml.rels>&#65279;<?xml version="1.0" encoding="utf-8"?><Relationships xmlns="http://schemas.openxmlformats.org/package/2006/relationships"><Relationship Type="http://schemas.openxmlformats.org/officeDocument/2006/relationships/slide" Target="/ppt/slides/slide5.xml" Id="R41de092b53dd4e5f" /><Relationship Type="http://schemas.openxmlformats.org/officeDocument/2006/relationships/notesMaster" Target="/ppt/notesMasters/notesMaster1.xml" Id="R20f9ed7a3b984661" /></Relationships>
</file>

<file path=ppt/notesSlides/_rels/notesSlide6.xml.rels>&#65279;<?xml version="1.0" encoding="utf-8"?><Relationships xmlns="http://schemas.openxmlformats.org/package/2006/relationships"><Relationship Type="http://schemas.openxmlformats.org/officeDocument/2006/relationships/slide" Target="/ppt/slides/slide6.xml" Id="R89c28c239e644976" /><Relationship Type="http://schemas.openxmlformats.org/officeDocument/2006/relationships/notesMaster" Target="/ppt/notesMasters/notesMaster1.xml" Id="R637782eef2d34e74" /></Relationships>
</file>

<file path=ppt/notesSlides/_rels/notesSlide7.xml.rels>&#65279;<?xml version="1.0" encoding="utf-8"?><Relationships xmlns="http://schemas.openxmlformats.org/package/2006/relationships"><Relationship Type="http://schemas.openxmlformats.org/officeDocument/2006/relationships/slide" Target="/ppt/slides/slide7.xml" Id="Rc13a611d18674f87" /><Relationship Type="http://schemas.openxmlformats.org/officeDocument/2006/relationships/notesMaster" Target="/ppt/notesMasters/notesMaster1.xml" Id="R4c7645aff50e44bc" /></Relationships>
</file>

<file path=ppt/notesSlides/_rels/notesSlide8.xml.rels>&#65279;<?xml version="1.0" encoding="utf-8"?><Relationships xmlns="http://schemas.openxmlformats.org/package/2006/relationships"><Relationship Type="http://schemas.openxmlformats.org/officeDocument/2006/relationships/slide" Target="/ppt/slides/slide8.xml" Id="R7530134bf08c4ab5" /><Relationship Type="http://schemas.openxmlformats.org/officeDocument/2006/relationships/notesMaster" Target="/ppt/notesMasters/notesMaster1.xml" Id="R6b1cbf7c828e4f5a" /></Relationships>
</file>

<file path=ppt/notesSlides/_rels/notesSlide9.xml.rels>&#65279;<?xml version="1.0" encoding="utf-8"?><Relationships xmlns="http://schemas.openxmlformats.org/package/2006/relationships"><Relationship Type="http://schemas.openxmlformats.org/officeDocument/2006/relationships/slide" Target="/ppt/slides/slide9.xml" Id="R63a553c14f444eca" /><Relationship Type="http://schemas.openxmlformats.org/officeDocument/2006/relationships/notesMaster" Target="/ppt/notesMasters/notesMaster1.xml" Id="Rb203b53c8f0b458e" /></Relationships>
</file>

<file path=ppt/notesSlides/_rels/notesSlide10.xml.rels>&#65279;<?xml version="1.0" encoding="utf-8"?><Relationships xmlns="http://schemas.openxmlformats.org/package/2006/relationships"><Relationship Type="http://schemas.openxmlformats.org/officeDocument/2006/relationships/slide" Target="/ppt/slides/slide10.xml" Id="R470770931ec84095" /><Relationship Type="http://schemas.openxmlformats.org/officeDocument/2006/relationships/notesMaster" Target="/ppt/notesMasters/notesMaster1.xml" Id="Rd33fb8c0170041d3" /></Relationships>
</file>

<file path=ppt/notesSlides/_rels/notesSlide11.xml.rels>&#65279;<?xml version="1.0" encoding="utf-8"?><Relationships xmlns="http://schemas.openxmlformats.org/package/2006/relationships"><Relationship Type="http://schemas.openxmlformats.org/officeDocument/2006/relationships/slide" Target="/ppt/slides/slide11.xml" Id="R43edcb28552542a2" /><Relationship Type="http://schemas.openxmlformats.org/officeDocument/2006/relationships/notesMaster" Target="/ppt/notesMasters/notesMaster1.xml" Id="R66477e8585b34e2b" /></Relationships>
</file>

<file path=ppt/notesSlides/_rels/notesSlide12.xml.rels>&#65279;<?xml version="1.0" encoding="utf-8"?><Relationships xmlns="http://schemas.openxmlformats.org/package/2006/relationships"><Relationship Type="http://schemas.openxmlformats.org/officeDocument/2006/relationships/slide" Target="/ppt/slides/slide12.xml" Id="R9b4079e2e3b5466d" /><Relationship Type="http://schemas.openxmlformats.org/officeDocument/2006/relationships/notesMaster" Target="/ppt/notesMasters/notesMaster1.xml" Id="Rf86813987ae34fbd" /></Relationships>
</file>

<file path=ppt/notesSlides/_rels/notesSlide13.xml.rels>&#65279;<?xml version="1.0" encoding="utf-8"?><Relationships xmlns="http://schemas.openxmlformats.org/package/2006/relationships"><Relationship Type="http://schemas.openxmlformats.org/officeDocument/2006/relationships/slide" Target="/ppt/slides/slide13.xml" Id="Rad8ac0ef7b954e02" /><Relationship Type="http://schemas.openxmlformats.org/officeDocument/2006/relationships/notesMaster" Target="/ppt/notesMasters/notesMaster1.xml" Id="R10f58e1a494a48d9" /></Relationships>
</file>

<file path=ppt/notesSlides/_rels/notesSlide14.xml.rels>&#65279;<?xml version="1.0" encoding="utf-8"?><Relationships xmlns="http://schemas.openxmlformats.org/package/2006/relationships"><Relationship Type="http://schemas.openxmlformats.org/officeDocument/2006/relationships/slide" Target="/ppt/slides/slide14.xml" Id="R0346a546b3124221" /><Relationship Type="http://schemas.openxmlformats.org/officeDocument/2006/relationships/notesMaster" Target="/ppt/notesMasters/notesMaster1.xml" Id="R78c1e75bd6484c48" /></Relationships>
</file>

<file path=ppt/notesSlides/_rels/notesSlide15.xml.rels>&#65279;<?xml version="1.0" encoding="utf-8"?><Relationships xmlns="http://schemas.openxmlformats.org/package/2006/relationships"><Relationship Type="http://schemas.openxmlformats.org/officeDocument/2006/relationships/slide" Target="/ppt/slides/slide15.xml" Id="R5650714355154061" /><Relationship Type="http://schemas.openxmlformats.org/officeDocument/2006/relationships/notesMaster" Target="/ppt/notesMasters/notesMaster1.xml" Id="Re16322e752024899" /></Relationships>
</file>

<file path=ppt/notesSlides/_rels/notesSlide16.xml.rels>&#65279;<?xml version="1.0" encoding="utf-8"?><Relationships xmlns="http://schemas.openxmlformats.org/package/2006/relationships"><Relationship Type="http://schemas.openxmlformats.org/officeDocument/2006/relationships/slide" Target="/ppt/slides/slide16.xml" Id="Re0a4dfb2d126452a" /><Relationship Type="http://schemas.openxmlformats.org/officeDocument/2006/relationships/notesMaster" Target="/ppt/notesMasters/notesMaster1.xml" Id="R2a4750ff95444afb" /></Relationships>
</file>

<file path=ppt/notesSlides/_rels/notesSlide17.xml.rels>&#65279;<?xml version="1.0" encoding="utf-8"?><Relationships xmlns="http://schemas.openxmlformats.org/package/2006/relationships"><Relationship Type="http://schemas.openxmlformats.org/officeDocument/2006/relationships/slide" Target="/ppt/slides/slide17.xml" Id="R05804f4ae14d4ba4" /><Relationship Type="http://schemas.openxmlformats.org/officeDocument/2006/relationships/notesMaster" Target="/ppt/notesMasters/notesMaster1.xml" Id="R8290be2d6bf0429f" /></Relationships>
</file>

<file path=ppt/notesSlides/_rels/notesSlide18.xml.rels>&#65279;<?xml version="1.0" encoding="utf-8"?><Relationships xmlns="http://schemas.openxmlformats.org/package/2006/relationships"><Relationship Type="http://schemas.openxmlformats.org/officeDocument/2006/relationships/slide" Target="/ppt/slides/slide18.xml" Id="Rdf1f3c859497491a" /><Relationship Type="http://schemas.openxmlformats.org/officeDocument/2006/relationships/notesMaster" Target="/ppt/notesMasters/notesMaster1.xml" Id="Rf8caad9f040d4447" /></Relationships>
</file>

<file path=ppt/notesSlides/_rels/notesSlide19.xml.rels>&#65279;<?xml version="1.0" encoding="utf-8"?><Relationships xmlns="http://schemas.openxmlformats.org/package/2006/relationships"><Relationship Type="http://schemas.openxmlformats.org/officeDocument/2006/relationships/slide" Target="/ppt/slides/slide19.xml" Id="R9b9619c2f5384690" /><Relationship Type="http://schemas.openxmlformats.org/officeDocument/2006/relationships/notesMaster" Target="/ppt/notesMasters/notesMaster1.xml" Id="Rdaa5b48ce8244bef" /></Relationships>
</file>

<file path=ppt/notesSlides/_rels/notesSlide20.xml.rels>&#65279;<?xml version="1.0" encoding="utf-8"?><Relationships xmlns="http://schemas.openxmlformats.org/package/2006/relationships"><Relationship Type="http://schemas.openxmlformats.org/officeDocument/2006/relationships/slide" Target="/ppt/slides/slide20.xml" Id="R9694b6a13d704a51" /><Relationship Type="http://schemas.openxmlformats.org/officeDocument/2006/relationships/notesMaster" Target="/ppt/notesMasters/notesMaster1.xml" Id="R5f73b8ce2d9a4656" /></Relationships>
</file>

<file path=ppt/notesSlides/_rels/notesSlide21.xml.rels>&#65279;<?xml version="1.0" encoding="utf-8"?><Relationships xmlns="http://schemas.openxmlformats.org/package/2006/relationships"><Relationship Type="http://schemas.openxmlformats.org/officeDocument/2006/relationships/slide" Target="/ppt/slides/slide21.xml" Id="Rd574cde918c547b2" /><Relationship Type="http://schemas.openxmlformats.org/officeDocument/2006/relationships/notesMaster" Target="/ppt/notesMasters/notesMaster1.xml" Id="Rebc60d8f816c4b43" /></Relationships>
</file>

<file path=ppt/notesSlides/_rels/notesSlide22.xml.rels>&#65279;<?xml version="1.0" encoding="utf-8"?><Relationships xmlns="http://schemas.openxmlformats.org/package/2006/relationships"><Relationship Type="http://schemas.openxmlformats.org/officeDocument/2006/relationships/slide" Target="/ppt/slides/slide22.xml" Id="R29633c599e714975" /><Relationship Type="http://schemas.openxmlformats.org/officeDocument/2006/relationships/notesMaster" Target="/ppt/notesMasters/notesMaster1.xml" Id="Rc61e2f67f1a041aa" /></Relationships>
</file>

<file path=ppt/notesSlides/_rels/notesSlide23.xml.rels>&#65279;<?xml version="1.0" encoding="utf-8"?><Relationships xmlns="http://schemas.openxmlformats.org/package/2006/relationships"><Relationship Type="http://schemas.openxmlformats.org/officeDocument/2006/relationships/slide" Target="/ppt/slides/slide23.xml" Id="R620837c20bfc4057" /><Relationship Type="http://schemas.openxmlformats.org/officeDocument/2006/relationships/notesMaster" Target="/ppt/notesMasters/notesMaster1.xml" Id="R2d4d9ac0db2c4609" /></Relationships>
</file>

<file path=ppt/notesSlides/_rels/notesSlide24.xml.rels>&#65279;<?xml version="1.0" encoding="utf-8"?><Relationships xmlns="http://schemas.openxmlformats.org/package/2006/relationships"><Relationship Type="http://schemas.openxmlformats.org/officeDocument/2006/relationships/slide" Target="/ppt/slides/slide24.xml" Id="Rb72012f5e3db4362" /><Relationship Type="http://schemas.openxmlformats.org/officeDocument/2006/relationships/notesMaster" Target="/ppt/notesMasters/notesMaster1.xml" Id="Rf96040520719460d" /></Relationships>
</file>

<file path=ppt/notesSlides/_rels/notesSlide25.xml.rels>&#65279;<?xml version="1.0" encoding="utf-8"?><Relationships xmlns="http://schemas.openxmlformats.org/package/2006/relationships"><Relationship Type="http://schemas.openxmlformats.org/officeDocument/2006/relationships/slide" Target="/ppt/slides/slide25.xml" Id="R90d54d2cfbb14a49" /><Relationship Type="http://schemas.openxmlformats.org/officeDocument/2006/relationships/notesMaster" Target="/ppt/notesMasters/notesMaster1.xml" Id="R41487a23f5084fe6" /></Relationships>
</file>

<file path=ppt/notesSlides/_rels/notesSlide26.xml.rels>&#65279;<?xml version="1.0" encoding="utf-8"?><Relationships xmlns="http://schemas.openxmlformats.org/package/2006/relationships"><Relationship Type="http://schemas.openxmlformats.org/officeDocument/2006/relationships/slide" Target="/ppt/slides/slide26.xml" Id="R56cbb7bbf45343d9" /><Relationship Type="http://schemas.openxmlformats.org/officeDocument/2006/relationships/notesMaster" Target="/ppt/notesMasters/notesMaster1.xml" Id="R834382991a08485b" /></Relationships>
</file>

<file path=ppt/notesSlides/_rels/notesSlide27.xml.rels>&#65279;<?xml version="1.0" encoding="utf-8"?><Relationships xmlns="http://schemas.openxmlformats.org/package/2006/relationships"><Relationship Type="http://schemas.openxmlformats.org/officeDocument/2006/relationships/slide" Target="/ppt/slides/slide27.xml" Id="Rf015027fdf004b53" /><Relationship Type="http://schemas.openxmlformats.org/officeDocument/2006/relationships/notesMaster" Target="/ppt/notesMasters/notesMaster1.xml" Id="R04edd6d45518418d" /></Relationships>
</file>

<file path=ppt/notesSlides/_rels/notesSlide28.xml.rels>&#65279;<?xml version="1.0" encoding="utf-8"?><Relationships xmlns="http://schemas.openxmlformats.org/package/2006/relationships"><Relationship Type="http://schemas.openxmlformats.org/officeDocument/2006/relationships/slide" Target="/ppt/slides/slide28.xml" Id="R10a4574a749643aa" /><Relationship Type="http://schemas.openxmlformats.org/officeDocument/2006/relationships/notesMaster" Target="/ppt/notesMasters/notesMaster1.xml" Id="R7c14aca1ae264bc6" /></Relationships>
</file>

<file path=ppt/notesSlides/_rels/notesSlide29.xml.rels>&#65279;<?xml version="1.0" encoding="utf-8"?><Relationships xmlns="http://schemas.openxmlformats.org/package/2006/relationships"><Relationship Type="http://schemas.openxmlformats.org/officeDocument/2006/relationships/slide" Target="/ppt/slides/slide29.xml" Id="R55b069c0343c45de" /><Relationship Type="http://schemas.openxmlformats.org/officeDocument/2006/relationships/notesMaster" Target="/ppt/notesMasters/notesMaster1.xml" Id="Rb49926e0b956420c" /></Relationships>
</file>

<file path=ppt/notesSlides/_rels/notesSlide30.xml.rels>&#65279;<?xml version="1.0" encoding="utf-8"?><Relationships xmlns="http://schemas.openxmlformats.org/package/2006/relationships"><Relationship Type="http://schemas.openxmlformats.org/officeDocument/2006/relationships/slide" Target="/ppt/slides/slide30.xml" Id="R7e6c24aa69f44f7a" /><Relationship Type="http://schemas.openxmlformats.org/officeDocument/2006/relationships/notesMaster" Target="/ppt/notesMasters/notesMaster1.xml" Id="R792c7abb3c5945dc" /></Relationships>
</file>

<file path=ppt/notesSlides/_rels/notesSlide31.xml.rels>&#65279;<?xml version="1.0" encoding="utf-8"?><Relationships xmlns="http://schemas.openxmlformats.org/package/2006/relationships"><Relationship Type="http://schemas.openxmlformats.org/officeDocument/2006/relationships/slide" Target="/ppt/slides/slide31.xml" Id="R1946a7c0d68a40e8" /><Relationship Type="http://schemas.openxmlformats.org/officeDocument/2006/relationships/notesMaster" Target="/ppt/notesMasters/notesMaster1.xml" Id="R42b61d2351444c91" /></Relationships>
</file>

<file path=ppt/notesSlides/_rels/notesSlide32.xml.rels>&#65279;<?xml version="1.0" encoding="utf-8"?><Relationships xmlns="http://schemas.openxmlformats.org/package/2006/relationships"><Relationship Type="http://schemas.openxmlformats.org/officeDocument/2006/relationships/slide" Target="/ppt/slides/slide32.xml" Id="R72fe11eaba944496" /><Relationship Type="http://schemas.openxmlformats.org/officeDocument/2006/relationships/notesMaster" Target="/ppt/notesMasters/notesMaster1.xml" Id="R660f89383f294c5d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两课时各50分钟。第一课1—20页，对应任务1—6；第二课21—32页，对应任务7—9。开放题必须完成。没有新短文练习。</a:t>
            </a:r>
          </a:p>
          <a:p xmlns:a="http://schemas.openxmlformats.org/drawingml/2006/main">
            <a:r>
              <a:t>资料：教师提供《团圆饭》全文及课本第42—43页截图。人物分析题按教师明确要求补充。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0—5分钟，导入。不判断猜测对错。隐藏第5格上方解说，仅观察画面。</a:t>
            </a:r>
          </a:p>
          <a:p xmlns:a="http://schemas.openxmlformats.org/drawingml/2006/main">
            <a:r>
              <a:t>资料：教师提供《团圆饭》全文及课本第42—43页截图。人物分析题按教师明确要求补充。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连贯初读原文。互动网页按16段逐段呈现对应漫画，漫画下方为词语积累。</a:t>
            </a:r>
          </a:p>
          <a:p xmlns:a="http://schemas.openxmlformats.org/drawingml/2006/main">
            <a:r>
              <a:t>资料：教师提供《团圆饭》全文及课本第42—43页截图。人物分析题按教师明确要求补充。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连贯初读原文。互动网页按16段逐段呈现对应漫画，漫画下方为词语积累。</a:t>
            </a:r>
          </a:p>
          <a:p xmlns:a="http://schemas.openxmlformats.org/drawingml/2006/main">
            <a:r>
              <a:t>资料：教师提供《团圆饭》全文及课本第42—43页截图。人物分析题按教师明确要求补充。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连贯初读原文。互动网页按16段逐段呈现对应漫画，漫画下方为词语积累。</a:t>
            </a:r>
          </a:p>
          <a:p xmlns:a="http://schemas.openxmlformats.org/drawingml/2006/main">
            <a:r>
              <a:t>资料：教师提供《团圆饭》全文及课本第42—43页截图。人物分析题按教师明确要求补充。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连贯初读原文。互动网页按16段逐段呈现对应漫画，漫画下方为词语积累。</a:t>
            </a:r>
          </a:p>
          <a:p xmlns:a="http://schemas.openxmlformats.org/drawingml/2006/main">
            <a:r>
              <a:t>资料：教师提供《团圆饭》全文及课本第42—43页截图。人物分析题按教师明确要求补充。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连贯初读原文。互动网页按16段逐段呈现对应漫画，漫画下方为词语积累。</a:t>
            </a:r>
          </a:p>
          <a:p xmlns:a="http://schemas.openxmlformats.org/drawingml/2006/main">
            <a:r>
              <a:t>资料：教师提供《团圆饭》全文及课本第42—43页截图。人物分析题按教师明确要求补充。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连贯初读原文。互动网页按16段逐段呈现对应漫画，漫画下方为词语积累。</a:t>
            </a:r>
          </a:p>
          <a:p xmlns:a="http://schemas.openxmlformats.org/drawingml/2006/main">
            <a:r>
              <a:t>资料：教师提供《团圆饭》全文及课本第42—43页截图。人物分析题按教师明确要求补充。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课本旁批原题，按教师要求恢复</a:t>
            </a:r>
          </a:p>
          <a:p xmlns:a="http://schemas.openxmlformats.org/drawingml/2006/main">
            <a:r>
              <a:t>资料：教师提供《团圆饭》全文及课本第42—43页截图。人物分析题按教师明确要求补充。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0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先让学生说明依据，再比较解释；保留每题原有的意思。</a:t>
            </a:r>
          </a:p>
          <a:p xmlns:a="http://schemas.openxmlformats.org/drawingml/2006/main">
            <a:r>
              <a:t>资料：教师提供《团圆饭》全文及课本第42—43页截图。人物分析题按教师明确要求补充。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课本旁批原题，按教师要求恢复</a:t>
            </a:r>
          </a:p>
          <a:p xmlns:a="http://schemas.openxmlformats.org/drawingml/2006/main">
            <a:r>
              <a:t>资料：教师提供《团圆饭》全文及课本第42—43页截图。人物分析题按教师明确要求补充。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先让学生说明依据，再比较解释；保留每题原有的意思。</a:t>
            </a:r>
          </a:p>
          <a:p xmlns:a="http://schemas.openxmlformats.org/drawingml/2006/main">
            <a:r>
              <a:t>资料：教师提供《团圆饭》全文及课本第42—43页截图。人物分析题按教师明确要求补充。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课本第42页：两个原因问题。先独立找文字依据，再讲解。</a:t>
            </a:r>
          </a:p>
          <a:p xmlns:a="http://schemas.openxmlformats.org/drawingml/2006/main">
            <a:r>
              <a:t>资料：教师提供《团圆饭》全文及课本第42—43页截图。人物分析题按教师明确要求补充。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参考解释。接受符合证据的等义答案，不以关键词数量或答案长度自动评分。</a:t>
            </a:r>
          </a:p>
          <a:p xmlns:a="http://schemas.openxmlformats.org/drawingml/2006/main">
            <a:r>
              <a:t>资料：教师提供《团圆饭》全文及课本第42—43页截图。人物分析题按教师明确要求补充。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课本第42页：两个反应问题。先独立找文字依据，再讲解。</a:t>
            </a:r>
          </a:p>
          <a:p xmlns:a="http://schemas.openxmlformats.org/drawingml/2006/main">
            <a:r>
              <a:t>资料：教师提供《团圆饭》全文及课本第42—43页截图。人物分析题按教师明确要求补充。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参考解释。接受符合证据的等义答案，不以关键词数量或答案长度自动评分。</a:t>
            </a:r>
          </a:p>
          <a:p xmlns:a="http://schemas.openxmlformats.org/drawingml/2006/main">
            <a:r>
              <a:t>资料：教师提供《团圆饭》全文及课本第42—43页截图。人物分析题按教师明确要求补充。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课本第42页原题。先独立找文字依据，再讲解。</a:t>
            </a:r>
          </a:p>
          <a:p xmlns:a="http://schemas.openxmlformats.org/drawingml/2006/main">
            <a:r>
              <a:t>资料：教师提供《团圆饭》全文及课本第42—43页截图。人物分析题按教师明确要求补充。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参考解释。接受符合证据的等义答案，不以关键词数量或答案长度自动评分。</a:t>
            </a:r>
          </a:p>
          <a:p xmlns:a="http://schemas.openxmlformats.org/drawingml/2006/main">
            <a:r>
              <a:t>资料：教师提供《团圆饭》全文及课本第42—43页截图。人物分析题按教师明确要求补充。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按教师要求补充；人物题课本截图待提供。先独立找文字依据，再讲解。本题必须自写，不提供特点选项。</a:t>
            </a:r>
          </a:p>
          <a:p xmlns:a="http://schemas.openxmlformats.org/drawingml/2006/main">
            <a:r>
              <a:t>资料：教师提供《团圆饭》全文及课本第42—43页截图。人物分析题按教师明确要求补充。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0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参考解释。接受符合证据的等义答案，不以关键词数量或答案长度自动评分。</a:t>
            </a:r>
          </a:p>
          <a:p xmlns:a="http://schemas.openxmlformats.org/drawingml/2006/main">
            <a:r>
              <a:t>资料：教师提供《团圆饭》全文及课本第42—43页截图。人物分析题按教师明确要求补充。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任务7—9；开放题留足独立表达和比较的时间。</a:t>
            </a:r>
          </a:p>
          <a:p xmlns:a="http://schemas.openxmlformats.org/drawingml/2006/main">
            <a:r>
              <a:t>资料：教师提供《团圆饭》全文及课本第42—43页截图。人物分析题按教师明确要求补充。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先解释线索的功能，下一页才让学生填写本课的事物线索。线索的判断既看反复出现，也看能否连接各件事。</a:t>
            </a:r>
          </a:p>
          <a:p xmlns:a="http://schemas.openxmlformats.org/drawingml/2006/main">
            <a:r>
              <a:t>资料：教师提供《团圆饭》全文及课本第42—43页截图。人物分析题按教师明确要求补充。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七行都是内容概括。请学生读对应段落，填入同一个事物“团圆饭”；网页填写一次可同步检查七处。随后概括主题，再展示参考答案。</a:t>
            </a:r>
          </a:p>
          <a:p xmlns:a="http://schemas.openxmlformats.org/drawingml/2006/main">
            <a:r>
              <a:t>资料：教师提供《团圆饭》全文及课本第42—43页截图。人物分析题按教师明确要求补充。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结尾是期待，不是已确认的结果。</a:t>
            </a:r>
          </a:p>
          <a:p xmlns:a="http://schemas.openxmlformats.org/drawingml/2006/main">
            <a:r>
              <a:t>资料：教师提供《团圆饭》全文及课本第42—43页截图。人物分析题按教师明确要求补充。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严格沿用课本第42页分类。“年年有余”是强调的词语，不改分为特别名称。用法须结合语境。</a:t>
            </a:r>
          </a:p>
          <a:p xmlns:a="http://schemas.openxmlformats.org/drawingml/2006/main">
            <a:r>
              <a:t>资料：教师提供《团圆饭》全文及课本第42—43页截图。人物分析题按教师明确要求补充。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先完成课本两句标点练习，再显示讲解。网页允许点选应加引号的部分，不要求反复输入整句。</a:t>
            </a:r>
          </a:p>
          <a:p xmlns:a="http://schemas.openxmlformats.org/drawingml/2006/main">
            <a:r>
              <a:t>资料：教师提供《团圆饭》全文及课本第42—43页截图。人物分析题按教师明确要求补充。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规范标点：第二句的句号属于整个陈述句，在引号外。</a:t>
            </a:r>
          </a:p>
          <a:p xmlns:a="http://schemas.openxmlformats.org/drawingml/2006/main">
            <a:r>
              <a:t>资料：教师提供《团圆饭》全文及课本第42—43页截图。人物分析题按教师明确要求补充。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课本第43页读后说原题。认同、部分认同、不认同都可以；先独立回答，不先显示示范立场。</a:t>
            </a:r>
          </a:p>
          <a:p xmlns:a="http://schemas.openxmlformats.org/drawingml/2006/main">
            <a:r>
              <a:t>资料：教师提供《团圆饭》全文及课本第42—43页截图。人物分析题按教师明确要求补充。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框架为立场、理由、例子、回扣。理由可以从人的需要、现实限制或可能影响中选一个角度。不要求每个角度全部写。</a:t>
            </a:r>
          </a:p>
          <a:p xmlns:a="http://schemas.openxmlformats.org/drawingml/2006/main">
            <a:r>
              <a:t>资料：教师提供《团圆饭》全文及课本第42—43页截图。人物分析题按教师明确要求补充。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0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这是示范而非唯一立场。认同者可解释现实限制与表达心意的价值；不认同者可强调父母的具体情感需要，但不能无证据断定姐姐不孝。</a:t>
            </a:r>
          </a:p>
          <a:p xmlns:a="http://schemas.openxmlformats.org/drawingml/2006/main">
            <a:r>
              <a:t>资料：教师提供《团圆饭》全文及课本第42—43页截图。人物分析题按教师明确要求补充。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不让学生机械填“因为……所以……”却只重复观点。引导其解释需要、限制或影响。</a:t>
            </a:r>
          </a:p>
          <a:p xmlns:a="http://schemas.openxmlformats.org/drawingml/2006/main">
            <a:r>
              <a:t>资料：教师提供《团圆饭》全文及课本第42—43页截图。人物分析题按教师明确要求补充。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没有新短文或课后一周小测。词语复习按个人需要进行。词语本只在本机保存，可导出和导入备份；未匹配的词须补充释义。</a:t>
            </a:r>
          </a:p>
          <a:p xmlns:a="http://schemas.openxmlformats.org/drawingml/2006/main">
            <a:r>
              <a:t>资料：教师提供《团圆饭》全文及课本第42—43页截图。人物分析题按教师明确要求补充。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f0a8663bea084825" /></Relationships>
</file>

<file path=ppt/slideLayouts/_rels/slideLayout2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e69bc246fd264b30" /></Relationships>
</file>

<file path=ppt/slideLayouts/_rels/slideLayout3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951933e24a10452d" /></Relationships>
</file>

<file path=ppt/slideLayouts/_rels/slideLayout4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a1a4bca6751941ed" /></Relationships>
</file>

<file path=ppt/slideLayouts/_rels/slideLayout5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ab1e6f4c1d844a27" /></Relationships>
</file>

<file path=ppt/slideLayouts/_rels/slideLayout6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033e31c0931f4e87" 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" name="Title">
            <a:extLst xmlns:a="http://schemas.openxmlformats.org/drawingml/2006/main">
              <a:ext uri="{FF2B5EF4-FFF2-40B4-BE49-F238E27FC236}">
                <a16:creationId xmlns:a16="http://schemas.microsoft.com/office/drawing/2014/main" id="{E60337F0-BCDA-413D-B379-A1C3E674E4BC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1219200" y="2590800"/>
            <a:ext cx="9753600" cy="990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>
            <a:defPPr algn="ctr"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1pPr>
            <a:lvl2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2pPr>
            <a:lvl3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3pPr>
            <a:lvl4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4pPr>
            <a:lvl5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5pPr>
            <a:lvl6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6pPr>
            <a:lvl7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7pPr>
            <a:lvl8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8pPr>
            <a:lvl9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9pPr>
          </a:lstStyle>
          <a:p xmlns:a="http://schemas.openxmlformats.org/drawingml/2006/main"/>
        </p:txBody>
      </p:sp>
      <p:sp>
        <p:nvSpPr>
          <p:cNvPr id="2" name="Subtitle">
            <a:extLst xmlns:a="http://schemas.openxmlformats.org/drawingml/2006/main">
              <a:ext uri="{FF2B5EF4-FFF2-40B4-BE49-F238E27FC236}">
                <a16:creationId xmlns:a16="http://schemas.microsoft.com/office/drawing/2014/main" id="{3E768F11-11AC-4064-8E75-C0139256B178}"/>
              </a:ext>
            </a:extLst>
          </p:cNvPr>
          <p:cNvSpPr>
            <a:spLocks xmlns:a="http://schemas.openxmlformats.org/drawingml/2006/main" noGrp="1"/>
          </p:cNvSpPr>
          <p:nvPr>
            <p:ph type="subTitle" idx="1"/>
          </p:nvPr>
        </p:nvSpPr>
        <p:spPr>
          <a:xfrm xmlns:a="http://schemas.openxmlformats.org/drawingml/2006/main">
            <a:off x="1828800" y="3771900"/>
            <a:ext cx="8534400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>
            <a:defPPr algn="ctr"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  <a:lvl2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 xmlns:a="http://schemas.openxmlformats.org/drawingml/2006/main"/>
        </p:txBody>
      </p:sp>
    </p:spTree>
  </p:cSld>
</p:sldLayout>
</file>

<file path=ppt/slideLayouts/slideLayout2.xml><?xml version="1.0" encoding="utf-8"?>
<p:sldLayout xmlns:p="http://schemas.openxmlformats.org/presentationml/2006/main">
  <p:cSld name="Section Header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ection title">
            <a:extLst xmlns:a="http://schemas.openxmlformats.org/drawingml/2006/main">
              <a:ext uri="{FF2B5EF4-FFF2-40B4-BE49-F238E27FC236}">
                <a16:creationId xmlns:a16="http://schemas.microsoft.com/office/drawing/2014/main" id="{8EEC92CA-141C-4821-AF02-282F981B87AD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1219200" y="2857500"/>
            <a:ext cx="9753600" cy="1143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>
            <a:defPPr algn="ctr"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1pPr>
            <a:lvl2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2pPr>
            <a:lvl3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3pPr>
            <a:lvl4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4pPr>
            <a:lvl5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5pPr>
            <a:lvl6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6pPr>
            <a:lvl7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7pPr>
            <a:lvl8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8pPr>
            <a:lvl9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9pPr>
          </a:lstStyle>
          <a:p xmlns:a="http://schemas.openxmlformats.org/drawingml/2006/main"/>
        </p:txBody>
      </p:sp>
    </p:spTree>
  </p:cSld>
</p:sldLayout>
</file>

<file path=ppt/slideLayouts/slideLayout3.xml><?xml version="1.0" encoding="utf-8"?>
<p:sldLayout xmlns:p="http://schemas.openxmlformats.org/presentationml/2006/main">
  <p:cSld name="Title and Body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" name="Title">
            <a:extLst xmlns:a="http://schemas.openxmlformats.org/drawingml/2006/main">
              <a:ext uri="{FF2B5EF4-FFF2-40B4-BE49-F238E27FC236}">
                <a16:creationId xmlns:a16="http://schemas.microsoft.com/office/drawing/2014/main" id="{3D57BC62-90FE-4FAE-A9B9-0F0C93687D73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685800" y="533400"/>
            <a:ext cx="1082040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1pPr>
            <a:lvl2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2pPr>
            <a:lvl3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3pPr>
            <a:lvl4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4pPr>
            <a:lvl5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5pPr>
            <a:lvl6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6pPr>
            <a:lvl7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7pPr>
            <a:lvl8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8pPr>
            <a:lvl9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9pPr>
          </a:lstStyle>
          <a:p xmlns:a="http://schemas.openxmlformats.org/drawingml/2006/main"/>
        </p:txBody>
      </p:sp>
      <p:sp>
        <p:nvSpPr>
          <p:cNvPr id="2" name="Body">
            <a:extLst xmlns:a="http://schemas.openxmlformats.org/drawingml/2006/main">
              <a:ext uri="{FF2B5EF4-FFF2-40B4-BE49-F238E27FC236}">
                <a16:creationId xmlns:a16="http://schemas.microsoft.com/office/drawing/2014/main" id="{380CC971-64FE-4695-B199-1EB7F9C4630F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685800" y="1905000"/>
            <a:ext cx="10820400" cy="426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2286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  <a:lvl2pPr marL="5334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8382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11430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14478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17526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20574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23622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26670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 xmlns:a="http://schemas.openxmlformats.org/drawingml/2006/main"/>
        </p:txBody>
      </p:sp>
    </p:spTree>
  </p:cSld>
</p:sldLayout>
</file>

<file path=ppt/slideLayouts/slideLayout4.xml><?xml version="1.0" encoding="utf-8"?>
<p:sldLayout xmlns:p="http://schemas.openxmlformats.org/presentationml/2006/main">
  <p:cSld name="Title and Two Column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4" name="Title">
            <a:extLst xmlns:a="http://schemas.openxmlformats.org/drawingml/2006/main">
              <a:ext uri="{FF2B5EF4-FFF2-40B4-BE49-F238E27FC236}">
                <a16:creationId xmlns:a16="http://schemas.microsoft.com/office/drawing/2014/main" id="{0BE4E4B0-5E35-4FE1-BDF2-6EE2363B064B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685800" y="533400"/>
            <a:ext cx="1082040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1pPr>
            <a:lvl2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2pPr>
            <a:lvl3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3pPr>
            <a:lvl4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4pPr>
            <a:lvl5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5pPr>
            <a:lvl6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6pPr>
            <a:lvl7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7pPr>
            <a:lvl8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8pPr>
            <a:lvl9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9pPr>
          </a:lstStyle>
          <a:p xmlns:a="http://schemas.openxmlformats.org/drawingml/2006/main"/>
        </p:txBody>
      </p:sp>
      <p:sp>
        <p:nvSpPr>
          <p:cNvPr id="2" name="Left column">
            <a:extLst xmlns:a="http://schemas.openxmlformats.org/drawingml/2006/main">
              <a:ext uri="{FF2B5EF4-FFF2-40B4-BE49-F238E27FC236}">
                <a16:creationId xmlns:a16="http://schemas.microsoft.com/office/drawing/2014/main" id="{DB51EF38-CC8F-4174-9B2E-3EB0A45659BD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685800" y="1905000"/>
            <a:ext cx="5029200" cy="426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2286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  <a:lvl2pPr marL="5334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8382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11430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14478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17526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20574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23622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26670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 xmlns:a="http://schemas.openxmlformats.org/drawingml/2006/main"/>
        </p:txBody>
      </p:sp>
      <p:sp>
        <p:nvSpPr>
          <p:cNvPr id="3" name="Right column">
            <a:extLst xmlns:a="http://schemas.openxmlformats.org/drawingml/2006/main">
              <a:ext uri="{FF2B5EF4-FFF2-40B4-BE49-F238E27FC236}">
                <a16:creationId xmlns:a16="http://schemas.microsoft.com/office/drawing/2014/main" id="{F68B2204-263E-4172-B274-AD51D43E8096}"/>
              </a:ext>
            </a:extLst>
          </p:cNvPr>
          <p:cNvSpPr>
            <a:spLocks xmlns:a="http://schemas.openxmlformats.org/drawingml/2006/main" noGrp="1"/>
          </p:cNvSpPr>
          <p:nvPr>
            <p:ph type="body" idx="2"/>
          </p:nvPr>
        </p:nvSpPr>
        <p:spPr>
          <a:xfrm xmlns:a="http://schemas.openxmlformats.org/drawingml/2006/main">
            <a:off x="6477000" y="1905000"/>
            <a:ext cx="5029200" cy="426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2286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  <a:lvl2pPr marL="5334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8382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11430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14478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17526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20574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23622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26670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 xmlns:a="http://schemas.openxmlformats.org/drawingml/2006/main"/>
        </p:txBody>
      </p:sp>
    </p:spTree>
  </p:cSld>
</p:sldLayout>
</file>

<file path=ppt/slideLayouts/slideLayout5.xml><?xml version="1.0" encoding="utf-8"?>
<p:sldLayout xmlns:p="http://schemas.openxmlformats.org/presentationml/2006/main">
  <p:cSld name="Title and One Column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" name="Title">
            <a:extLst xmlns:a="http://schemas.openxmlformats.org/drawingml/2006/main">
              <a:ext uri="{FF2B5EF4-FFF2-40B4-BE49-F238E27FC236}">
                <a16:creationId xmlns:a16="http://schemas.microsoft.com/office/drawing/2014/main" id="{6B9E125F-B88E-44F3-8145-72634129DCFB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685800" y="533400"/>
            <a:ext cx="1082040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1pPr>
            <a:lvl2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2pPr>
            <a:lvl3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3pPr>
            <a:lvl4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4pPr>
            <a:lvl5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5pPr>
            <a:lvl6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6pPr>
            <a:lvl7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7pPr>
            <a:lvl8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8pPr>
            <a:lvl9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9pPr>
          </a:lstStyle>
          <a:p xmlns:a="http://schemas.openxmlformats.org/drawingml/2006/main"/>
        </p:txBody>
      </p:sp>
      <p:sp>
        <p:nvSpPr>
          <p:cNvPr id="2" name="Left column">
            <a:extLst xmlns:a="http://schemas.openxmlformats.org/drawingml/2006/main">
              <a:ext uri="{FF2B5EF4-FFF2-40B4-BE49-F238E27FC236}">
                <a16:creationId xmlns:a16="http://schemas.microsoft.com/office/drawing/2014/main" id="{E0C2B466-07B6-413A-A6B2-CEF74BE62E52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685800" y="1905000"/>
            <a:ext cx="5029200" cy="426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2286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  <a:lvl2pPr marL="5334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8382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11430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14478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17526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20574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23622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26670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 xmlns:a="http://schemas.openxmlformats.org/drawingml/2006/main"/>
        </p:txBody>
      </p:sp>
    </p:spTree>
  </p:cSld>
</p:sldLayout>
</file>

<file path=ppt/slideLayouts/slideLayout6.xml><?xml version="1.0" encoding="utf-8"?>
<p:sldLayout xmlns:p="http://schemas.openxmlformats.org/presentationml/2006/main" type="blank">
  <p:cSld name="Blank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6e6d438bddc94581" /><Relationship Type="http://schemas.openxmlformats.org/officeDocument/2006/relationships/slideLayout" Target="/ppt/slideLayouts/slideLayout1.xml" Id="R498430a562c24c77" /><Relationship Type="http://schemas.openxmlformats.org/officeDocument/2006/relationships/slideLayout" Target="/ppt/slideLayouts/slideLayout2.xml" Id="Rde90a0238c2c4836" /><Relationship Type="http://schemas.openxmlformats.org/officeDocument/2006/relationships/slideLayout" Target="/ppt/slideLayouts/slideLayout3.xml" Id="Re1482b34acd34a81" /><Relationship Type="http://schemas.openxmlformats.org/officeDocument/2006/relationships/slideLayout" Target="/ppt/slideLayouts/slideLayout4.xml" Id="R9d503d3eb2c44175" /><Relationship Type="http://schemas.openxmlformats.org/officeDocument/2006/relationships/slideLayout" Target="/ppt/slideLayouts/slideLayout5.xml" Id="R27ced2e626224a37" /><Relationship Type="http://schemas.openxmlformats.org/officeDocument/2006/relationships/slideLayout" Target="/ppt/slideLayouts/slideLayout6.xml" Id="R98bef06037c246c4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498430a562c24c77"/>
    <p:sldLayoutId xmlns:r="http://schemas.openxmlformats.org/officeDocument/2006/relationships" id="2147483650" r:id="Rde90a0238c2c4836"/>
    <p:sldLayoutId xmlns:r="http://schemas.openxmlformats.org/officeDocument/2006/relationships" id="2147483651" r:id="Re1482b34acd34a81"/>
    <p:sldLayoutId xmlns:r="http://schemas.openxmlformats.org/officeDocument/2006/relationships" id="2147483652" r:id="R9d503d3eb2c44175"/>
    <p:sldLayoutId xmlns:r="http://schemas.openxmlformats.org/officeDocument/2006/relationships" id="2147483653" r:id="R27ced2e626224a37"/>
    <p:sldLayoutId xmlns:r="http://schemas.openxmlformats.org/officeDocument/2006/relationships" id="2147483654" r:id="R98bef06037c246c4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">
      <a:majorFont>
        <a:latin typeface="Aptos"/>
        <a:ea typeface=""/>
        <a:cs typeface=""/>
      </a:majorFont>
      <a:minorFont>
        <a:latin typeface="Aptos"/>
        <a:ea typeface=""/>
        <a:cs typeface="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41003542252a4a12" /><Relationship Type="http://schemas.openxmlformats.org/officeDocument/2006/relationships/image" Target="/ppt/media/image.png" Id="R14a3eea96a88492c" /><Relationship Type="http://schemas.openxmlformats.org/officeDocument/2006/relationships/notesSlide" Target="/ppt/notesSlides/notesSlide1.xml" Id="R0b01af4d5d634679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afea0a4b4f2f4c7c" /><Relationship Type="http://schemas.openxmlformats.org/officeDocument/2006/relationships/image" Target="/ppt/media/image2.png" Id="R37d5289b48634874" /><Relationship Type="http://schemas.openxmlformats.org/officeDocument/2006/relationships/notesSlide" Target="/ppt/notesSlides/notesSlide2.xml" Id="R68f2ab1efd5f48b0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6d905db9e7834a61" /><Relationship Type="http://schemas.openxmlformats.org/officeDocument/2006/relationships/notesSlide" Target="/ppt/notesSlides/notesSlide3.xml" Id="R105d7979609b44e7" /></Relationships>
</file>

<file path=ppt/slides/_rels/slide4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78e3601b689d4800" /><Relationship Type="http://schemas.openxmlformats.org/officeDocument/2006/relationships/notesSlide" Target="/ppt/notesSlides/notesSlide4.xml" Id="Rc0adc802c28141c8" /></Relationships>
</file>

<file path=ppt/slides/_rels/slide5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d95537e076db44d5" /><Relationship Type="http://schemas.openxmlformats.org/officeDocument/2006/relationships/notesSlide" Target="/ppt/notesSlides/notesSlide5.xml" Id="R8cd4231675ca4aed" /></Relationships>
</file>

<file path=ppt/slides/_rels/slide6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a9e5ec4decaf4246" /><Relationship Type="http://schemas.openxmlformats.org/officeDocument/2006/relationships/notesSlide" Target="/ppt/notesSlides/notesSlide6.xml" Id="R36e75ba949854d0d" /></Relationships>
</file>

<file path=ppt/slides/_rels/slide7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47f390a1c0934d21" /><Relationship Type="http://schemas.openxmlformats.org/officeDocument/2006/relationships/notesSlide" Target="/ppt/notesSlides/notesSlide7.xml" Id="R817902e3d7284466" /></Relationships>
</file>

<file path=ppt/slides/_rels/slide8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44ae7c10c45c4802" /><Relationship Type="http://schemas.openxmlformats.org/officeDocument/2006/relationships/notesSlide" Target="/ppt/notesSlides/notesSlide8.xml" Id="R3c6652562da1484c" /></Relationships>
</file>

<file path=ppt/slides/_rels/slide9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5c666fbe858b4a88" /><Relationship Type="http://schemas.openxmlformats.org/officeDocument/2006/relationships/notesSlide" Target="/ppt/notesSlides/notesSlide9.xml" Id="Rf8acc66f1354432d" /></Relationships>
</file>

<file path=ppt/slides/_rels/slide10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3e44830783724d14" /><Relationship Type="http://schemas.openxmlformats.org/officeDocument/2006/relationships/notesSlide" Target="/ppt/notesSlides/notesSlide10.xml" Id="R16a6dadcbc444f0a" /></Relationships>
</file>

<file path=ppt/slides/_rels/slide11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43183443210b4b21" /><Relationship Type="http://schemas.openxmlformats.org/officeDocument/2006/relationships/notesSlide" Target="/ppt/notesSlides/notesSlide11.xml" Id="Rb09067c695014a82" /></Relationships>
</file>

<file path=ppt/slides/_rels/slide12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40c532c560b64811" /><Relationship Type="http://schemas.openxmlformats.org/officeDocument/2006/relationships/notesSlide" Target="/ppt/notesSlides/notesSlide12.xml" Id="Raceb542bb7744ec9" /></Relationships>
</file>

<file path=ppt/slides/_rels/slide13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c2927bc4a6654f47" /><Relationship Type="http://schemas.openxmlformats.org/officeDocument/2006/relationships/notesSlide" Target="/ppt/notesSlides/notesSlide13.xml" Id="R22df75ad82984aa3" /></Relationships>
</file>

<file path=ppt/slides/_rels/slide14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1933db8d97c349ce" /><Relationship Type="http://schemas.openxmlformats.org/officeDocument/2006/relationships/notesSlide" Target="/ppt/notesSlides/notesSlide14.xml" Id="R7222cb0d60f74dea" /></Relationships>
</file>

<file path=ppt/slides/_rels/slide15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0a00e8cd7905425f" /><Relationship Type="http://schemas.openxmlformats.org/officeDocument/2006/relationships/notesSlide" Target="/ppt/notesSlides/notesSlide15.xml" Id="R2db2cce65a7e49a9" /></Relationships>
</file>

<file path=ppt/slides/_rels/slide16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f5bb13d3e12b4f6e" /><Relationship Type="http://schemas.openxmlformats.org/officeDocument/2006/relationships/notesSlide" Target="/ppt/notesSlides/notesSlide16.xml" Id="Redb8b6faaa364811" /></Relationships>
</file>

<file path=ppt/slides/_rels/slide17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36c5a75b34cb4f53" /><Relationship Type="http://schemas.openxmlformats.org/officeDocument/2006/relationships/notesSlide" Target="/ppt/notesSlides/notesSlide17.xml" Id="R0956009c149249db" /></Relationships>
</file>

<file path=ppt/slides/_rels/slide18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70f64d91022a4608" /><Relationship Type="http://schemas.openxmlformats.org/officeDocument/2006/relationships/notesSlide" Target="/ppt/notesSlides/notesSlide18.xml" Id="R00aa8daf70964fbe" /></Relationships>
</file>

<file path=ppt/slides/_rels/slide19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2bcf50e3d99a4bb1" /><Relationship Type="http://schemas.openxmlformats.org/officeDocument/2006/relationships/notesSlide" Target="/ppt/notesSlides/notesSlide19.xml" Id="Rfeff8b2fc24a424b" /></Relationships>
</file>

<file path=ppt/slides/_rels/slide20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e8043fff33d248b5" /><Relationship Type="http://schemas.openxmlformats.org/officeDocument/2006/relationships/notesSlide" Target="/ppt/notesSlides/notesSlide20.xml" Id="Rc3c8ae0f40a74eb6" /></Relationships>
</file>

<file path=ppt/slides/_rels/slide21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37c7d6ab58c74664" /><Relationship Type="http://schemas.openxmlformats.org/officeDocument/2006/relationships/notesSlide" Target="/ppt/notesSlides/notesSlide21.xml" Id="R55f21e1322bc4103" /></Relationships>
</file>

<file path=ppt/slides/_rels/slide22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d99f5dab9b704c44" /><Relationship Type="http://schemas.openxmlformats.org/officeDocument/2006/relationships/notesSlide" Target="/ppt/notesSlides/notesSlide22.xml" Id="R4a5f0d50a87f48f2" /></Relationships>
</file>

<file path=ppt/slides/_rels/slide23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ab1d86e6ded84f5a" /><Relationship Type="http://schemas.openxmlformats.org/officeDocument/2006/relationships/notesSlide" Target="/ppt/notesSlides/notesSlide23.xml" Id="R2b3e5e7023364449" /></Relationships>
</file>

<file path=ppt/slides/_rels/slide24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884283d864674234" /><Relationship Type="http://schemas.openxmlformats.org/officeDocument/2006/relationships/notesSlide" Target="/ppt/notesSlides/notesSlide24.xml" Id="R5eb0826c57384d35" /></Relationships>
</file>

<file path=ppt/slides/_rels/slide25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179f61bdc1cf42ea" /><Relationship Type="http://schemas.openxmlformats.org/officeDocument/2006/relationships/notesSlide" Target="/ppt/notesSlides/notesSlide25.xml" Id="Rbb13a413fbd24048" /></Relationships>
</file>

<file path=ppt/slides/_rels/slide26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286507ec49bc45d9" /><Relationship Type="http://schemas.openxmlformats.org/officeDocument/2006/relationships/notesSlide" Target="/ppt/notesSlides/notesSlide26.xml" Id="R0260eca03e8b4525" /></Relationships>
</file>

<file path=ppt/slides/_rels/slide27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2c748d3c9f9d4dd6" /><Relationship Type="http://schemas.openxmlformats.org/officeDocument/2006/relationships/notesSlide" Target="/ppt/notesSlides/notesSlide27.xml" Id="R0d7f0681216e49ed" /></Relationships>
</file>

<file path=ppt/slides/_rels/slide28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821fb83a145a43b2" /><Relationship Type="http://schemas.openxmlformats.org/officeDocument/2006/relationships/notesSlide" Target="/ppt/notesSlides/notesSlide28.xml" Id="Rb459cc2207e64a15" /></Relationships>
</file>

<file path=ppt/slides/_rels/slide29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077b106ccec84200" /><Relationship Type="http://schemas.openxmlformats.org/officeDocument/2006/relationships/notesSlide" Target="/ppt/notesSlides/notesSlide29.xml" Id="R1b7412a5c144466f" /></Relationships>
</file>

<file path=ppt/slides/_rels/slide30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27011e18abc94548" /><Relationship Type="http://schemas.openxmlformats.org/officeDocument/2006/relationships/notesSlide" Target="/ppt/notesSlides/notesSlide30.xml" Id="Rda263c1c6d514a01" /></Relationships>
</file>

<file path=ppt/slides/_rels/slide31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fb01dac4579f4146" /><Relationship Type="http://schemas.openxmlformats.org/officeDocument/2006/relationships/notesSlide" Target="/ppt/notesSlides/notesSlide31.xml" Id="R1c0777f21d28406e" /></Relationships>
</file>

<file path=ppt/slides/_rels/slide32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6078c8a7b4144305" /><Relationship Type="http://schemas.openxmlformats.org/officeDocument/2006/relationships/notesSlide" Target="/ppt/notesSlides/notesSlide32.xml" Id="Rfb28c533049f4b06" /></Relationships>
</file>

<file path=ppt/slides/slide1.xml><?xml version="1.0" encoding="utf-8"?>
<p:sld xmlns:p="http://schemas.openxmlformats.org/presentationml/2006/main">
  <p:cSld>
    <p:bg>
      <p:bgPr>
        <a:solidFill xmlns:a="http://schemas.openxmlformats.org/drawingml/2006/main">
          <a:srgbClr val="FFFAF2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8" name="Text">
            <a:extLst xmlns:a="http://schemas.openxmlformats.org/drawingml/2006/main">
              <a:ext uri="{FF2B5EF4-FFF2-40B4-BE49-F238E27FC236}">
                <a16:creationId xmlns:a16="http://schemas.microsoft.com/office/drawing/2014/main" id="{87C8AB16-E2F3-4B01-A2CB-B2A313E4BC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28650"/>
            <a:ext cx="59055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1800" b="0">
                <a:solidFill>
                  <a:srgbClr val="9B3024"/>
                </a:solidFill>
                <a:latin typeface="Noto Serif CJK SC"/>
                <a:ea typeface="Noto Serif CJK SC"/>
                <a:cs typeface="Noto Serif CJK SC"/>
              </a:defRPr>
            </a:defPPr>
            <a:lvl1pPr>
              <a:defRPr sz="1800" b="0">
                <a:solidFill>
                  <a:srgbClr val="9B3024"/>
                </a:solidFill>
                <a:latin typeface="Noto Serif CJK SC"/>
                <a:ea typeface="Noto Serif CJK SC"/>
                <a:cs typeface="Noto Serif CJK SC"/>
              </a:defRPr>
            </a:lvl1pPr>
            <a:lvl2pPr>
              <a:defRPr sz="1800" b="0">
                <a:solidFill>
                  <a:srgbClr val="9B3024"/>
                </a:solidFill>
                <a:latin typeface="Noto Serif CJK SC"/>
                <a:ea typeface="Noto Serif CJK SC"/>
                <a:cs typeface="Noto Serif CJK SC"/>
              </a:defRPr>
            </a:lvl2pPr>
            <a:lvl3pPr>
              <a:defRPr sz="1800" b="0">
                <a:solidFill>
                  <a:srgbClr val="9B3024"/>
                </a:solidFill>
                <a:latin typeface="Noto Serif CJK SC"/>
                <a:ea typeface="Noto Serif CJK SC"/>
                <a:cs typeface="Noto Serif CJK SC"/>
              </a:defRPr>
            </a:lvl3pPr>
            <a:lvl4pPr>
              <a:defRPr sz="1800" b="0">
                <a:solidFill>
                  <a:srgbClr val="9B3024"/>
                </a:solidFill>
                <a:latin typeface="Noto Serif CJK SC"/>
                <a:ea typeface="Noto Serif CJK SC"/>
                <a:cs typeface="Noto Serif CJK SC"/>
              </a:defRPr>
            </a:lvl4pPr>
            <a:lvl5pPr>
              <a:defRPr sz="1800" b="0">
                <a:solidFill>
                  <a:srgbClr val="9B3024"/>
                </a:solidFill>
                <a:latin typeface="Noto Serif CJK SC"/>
                <a:ea typeface="Noto Serif CJK SC"/>
                <a:cs typeface="Noto Serif CJK SC"/>
              </a:defRPr>
            </a:lvl5pPr>
            <a:lvl6pPr>
              <a:defRPr sz="1800" b="0">
                <a:solidFill>
                  <a:srgbClr val="9B3024"/>
                </a:solidFill>
                <a:latin typeface="Noto Serif CJK SC"/>
                <a:ea typeface="Noto Serif CJK SC"/>
                <a:cs typeface="Noto Serif CJK SC"/>
              </a:defRPr>
            </a:lvl6pPr>
            <a:lvl7pPr>
              <a:defRPr sz="1800" b="0">
                <a:solidFill>
                  <a:srgbClr val="9B3024"/>
                </a:solidFill>
                <a:latin typeface="Noto Serif CJK SC"/>
                <a:ea typeface="Noto Serif CJK SC"/>
                <a:cs typeface="Noto Serif CJK SC"/>
              </a:defRPr>
            </a:lvl7pPr>
            <a:lvl8pPr>
              <a:defRPr sz="1800" b="0">
                <a:solidFill>
                  <a:srgbClr val="9B3024"/>
                </a:solidFill>
                <a:latin typeface="Noto Serif CJK SC"/>
                <a:ea typeface="Noto Serif CJK SC"/>
                <a:cs typeface="Noto Serif CJK SC"/>
              </a:defRPr>
            </a:lvl8pPr>
            <a:lvl9pPr>
              <a:defRPr sz="1800" b="0">
                <a:solidFill>
                  <a:srgbClr val="9B3024"/>
                </a:solidFill>
                <a:latin typeface="Noto Serif CJK SC"/>
                <a:ea typeface="Noto Serif CJK SC"/>
                <a:cs typeface="Noto Serif CJK SC"/>
              </a:defRPr>
            </a:lvl9pPr>
          </a:lstStyle>
          <a:p xmlns:a="http://schemas.openxmlformats.org/drawingml/2006/main">
            <a:pPr>
              <a:defRPr sz="1800" b="0">
                <a:solidFill>
                  <a:srgbClr val="9B3024"/>
                </a:solidFill>
                <a:latin typeface="Noto Serif CJK SC"/>
                <a:ea typeface="Noto Serif CJK SC"/>
                <a:cs typeface="Noto Serif CJK SC"/>
              </a:defRPr>
            </a:pPr>
            <a:r>
              <a:rPr sz="1800" b="0">
                <a:solidFill>
                  <a:srgbClr val="9B3024"/>
                </a:solidFill>
                <a:latin typeface="Noto Serif CJK SC"/>
                <a:ea typeface="Noto Serif CJK SC"/>
                <a:cs typeface="Noto Serif CJK SC"/>
              </a:rPr>
              <a:t>华文通 · 阅读工作坊</a:t>
            </a:r>
          </a:p>
        </p:txBody>
      </p:sp>
      <p:sp>
        <p:nvSpPr>
          <p:cNvPr id="2" name="Text">
            <a:extLst xmlns:a="http://schemas.openxmlformats.org/drawingml/2006/main">
              <a:ext uri="{FF2B5EF4-FFF2-40B4-BE49-F238E27FC236}">
                <a16:creationId xmlns:a16="http://schemas.microsoft.com/office/drawing/2014/main" id="{16A354FE-D7DD-45BA-BAA9-3435A75919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000250"/>
            <a:ext cx="5524500" cy="1238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6450" b="1">
                <a:solidFill>
                  <a:srgbClr val="9B3024"/>
                </a:solidFill>
                <a:latin typeface="Noto Serif CJK SC"/>
                <a:ea typeface="Noto Serif CJK SC"/>
                <a:cs typeface="Noto Serif CJK SC"/>
              </a:defRPr>
            </a:defPPr>
            <a:lvl1pPr>
              <a:defRPr sz="6450" b="1">
                <a:solidFill>
                  <a:srgbClr val="9B3024"/>
                </a:solidFill>
                <a:latin typeface="Noto Serif CJK SC"/>
                <a:ea typeface="Noto Serif CJK SC"/>
                <a:cs typeface="Noto Serif CJK SC"/>
              </a:defRPr>
            </a:lvl1pPr>
            <a:lvl2pPr>
              <a:defRPr sz="6450" b="1">
                <a:solidFill>
                  <a:srgbClr val="9B3024"/>
                </a:solidFill>
                <a:latin typeface="Noto Serif CJK SC"/>
                <a:ea typeface="Noto Serif CJK SC"/>
                <a:cs typeface="Noto Serif CJK SC"/>
              </a:defRPr>
            </a:lvl2pPr>
            <a:lvl3pPr>
              <a:defRPr sz="6450" b="1">
                <a:solidFill>
                  <a:srgbClr val="9B3024"/>
                </a:solidFill>
                <a:latin typeface="Noto Serif CJK SC"/>
                <a:ea typeface="Noto Serif CJK SC"/>
                <a:cs typeface="Noto Serif CJK SC"/>
              </a:defRPr>
            </a:lvl3pPr>
            <a:lvl4pPr>
              <a:defRPr sz="6450" b="1">
                <a:solidFill>
                  <a:srgbClr val="9B3024"/>
                </a:solidFill>
                <a:latin typeface="Noto Serif CJK SC"/>
                <a:ea typeface="Noto Serif CJK SC"/>
                <a:cs typeface="Noto Serif CJK SC"/>
              </a:defRPr>
            </a:lvl4pPr>
            <a:lvl5pPr>
              <a:defRPr sz="6450" b="1">
                <a:solidFill>
                  <a:srgbClr val="9B3024"/>
                </a:solidFill>
                <a:latin typeface="Noto Serif CJK SC"/>
                <a:ea typeface="Noto Serif CJK SC"/>
                <a:cs typeface="Noto Serif CJK SC"/>
              </a:defRPr>
            </a:lvl5pPr>
            <a:lvl6pPr>
              <a:defRPr sz="6450" b="1">
                <a:solidFill>
                  <a:srgbClr val="9B3024"/>
                </a:solidFill>
                <a:latin typeface="Noto Serif CJK SC"/>
                <a:ea typeface="Noto Serif CJK SC"/>
                <a:cs typeface="Noto Serif CJK SC"/>
              </a:defRPr>
            </a:lvl6pPr>
            <a:lvl7pPr>
              <a:defRPr sz="6450" b="1">
                <a:solidFill>
                  <a:srgbClr val="9B3024"/>
                </a:solidFill>
                <a:latin typeface="Noto Serif CJK SC"/>
                <a:ea typeface="Noto Serif CJK SC"/>
                <a:cs typeface="Noto Serif CJK SC"/>
              </a:defRPr>
            </a:lvl7pPr>
            <a:lvl8pPr>
              <a:defRPr sz="6450" b="1">
                <a:solidFill>
                  <a:srgbClr val="9B3024"/>
                </a:solidFill>
                <a:latin typeface="Noto Serif CJK SC"/>
                <a:ea typeface="Noto Serif CJK SC"/>
                <a:cs typeface="Noto Serif CJK SC"/>
              </a:defRPr>
            </a:lvl8pPr>
            <a:lvl9pPr>
              <a:defRPr sz="6450" b="1">
                <a:solidFill>
                  <a:srgbClr val="9B3024"/>
                </a:solidFill>
                <a:latin typeface="Noto Serif CJK SC"/>
                <a:ea typeface="Noto Serif CJK SC"/>
                <a:cs typeface="Noto Serif CJK SC"/>
              </a:defRPr>
            </a:lvl9pPr>
          </a:lstStyle>
          <a:p xmlns:a="http://schemas.openxmlformats.org/drawingml/2006/main">
            <a:pPr>
              <a:defRPr sz="6450" b="1">
                <a:solidFill>
                  <a:srgbClr val="9B3024"/>
                </a:solidFill>
                <a:latin typeface="Noto Serif CJK SC"/>
                <a:ea typeface="Noto Serif CJK SC"/>
                <a:cs typeface="Noto Serif CJK SC"/>
              </a:defRPr>
            </a:pPr>
            <a:r>
              <a:rPr sz="6450" b="1">
                <a:solidFill>
                  <a:srgbClr val="9B3024"/>
                </a:solidFill>
                <a:latin typeface="Noto Serif CJK SC"/>
                <a:ea typeface="Noto Serif CJK SC"/>
                <a:cs typeface="Noto Serif CJK SC"/>
              </a:rPr>
              <a:t>团圆饭</a:t>
            </a:r>
          </a:p>
        </p:txBody>
      </p:sp>
      <p:sp>
        <p:nvSpPr>
          <p:cNvPr id="3" name="Text">
            <a:extLst xmlns:a="http://schemas.openxmlformats.org/drawingml/2006/main">
              <a:ext uri="{FF2B5EF4-FFF2-40B4-BE49-F238E27FC236}">
                <a16:creationId xmlns:a16="http://schemas.microsoft.com/office/drawing/2014/main" id="{C12BC1E4-893A-49F1-8EEC-870279DAEC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3381375"/>
            <a:ext cx="476250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2700" b="0">
                <a:solidFill>
                  <a:srgbClr val="30291F"/>
                </a:solidFill>
                <a:latin typeface="Noto Serif CJK SC"/>
                <a:ea typeface="Noto Serif CJK SC"/>
                <a:cs typeface="Noto Serif CJK SC"/>
              </a:defRPr>
            </a:defPPr>
            <a:lvl1pPr>
              <a:defRPr sz="2700" b="0">
                <a:solidFill>
                  <a:srgbClr val="30291F"/>
                </a:solidFill>
                <a:latin typeface="Noto Serif CJK SC"/>
                <a:ea typeface="Noto Serif CJK SC"/>
                <a:cs typeface="Noto Serif CJK SC"/>
              </a:defRPr>
            </a:lvl1pPr>
            <a:lvl2pPr>
              <a:defRPr sz="2700" b="0">
                <a:solidFill>
                  <a:srgbClr val="30291F"/>
                </a:solidFill>
                <a:latin typeface="Noto Serif CJK SC"/>
                <a:ea typeface="Noto Serif CJK SC"/>
                <a:cs typeface="Noto Serif CJK SC"/>
              </a:defRPr>
            </a:lvl2pPr>
            <a:lvl3pPr>
              <a:defRPr sz="2700" b="0">
                <a:solidFill>
                  <a:srgbClr val="30291F"/>
                </a:solidFill>
                <a:latin typeface="Noto Serif CJK SC"/>
                <a:ea typeface="Noto Serif CJK SC"/>
                <a:cs typeface="Noto Serif CJK SC"/>
              </a:defRPr>
            </a:lvl3pPr>
            <a:lvl4pPr>
              <a:defRPr sz="2700" b="0">
                <a:solidFill>
                  <a:srgbClr val="30291F"/>
                </a:solidFill>
                <a:latin typeface="Noto Serif CJK SC"/>
                <a:ea typeface="Noto Serif CJK SC"/>
                <a:cs typeface="Noto Serif CJK SC"/>
              </a:defRPr>
            </a:lvl4pPr>
            <a:lvl5pPr>
              <a:defRPr sz="2700" b="0">
                <a:solidFill>
                  <a:srgbClr val="30291F"/>
                </a:solidFill>
                <a:latin typeface="Noto Serif CJK SC"/>
                <a:ea typeface="Noto Serif CJK SC"/>
                <a:cs typeface="Noto Serif CJK SC"/>
              </a:defRPr>
            </a:lvl5pPr>
            <a:lvl6pPr>
              <a:defRPr sz="2700" b="0">
                <a:solidFill>
                  <a:srgbClr val="30291F"/>
                </a:solidFill>
                <a:latin typeface="Noto Serif CJK SC"/>
                <a:ea typeface="Noto Serif CJK SC"/>
                <a:cs typeface="Noto Serif CJK SC"/>
              </a:defRPr>
            </a:lvl6pPr>
            <a:lvl7pPr>
              <a:defRPr sz="2700" b="0">
                <a:solidFill>
                  <a:srgbClr val="30291F"/>
                </a:solidFill>
                <a:latin typeface="Noto Serif CJK SC"/>
                <a:ea typeface="Noto Serif CJK SC"/>
                <a:cs typeface="Noto Serif CJK SC"/>
              </a:defRPr>
            </a:lvl7pPr>
            <a:lvl8pPr>
              <a:defRPr sz="2700" b="0">
                <a:solidFill>
                  <a:srgbClr val="30291F"/>
                </a:solidFill>
                <a:latin typeface="Noto Serif CJK SC"/>
                <a:ea typeface="Noto Serif CJK SC"/>
                <a:cs typeface="Noto Serif CJK SC"/>
              </a:defRPr>
            </a:lvl8pPr>
            <a:lvl9pPr>
              <a:defRPr sz="2700" b="0">
                <a:solidFill>
                  <a:srgbClr val="30291F"/>
                </a:solidFill>
                <a:latin typeface="Noto Serif CJK SC"/>
                <a:ea typeface="Noto Serif CJK SC"/>
                <a:cs typeface="Noto Serif CJK SC"/>
              </a:defRPr>
            </a:lvl9pPr>
          </a:lstStyle>
          <a:p xmlns:a="http://schemas.openxmlformats.org/drawingml/2006/main">
            <a:pPr>
              <a:defRPr sz="2700" b="0">
                <a:solidFill>
                  <a:srgbClr val="30291F"/>
                </a:solidFill>
                <a:latin typeface="Noto Serif CJK SC"/>
                <a:ea typeface="Noto Serif CJK SC"/>
                <a:cs typeface="Noto Serif CJK SC"/>
              </a:defRPr>
            </a:pPr>
            <a:r>
              <a:rPr sz="2700" b="0">
                <a:solidFill>
                  <a:srgbClr val="30291F"/>
                </a:solidFill>
                <a:latin typeface="Noto Serif CJK SC"/>
                <a:ea typeface="Noto Serif CJK SC"/>
                <a:cs typeface="Noto Serif CJK SC"/>
              </a:rPr>
              <a:t>课本阅读与表达</a:t>
            </a:r>
          </a:p>
        </p:txBody>
      </p:sp>
      <p:sp>
        <p:nvSpPr>
          <p:cNvPr id="4" name="Text">
            <a:extLst xmlns:a="http://schemas.openxmlformats.org/drawingml/2006/main">
              <a:ext uri="{FF2B5EF4-FFF2-40B4-BE49-F238E27FC236}">
                <a16:creationId xmlns:a16="http://schemas.microsoft.com/office/drawing/2014/main" id="{BA9296BF-0641-4EEF-8832-3C10A3E4BB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4552950"/>
            <a:ext cx="4762500" cy="1047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2400" b="0">
                <a:solidFill>
                  <a:srgbClr val="30291F"/>
                </a:solidFill>
                <a:latin typeface="LXGW WenKai TC"/>
                <a:ea typeface="LXGW WenKai TC"/>
                <a:cs typeface="LXGW WenKai TC"/>
              </a:defRPr>
            </a:defPPr>
            <a:lvl1pPr>
              <a:defRPr sz="2400" b="0">
                <a:solidFill>
                  <a:srgbClr val="30291F"/>
                </a:solidFill>
                <a:latin typeface="LXGW WenKai TC"/>
                <a:ea typeface="LXGW WenKai TC"/>
                <a:cs typeface="LXGW WenKai TC"/>
              </a:defRPr>
            </a:lvl1pPr>
            <a:lvl2pPr>
              <a:defRPr sz="2400" b="0">
                <a:solidFill>
                  <a:srgbClr val="30291F"/>
                </a:solidFill>
                <a:latin typeface="LXGW WenKai TC"/>
                <a:ea typeface="LXGW WenKai TC"/>
                <a:cs typeface="LXGW WenKai TC"/>
              </a:defRPr>
            </a:lvl2pPr>
            <a:lvl3pPr>
              <a:defRPr sz="2400" b="0">
                <a:solidFill>
                  <a:srgbClr val="30291F"/>
                </a:solidFill>
                <a:latin typeface="LXGW WenKai TC"/>
                <a:ea typeface="LXGW WenKai TC"/>
                <a:cs typeface="LXGW WenKai TC"/>
              </a:defRPr>
            </a:lvl3pPr>
            <a:lvl4pPr>
              <a:defRPr sz="2400" b="0">
                <a:solidFill>
                  <a:srgbClr val="30291F"/>
                </a:solidFill>
                <a:latin typeface="LXGW WenKai TC"/>
                <a:ea typeface="LXGW WenKai TC"/>
                <a:cs typeface="LXGW WenKai TC"/>
              </a:defRPr>
            </a:lvl4pPr>
            <a:lvl5pPr>
              <a:defRPr sz="2400" b="0">
                <a:solidFill>
                  <a:srgbClr val="30291F"/>
                </a:solidFill>
                <a:latin typeface="LXGW WenKai TC"/>
                <a:ea typeface="LXGW WenKai TC"/>
                <a:cs typeface="LXGW WenKai TC"/>
              </a:defRPr>
            </a:lvl5pPr>
            <a:lvl6pPr>
              <a:defRPr sz="2400" b="0">
                <a:solidFill>
                  <a:srgbClr val="30291F"/>
                </a:solidFill>
                <a:latin typeface="LXGW WenKai TC"/>
                <a:ea typeface="LXGW WenKai TC"/>
                <a:cs typeface="LXGW WenKai TC"/>
              </a:defRPr>
            </a:lvl6pPr>
            <a:lvl7pPr>
              <a:defRPr sz="2400" b="0">
                <a:solidFill>
                  <a:srgbClr val="30291F"/>
                </a:solidFill>
                <a:latin typeface="LXGW WenKai TC"/>
                <a:ea typeface="LXGW WenKai TC"/>
                <a:cs typeface="LXGW WenKai TC"/>
              </a:defRPr>
            </a:lvl7pPr>
            <a:lvl8pPr>
              <a:defRPr sz="2400" b="0">
                <a:solidFill>
                  <a:srgbClr val="30291F"/>
                </a:solidFill>
                <a:latin typeface="LXGW WenKai TC"/>
                <a:ea typeface="LXGW WenKai TC"/>
                <a:cs typeface="LXGW WenKai TC"/>
              </a:defRPr>
            </a:lvl8pPr>
            <a:lvl9pPr>
              <a:defRPr sz="2400" b="0">
                <a:solidFill>
                  <a:srgbClr val="30291F"/>
                </a:solidFill>
                <a:latin typeface="LXGW WenKai TC"/>
                <a:ea typeface="LXGW WenKai TC"/>
                <a:cs typeface="LXGW WenKai TC"/>
              </a:defRPr>
            </a:lvl9pPr>
          </a:lstStyle>
          <a:p xmlns:a="http://schemas.openxmlformats.org/drawingml/2006/main">
            <a:pPr>
              <a:defRPr sz="2400" b="0">
                <a:solidFill>
                  <a:srgbClr val="30291F"/>
                </a:solidFill>
                <a:latin typeface="LXGW WenKai TC"/>
                <a:ea typeface="LXGW WenKai TC"/>
                <a:cs typeface="LXGW WenKai TC"/>
              </a:defRPr>
            </a:pPr>
            <a:r>
              <a:rPr sz="2400" b="0">
                <a:solidFill>
                  <a:srgbClr val="30291F"/>
                </a:solidFill>
                <a:latin typeface="LXGW WenKai TC"/>
                <a:ea typeface="LXGW WenKai TC"/>
                <a:cs typeface="LXGW WenKai TC"/>
              </a:rPr>
              <a:t>一次团圆饭，藏着哪些心事？</a:t>
            </a:r>
          </a:p>
        </p:txBody>
      </p:sp>
      <p:pic>
        <p:nvPic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F05D4AE7-215C-4ABE-A365-F124D18DA368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14a3eea96a88492c"/>
          <a:srcRect xmlns:a="http://schemas.openxmlformats.org/drawingml/2006/main" l="50488" t="76432" r="391" b="716"/>
          <a:stretch xmlns:a="http://schemas.openxmlformats.org/drawingml/2006/main"/>
        </p:blipFill>
        <p:spPr>
          <a:xfrm xmlns:a="http://schemas.openxmlformats.org/drawingml/2006/main">
            <a:off x="6238875" y="1743075"/>
            <a:ext cx="5429250" cy="3788602"/>
          </a:xfrm>
          <a:prstGeom xmlns:a="http://schemas.openxmlformats.org/drawingml/2006/main" prst="rect">
            <a:avLst/>
          </a:prstGeom>
        </p:spPr>
      </p:pic>
      <p:sp>
        <p:nvSpPr>
          <p:cNvPr id="6" name="Text">
            <a:extLst xmlns:a="http://schemas.openxmlformats.org/drawingml/2006/main">
              <a:ext uri="{FF2B5EF4-FFF2-40B4-BE49-F238E27FC236}">
                <a16:creationId xmlns:a16="http://schemas.microsoft.com/office/drawing/2014/main" id="{2B4653EB-BEC1-4493-9B98-E1B9D1684A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6000750"/>
            <a:ext cx="95250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1800" b="0">
                <a:solidFill>
                  <a:srgbClr val="776C60"/>
                </a:solidFill>
                <a:latin typeface="Noto Serif CJK SC"/>
                <a:ea typeface="Noto Serif CJK SC"/>
                <a:cs typeface="Noto Serif CJK SC"/>
              </a:defRPr>
            </a:defPPr>
            <a:lvl1pPr>
              <a:defRPr sz="1800" b="0">
                <a:solidFill>
                  <a:srgbClr val="776C60"/>
                </a:solidFill>
                <a:latin typeface="Noto Serif CJK SC"/>
                <a:ea typeface="Noto Serif CJK SC"/>
                <a:cs typeface="Noto Serif CJK SC"/>
              </a:defRPr>
            </a:lvl1pPr>
            <a:lvl2pPr>
              <a:defRPr sz="1800" b="0">
                <a:solidFill>
                  <a:srgbClr val="776C60"/>
                </a:solidFill>
                <a:latin typeface="Noto Serif CJK SC"/>
                <a:ea typeface="Noto Serif CJK SC"/>
                <a:cs typeface="Noto Serif CJK SC"/>
              </a:defRPr>
            </a:lvl2pPr>
            <a:lvl3pPr>
              <a:defRPr sz="1800" b="0">
                <a:solidFill>
                  <a:srgbClr val="776C60"/>
                </a:solidFill>
                <a:latin typeface="Noto Serif CJK SC"/>
                <a:ea typeface="Noto Serif CJK SC"/>
                <a:cs typeface="Noto Serif CJK SC"/>
              </a:defRPr>
            </a:lvl3pPr>
            <a:lvl4pPr>
              <a:defRPr sz="1800" b="0">
                <a:solidFill>
                  <a:srgbClr val="776C60"/>
                </a:solidFill>
                <a:latin typeface="Noto Serif CJK SC"/>
                <a:ea typeface="Noto Serif CJK SC"/>
                <a:cs typeface="Noto Serif CJK SC"/>
              </a:defRPr>
            </a:lvl4pPr>
            <a:lvl5pPr>
              <a:defRPr sz="1800" b="0">
                <a:solidFill>
                  <a:srgbClr val="776C60"/>
                </a:solidFill>
                <a:latin typeface="Noto Serif CJK SC"/>
                <a:ea typeface="Noto Serif CJK SC"/>
                <a:cs typeface="Noto Serif CJK SC"/>
              </a:defRPr>
            </a:lvl5pPr>
            <a:lvl6pPr>
              <a:defRPr sz="1800" b="0">
                <a:solidFill>
                  <a:srgbClr val="776C60"/>
                </a:solidFill>
                <a:latin typeface="Noto Serif CJK SC"/>
                <a:ea typeface="Noto Serif CJK SC"/>
                <a:cs typeface="Noto Serif CJK SC"/>
              </a:defRPr>
            </a:lvl6pPr>
            <a:lvl7pPr>
              <a:defRPr sz="1800" b="0">
                <a:solidFill>
                  <a:srgbClr val="776C60"/>
                </a:solidFill>
                <a:latin typeface="Noto Serif CJK SC"/>
                <a:ea typeface="Noto Serif CJK SC"/>
                <a:cs typeface="Noto Serif CJK SC"/>
              </a:defRPr>
            </a:lvl7pPr>
            <a:lvl8pPr>
              <a:defRPr sz="1800" b="0">
                <a:solidFill>
                  <a:srgbClr val="776C60"/>
                </a:solidFill>
                <a:latin typeface="Noto Serif CJK SC"/>
                <a:ea typeface="Noto Serif CJK SC"/>
                <a:cs typeface="Noto Serif CJK SC"/>
              </a:defRPr>
            </a:lvl8pPr>
            <a:lvl9pPr>
              <a:defRPr sz="1800" b="0">
                <a:solidFill>
                  <a:srgbClr val="776C60"/>
                </a:solidFill>
                <a:latin typeface="Noto Serif CJK SC"/>
                <a:ea typeface="Noto Serif CJK SC"/>
                <a:cs typeface="Noto Serif CJK SC"/>
              </a:defRPr>
            </a:lvl9pPr>
          </a:lstStyle>
          <a:p xmlns:a="http://schemas.openxmlformats.org/drawingml/2006/main">
            <a:pPr>
              <a:defRPr sz="1800" b="0">
                <a:solidFill>
                  <a:srgbClr val="776C60"/>
                </a:solidFill>
                <a:latin typeface="Noto Serif CJK SC"/>
                <a:ea typeface="Noto Serif CJK SC"/>
                <a:cs typeface="Noto Serif CJK SC"/>
              </a:defRPr>
            </a:pPr>
            <a:r>
              <a:rPr sz="1800" b="0">
                <a:solidFill>
                  <a:srgbClr val="776C60"/>
                </a:solidFill>
                <a:latin typeface="Noto Serif CJK SC"/>
                <a:ea typeface="Noto Serif CJK SC"/>
                <a:cs typeface="Noto Serif CJK SC"/>
              </a:rPr>
              <a:t>两课时 · 看图设疑，回到原文找依据</a:t>
            </a:r>
          </a:p>
        </p:txBody>
      </p:sp>
      <p:sp>
        <p:nvSpPr>
          <p:cNvPr id="7" name="Text">
            <a:extLst xmlns:a="http://schemas.openxmlformats.org/drawingml/2006/main">
              <a:ext uri="{FF2B5EF4-FFF2-40B4-BE49-F238E27FC236}">
                <a16:creationId xmlns:a16="http://schemas.microsoft.com/office/drawing/2014/main" id="{03B1D5D2-68AE-4C7D-9428-32AB2A18C5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25200" y="6477000"/>
            <a:ext cx="4572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1350" b="0">
                <a:solidFill>
                  <a:srgbClr val="776C60"/>
                </a:solidFill>
                <a:latin typeface="Noto Serif CJK SC"/>
                <a:ea typeface="Noto Serif CJK SC"/>
                <a:cs typeface="Noto Serif CJK SC"/>
              </a:defRPr>
            </a:defPPr>
            <a:lvl1pPr>
              <a:defRPr sz="1350" b="0">
                <a:solidFill>
                  <a:srgbClr val="776C60"/>
                </a:solidFill>
                <a:latin typeface="Noto Serif CJK SC"/>
                <a:ea typeface="Noto Serif CJK SC"/>
                <a:cs typeface="Noto Serif CJK SC"/>
              </a:defRPr>
            </a:lvl1pPr>
            <a:lvl2pPr>
              <a:defRPr sz="1350" b="0">
                <a:solidFill>
                  <a:srgbClr val="776C60"/>
                </a:solidFill>
                <a:latin typeface="Noto Serif CJK SC"/>
                <a:ea typeface="Noto Serif CJK SC"/>
                <a:cs typeface="Noto Serif CJK SC"/>
              </a:defRPr>
            </a:lvl2pPr>
            <a:lvl3pPr>
              <a:defRPr sz="1350" b="0">
                <a:solidFill>
                  <a:srgbClr val="776C60"/>
                </a:solidFill>
                <a:latin typeface="Noto Serif CJK SC"/>
                <a:ea typeface="Noto Serif CJK SC"/>
                <a:cs typeface="Noto Serif CJK SC"/>
              </a:defRPr>
            </a:lvl3pPr>
            <a:lvl4pPr>
              <a:defRPr sz="1350" b="0">
                <a:solidFill>
                  <a:srgbClr val="776C60"/>
                </a:solidFill>
                <a:latin typeface="Noto Serif CJK SC"/>
                <a:ea typeface="Noto Serif CJK SC"/>
                <a:cs typeface="Noto Serif CJK SC"/>
              </a:defRPr>
            </a:lvl4pPr>
            <a:lvl5pPr>
              <a:defRPr sz="1350" b="0">
                <a:solidFill>
                  <a:srgbClr val="776C60"/>
                </a:solidFill>
                <a:latin typeface="Noto Serif CJK SC"/>
                <a:ea typeface="Noto Serif CJK SC"/>
                <a:cs typeface="Noto Serif CJK SC"/>
              </a:defRPr>
            </a:lvl5pPr>
            <a:lvl6pPr>
              <a:defRPr sz="1350" b="0">
                <a:solidFill>
                  <a:srgbClr val="776C60"/>
                </a:solidFill>
                <a:latin typeface="Noto Serif CJK SC"/>
                <a:ea typeface="Noto Serif CJK SC"/>
                <a:cs typeface="Noto Serif CJK SC"/>
              </a:defRPr>
            </a:lvl6pPr>
            <a:lvl7pPr>
              <a:defRPr sz="1350" b="0">
                <a:solidFill>
                  <a:srgbClr val="776C60"/>
                </a:solidFill>
                <a:latin typeface="Noto Serif CJK SC"/>
                <a:ea typeface="Noto Serif CJK SC"/>
                <a:cs typeface="Noto Serif CJK SC"/>
              </a:defRPr>
            </a:lvl7pPr>
            <a:lvl8pPr>
              <a:defRPr sz="1350" b="0">
                <a:solidFill>
                  <a:srgbClr val="776C60"/>
                </a:solidFill>
                <a:latin typeface="Noto Serif CJK SC"/>
                <a:ea typeface="Noto Serif CJK SC"/>
                <a:cs typeface="Noto Serif CJK SC"/>
              </a:defRPr>
            </a:lvl8pPr>
            <a:lvl9pPr>
              <a:defRPr sz="1350" b="0">
                <a:solidFill>
                  <a:srgbClr val="776C60"/>
                </a:solidFill>
                <a:latin typeface="Noto Serif CJK SC"/>
                <a:ea typeface="Noto Serif CJK SC"/>
                <a:cs typeface="Noto Serif CJK SC"/>
              </a:defRPr>
            </a:lvl9pPr>
          </a:lstStyle>
          <a:p xmlns:a="http://schemas.openxmlformats.org/drawingml/2006/main">
            <a:pPr>
              <a:defRPr sz="1350" b="0">
                <a:solidFill>
                  <a:srgbClr val="776C60"/>
                </a:solidFill>
                <a:latin typeface="Noto Serif CJK SC"/>
                <a:ea typeface="Noto Serif CJK SC"/>
                <a:cs typeface="Noto Serif CJK SC"/>
              </a:defRPr>
            </a:pPr>
            <a:r>
              <a:rPr sz="1350" b="0">
                <a:solidFill>
                  <a:srgbClr val="776C60"/>
                </a:solidFill>
                <a:latin typeface="Noto Serif CJK SC"/>
                <a:ea typeface="Noto Serif CJK SC"/>
                <a:cs typeface="Noto Serif CJK SC"/>
              </a:rPr>
              <a:t>01</a:t>
            </a:r>
          </a:p>
        </p:txBody>
      </p:sp>
    </p:spTree>
    <p:extLst>
      <p:ext uri="{BB962C8B-B14F-4D97-AF65-F5344CB8AC3E}">
        <p14:creationId xmlns:p14="http://schemas.microsoft.com/office/powerpoint/2010/main" val="146443102"/>
      </p:ext>
    </p:extLst>
  </p:cSld>
</p:sld>
</file>

<file path=ppt/slides/slide2.xml><?xml version="1.0" encoding="utf-8"?>
<p:sld xmlns:p="http://schemas.openxmlformats.org/presentationml/2006/main">
  <p:cSld>
    <p:bg>
      <p:bgPr>
        <a:solidFill xmlns:a="http://schemas.openxmlformats.org/drawingml/2006/main">
          <a:srgbClr val="FFFAF2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7" name="Text">
            <a:extLst xmlns:a="http://schemas.openxmlformats.org/drawingml/2006/main">
              <a:ext uri="{FF2B5EF4-FFF2-40B4-BE49-F238E27FC236}">
                <a16:creationId xmlns:a16="http://schemas.microsoft.com/office/drawing/2014/main" id="{D3DF22FB-6192-4E1D-B7A0-648C258D74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33375"/>
            <a:ext cx="85725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1575" b="0">
                <a:solidFill>
                  <a:srgbClr val="9B3024"/>
                </a:solidFill>
                <a:latin typeface="Noto Serif CJK SC"/>
                <a:ea typeface="Noto Serif CJK SC"/>
                <a:cs typeface="Noto Serif CJK SC"/>
              </a:defRPr>
            </a:defPPr>
            <a:lvl1pPr>
              <a:defRPr sz="1575" b="0">
                <a:solidFill>
                  <a:srgbClr val="9B3024"/>
                </a:solidFill>
                <a:latin typeface="Noto Serif CJK SC"/>
                <a:ea typeface="Noto Serif CJK SC"/>
                <a:cs typeface="Noto Serif CJK SC"/>
              </a:defRPr>
            </a:lvl1pPr>
            <a:lvl2pPr>
              <a:defRPr sz="1575" b="0">
                <a:solidFill>
                  <a:srgbClr val="9B3024"/>
                </a:solidFill>
                <a:latin typeface="Noto Serif CJK SC"/>
                <a:ea typeface="Noto Serif CJK SC"/>
                <a:cs typeface="Noto Serif CJK SC"/>
              </a:defRPr>
            </a:lvl2pPr>
            <a:lvl3pPr>
              <a:defRPr sz="1575" b="0">
                <a:solidFill>
                  <a:srgbClr val="9B3024"/>
                </a:solidFill>
                <a:latin typeface="Noto Serif CJK SC"/>
                <a:ea typeface="Noto Serif CJK SC"/>
                <a:cs typeface="Noto Serif CJK SC"/>
              </a:defRPr>
            </a:lvl3pPr>
            <a:lvl4pPr>
              <a:defRPr sz="1575" b="0">
                <a:solidFill>
                  <a:srgbClr val="9B3024"/>
                </a:solidFill>
                <a:latin typeface="Noto Serif CJK SC"/>
                <a:ea typeface="Noto Serif CJK SC"/>
                <a:cs typeface="Noto Serif CJK SC"/>
              </a:defRPr>
            </a:lvl4pPr>
            <a:lvl5pPr>
              <a:defRPr sz="1575" b="0">
                <a:solidFill>
                  <a:srgbClr val="9B3024"/>
                </a:solidFill>
                <a:latin typeface="Noto Serif CJK SC"/>
                <a:ea typeface="Noto Serif CJK SC"/>
                <a:cs typeface="Noto Serif CJK SC"/>
              </a:defRPr>
            </a:lvl5pPr>
            <a:lvl6pPr>
              <a:defRPr sz="1575" b="0">
                <a:solidFill>
                  <a:srgbClr val="9B3024"/>
                </a:solidFill>
                <a:latin typeface="Noto Serif CJK SC"/>
                <a:ea typeface="Noto Serif CJK SC"/>
                <a:cs typeface="Noto Serif CJK SC"/>
              </a:defRPr>
            </a:lvl6pPr>
            <a:lvl7pPr>
              <a:defRPr sz="1575" b="0">
                <a:solidFill>
                  <a:srgbClr val="9B3024"/>
                </a:solidFill>
                <a:latin typeface="Noto Serif CJK SC"/>
                <a:ea typeface="Noto Serif CJK SC"/>
                <a:cs typeface="Noto Serif CJK SC"/>
              </a:defRPr>
            </a:lvl7pPr>
            <a:lvl8pPr>
              <a:defRPr sz="1575" b="0">
                <a:solidFill>
                  <a:srgbClr val="9B3024"/>
                </a:solidFill>
                <a:latin typeface="Noto Serif CJK SC"/>
                <a:ea typeface="Noto Serif CJK SC"/>
                <a:cs typeface="Noto Serif CJK SC"/>
              </a:defRPr>
            </a:lvl8pPr>
            <a:lvl9pPr>
              <a:defRPr sz="1575" b="0">
                <a:solidFill>
                  <a:srgbClr val="9B3024"/>
                </a:solidFill>
                <a:latin typeface="Noto Serif CJK SC"/>
                <a:ea typeface="Noto Serif CJK SC"/>
                <a:cs typeface="Noto Serif CJK SC"/>
              </a:defRPr>
            </a:lvl9pPr>
          </a:lstStyle>
          <a:p xmlns:a="http://schemas.openxmlformats.org/drawingml/2006/main">
            <a:pPr>
              <a:defRPr sz="1575" b="0">
                <a:solidFill>
                  <a:srgbClr val="9B3024"/>
                </a:solidFill>
                <a:latin typeface="Noto Serif CJK SC"/>
                <a:ea typeface="Noto Serif CJK SC"/>
                <a:cs typeface="Noto Serif CJK SC"/>
              </a:defRPr>
            </a:pPr>
            <a:r>
              <a:rPr sz="1575" b="0">
                <a:solidFill>
                  <a:srgbClr val="9B3024"/>
                </a:solidFill>
                <a:latin typeface="Noto Serif CJK SC"/>
                <a:ea typeface="Noto Serif CJK SC"/>
                <a:cs typeface="Noto Serif CJK SC"/>
              </a:rPr>
              <a:t>第一课</a:t>
            </a:r>
          </a:p>
        </p:txBody>
      </p:sp>
      <p:sp>
        <p:nvSpPr>
          <p:cNvPr id="2" name="Text">
            <a:extLst xmlns:a="http://schemas.openxmlformats.org/drawingml/2006/main">
              <a:ext uri="{FF2B5EF4-FFF2-40B4-BE49-F238E27FC236}">
                <a16:creationId xmlns:a16="http://schemas.microsoft.com/office/drawing/2014/main" id="{A7913CFA-BA77-4280-A5A9-84105A6397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790575"/>
            <a:ext cx="109728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3225" b="1">
                <a:solidFill>
                  <a:srgbClr val="30291F"/>
                </a:solidFill>
                <a:latin typeface="Noto Serif CJK SC"/>
                <a:ea typeface="Noto Serif CJK SC"/>
                <a:cs typeface="Noto Serif CJK SC"/>
              </a:defRPr>
            </a:defPPr>
            <a:lvl1pPr>
              <a:defRPr sz="3225" b="1">
                <a:solidFill>
                  <a:srgbClr val="30291F"/>
                </a:solidFill>
                <a:latin typeface="Noto Serif CJK SC"/>
                <a:ea typeface="Noto Serif CJK SC"/>
                <a:cs typeface="Noto Serif CJK SC"/>
              </a:defRPr>
            </a:lvl1pPr>
            <a:lvl2pPr>
              <a:defRPr sz="3225" b="1">
                <a:solidFill>
                  <a:srgbClr val="30291F"/>
                </a:solidFill>
                <a:latin typeface="Noto Serif CJK SC"/>
                <a:ea typeface="Noto Serif CJK SC"/>
                <a:cs typeface="Noto Serif CJK SC"/>
              </a:defRPr>
            </a:lvl2pPr>
            <a:lvl3pPr>
              <a:defRPr sz="3225" b="1">
                <a:solidFill>
                  <a:srgbClr val="30291F"/>
                </a:solidFill>
                <a:latin typeface="Noto Serif CJK SC"/>
                <a:ea typeface="Noto Serif CJK SC"/>
                <a:cs typeface="Noto Serif CJK SC"/>
              </a:defRPr>
            </a:lvl3pPr>
            <a:lvl4pPr>
              <a:defRPr sz="3225" b="1">
                <a:solidFill>
                  <a:srgbClr val="30291F"/>
                </a:solidFill>
                <a:latin typeface="Noto Serif CJK SC"/>
                <a:ea typeface="Noto Serif CJK SC"/>
                <a:cs typeface="Noto Serif CJK SC"/>
              </a:defRPr>
            </a:lvl4pPr>
            <a:lvl5pPr>
              <a:defRPr sz="3225" b="1">
                <a:solidFill>
                  <a:srgbClr val="30291F"/>
                </a:solidFill>
                <a:latin typeface="Noto Serif CJK SC"/>
                <a:ea typeface="Noto Serif CJK SC"/>
                <a:cs typeface="Noto Serif CJK SC"/>
              </a:defRPr>
            </a:lvl5pPr>
            <a:lvl6pPr>
              <a:defRPr sz="3225" b="1">
                <a:solidFill>
                  <a:srgbClr val="30291F"/>
                </a:solidFill>
                <a:latin typeface="Noto Serif CJK SC"/>
                <a:ea typeface="Noto Serif CJK SC"/>
                <a:cs typeface="Noto Serif CJK SC"/>
              </a:defRPr>
            </a:lvl6pPr>
            <a:lvl7pPr>
              <a:defRPr sz="3225" b="1">
                <a:solidFill>
                  <a:srgbClr val="30291F"/>
                </a:solidFill>
                <a:latin typeface="Noto Serif CJK SC"/>
                <a:ea typeface="Noto Serif CJK SC"/>
                <a:cs typeface="Noto Serif CJK SC"/>
              </a:defRPr>
            </a:lvl7pPr>
            <a:lvl8pPr>
              <a:defRPr sz="3225" b="1">
                <a:solidFill>
                  <a:srgbClr val="30291F"/>
                </a:solidFill>
                <a:latin typeface="Noto Serif CJK SC"/>
                <a:ea typeface="Noto Serif CJK SC"/>
                <a:cs typeface="Noto Serif CJK SC"/>
              </a:defRPr>
            </a:lvl8pPr>
            <a:lvl9pPr>
              <a:defRPr sz="3225" b="1">
                <a:solidFill>
                  <a:srgbClr val="30291F"/>
                </a:solidFill>
                <a:latin typeface="Noto Serif CJK SC"/>
                <a:ea typeface="Noto Serif CJK SC"/>
                <a:cs typeface="Noto Serif CJK SC"/>
              </a:defRPr>
            </a:lvl9pPr>
          </a:lstStyle>
          <a:p xmlns:a="http://schemas.openxmlformats.org/drawingml/2006/main">
            <a:pPr>
              <a:defRPr sz="3225" b="1">
                <a:solidFill>
                  <a:srgbClr val="30291F"/>
                </a:solidFill>
                <a:latin typeface="Noto Serif CJK SC"/>
                <a:ea typeface="Noto Serif CJK SC"/>
                <a:cs typeface="Noto Serif CJK SC"/>
              </a:defRPr>
            </a:pPr>
            <a:r>
              <a:rPr sz="3225" b="1">
                <a:solidFill>
                  <a:srgbClr val="30291F"/>
                </a:solidFill>
                <a:latin typeface="Noto Serif CJK SC"/>
                <a:ea typeface="Noto Serif CJK SC"/>
                <a:cs typeface="Noto Serif CJK SC"/>
              </a:rPr>
              <a:t>过年前的妈妈</a:t>
            </a:r>
          </a:p>
        </p:txBody>
      </p:sp>
      <p:pic>
        <p:nvPic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D9992189-668C-4F26-9514-969FBB501B1B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37d5289b48634874"/>
          <a:srcRect xmlns:a="http://schemas.openxmlformats.org/drawingml/2006/main" l="488" t="45898" r="50391" b="38477"/>
          <a:stretch xmlns:a="http://schemas.openxmlformats.org/drawingml/2006/main"/>
        </p:blipFill>
        <p:spPr>
          <a:xfrm xmlns:a="http://schemas.openxmlformats.org/drawingml/2006/main">
            <a:off x="609600" y="1762125"/>
            <a:ext cx="5619750" cy="2681392"/>
          </a:xfrm>
          <a:prstGeom xmlns:a="http://schemas.openxmlformats.org/drawingml/2006/main" prst="rect">
            <a:avLst/>
          </a:prstGeom>
        </p:spPr>
      </p:pic>
      <p:sp>
        <p:nvSpPr>
          <p:cNvPr id="4" name="Text">
            <a:extLst xmlns:a="http://schemas.openxmlformats.org/drawingml/2006/main">
              <a:ext uri="{FF2B5EF4-FFF2-40B4-BE49-F238E27FC236}">
                <a16:creationId xmlns:a16="http://schemas.microsoft.com/office/drawing/2014/main" id="{47F27D89-5256-4A8B-8B2B-53149B4DAA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05600" y="1809750"/>
            <a:ext cx="4876800" cy="3143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2400" b="0">
                <a:solidFill>
                  <a:srgbClr val="30291F"/>
                </a:solidFill>
                <a:latin typeface="LXGW WenKai TC"/>
                <a:ea typeface="LXGW WenKai TC"/>
                <a:cs typeface="LXGW WenKai TC"/>
              </a:defRPr>
            </a:defPPr>
            <a:lvl1pPr>
              <a:defRPr sz="2400" b="0">
                <a:solidFill>
                  <a:srgbClr val="30291F"/>
                </a:solidFill>
                <a:latin typeface="LXGW WenKai TC"/>
                <a:ea typeface="LXGW WenKai TC"/>
                <a:cs typeface="LXGW WenKai TC"/>
              </a:defRPr>
            </a:lvl1pPr>
            <a:lvl2pPr>
              <a:defRPr sz="2400" b="0">
                <a:solidFill>
                  <a:srgbClr val="30291F"/>
                </a:solidFill>
                <a:latin typeface="LXGW WenKai TC"/>
                <a:ea typeface="LXGW WenKai TC"/>
                <a:cs typeface="LXGW WenKai TC"/>
              </a:defRPr>
            </a:lvl2pPr>
            <a:lvl3pPr>
              <a:defRPr sz="2400" b="0">
                <a:solidFill>
                  <a:srgbClr val="30291F"/>
                </a:solidFill>
                <a:latin typeface="LXGW WenKai TC"/>
                <a:ea typeface="LXGW WenKai TC"/>
                <a:cs typeface="LXGW WenKai TC"/>
              </a:defRPr>
            </a:lvl3pPr>
            <a:lvl4pPr>
              <a:defRPr sz="2400" b="0">
                <a:solidFill>
                  <a:srgbClr val="30291F"/>
                </a:solidFill>
                <a:latin typeface="LXGW WenKai TC"/>
                <a:ea typeface="LXGW WenKai TC"/>
                <a:cs typeface="LXGW WenKai TC"/>
              </a:defRPr>
            </a:lvl4pPr>
            <a:lvl5pPr>
              <a:defRPr sz="2400" b="0">
                <a:solidFill>
                  <a:srgbClr val="30291F"/>
                </a:solidFill>
                <a:latin typeface="LXGW WenKai TC"/>
                <a:ea typeface="LXGW WenKai TC"/>
                <a:cs typeface="LXGW WenKai TC"/>
              </a:defRPr>
            </a:lvl5pPr>
            <a:lvl6pPr>
              <a:defRPr sz="2400" b="0">
                <a:solidFill>
                  <a:srgbClr val="30291F"/>
                </a:solidFill>
                <a:latin typeface="LXGW WenKai TC"/>
                <a:ea typeface="LXGW WenKai TC"/>
                <a:cs typeface="LXGW WenKai TC"/>
              </a:defRPr>
            </a:lvl6pPr>
            <a:lvl7pPr>
              <a:defRPr sz="2400" b="0">
                <a:solidFill>
                  <a:srgbClr val="30291F"/>
                </a:solidFill>
                <a:latin typeface="LXGW WenKai TC"/>
                <a:ea typeface="LXGW WenKai TC"/>
                <a:cs typeface="LXGW WenKai TC"/>
              </a:defRPr>
            </a:lvl7pPr>
            <a:lvl8pPr>
              <a:defRPr sz="2400" b="0">
                <a:solidFill>
                  <a:srgbClr val="30291F"/>
                </a:solidFill>
                <a:latin typeface="LXGW WenKai TC"/>
                <a:ea typeface="LXGW WenKai TC"/>
                <a:cs typeface="LXGW WenKai TC"/>
              </a:defRPr>
            </a:lvl8pPr>
            <a:lvl9pPr>
              <a:defRPr sz="2400" b="0">
                <a:solidFill>
                  <a:srgbClr val="30291F"/>
                </a:solidFill>
                <a:latin typeface="LXGW WenKai TC"/>
                <a:ea typeface="LXGW WenKai TC"/>
                <a:cs typeface="LXGW WenKai TC"/>
              </a:defRPr>
            </a:lvl9pPr>
          </a:lstStyle>
          <a:p xmlns:a="http://schemas.openxmlformats.org/drawingml/2006/main">
            <a:pPr>
              <a:defRPr sz="2400" b="0">
                <a:solidFill>
                  <a:srgbClr val="30291F"/>
                </a:solidFill>
                <a:latin typeface="LXGW WenKai TC"/>
                <a:ea typeface="LXGW WenKai TC"/>
                <a:cs typeface="LXGW WenKai TC"/>
              </a:defRPr>
            </a:pPr>
            <a:r>
              <a:rPr sz="2400" b="0">
                <a:solidFill>
                  <a:srgbClr val="30291F"/>
                </a:solidFill>
                <a:latin typeface="LXGW WenKai TC"/>
                <a:ea typeface="LXGW WenKai TC"/>
                <a:cs typeface="LXGW WenKai TC"/>
              </a:rPr>
              <a:t>家里准备过年时，你见过哪些忙碌的</a:t>
            </a:r>
          </a:p>
          <a:p xmlns:a="http://schemas.openxmlformats.org/drawingml/2006/main">
            <a:pPr>
              <a:defRPr sz="2400" b="0">
                <a:solidFill>
                  <a:srgbClr val="30291F"/>
                </a:solidFill>
                <a:latin typeface="LXGW WenKai TC"/>
                <a:ea typeface="LXGW WenKai TC"/>
                <a:cs typeface="LXGW WenKai TC"/>
              </a:defRPr>
            </a:pPr>
            <a:r>
              <a:rPr sz="2400" b="0">
                <a:solidFill>
                  <a:srgbClr val="30291F"/>
                </a:solidFill>
                <a:latin typeface="LXGW WenKai TC"/>
                <a:ea typeface="LXGW WenKai TC"/>
                <a:cs typeface="LXGW WenKai TC"/>
              </a:rPr>
              <a:t>身影？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>
              <a:defRPr sz="2400" b="0">
                <a:solidFill>
                  <a:srgbClr val="30291F"/>
                </a:solidFill>
                <a:latin typeface="LXGW WenKai TC"/>
                <a:ea typeface="LXGW WenKai TC"/>
                <a:cs typeface="LXGW WenKai TC"/>
              </a:defRPr>
            </a:pPr>
            <a:r>
              <a:rPr sz="2400" b="0">
                <a:solidFill>
                  <a:srgbClr val="30291F"/>
                </a:solidFill>
                <a:latin typeface="LXGW WenKai TC"/>
                <a:ea typeface="LXGW WenKai TC"/>
                <a:cs typeface="LXGW WenKai TC"/>
              </a:rPr>
              <a:t>快过年了，妈妈为什么看起来不开</a:t>
            </a:r>
          </a:p>
          <a:p xmlns:a="http://schemas.openxmlformats.org/drawingml/2006/main">
            <a:pPr>
              <a:defRPr sz="2400" b="0">
                <a:solidFill>
                  <a:srgbClr val="30291F"/>
                </a:solidFill>
                <a:latin typeface="LXGW WenKai TC"/>
                <a:ea typeface="LXGW WenKai TC"/>
                <a:cs typeface="LXGW WenKai TC"/>
              </a:defRPr>
            </a:pPr>
            <a:r>
              <a:rPr sz="2400" b="0">
                <a:solidFill>
                  <a:srgbClr val="30291F"/>
                </a:solidFill>
                <a:latin typeface="LXGW WenKai TC"/>
                <a:ea typeface="LXGW WenKai TC"/>
                <a:cs typeface="LXGW WenKai TC"/>
              </a:rPr>
              <a:t>心？</a:t>
            </a:r>
          </a:p>
        </p:txBody>
      </p:sp>
      <p:sp>
        <p:nvSpPr>
          <p:cNvPr id="5" name="Text">
            <a:extLst xmlns:a="http://schemas.openxmlformats.org/drawingml/2006/main">
              <a:ext uri="{FF2B5EF4-FFF2-40B4-BE49-F238E27FC236}">
                <a16:creationId xmlns:a16="http://schemas.microsoft.com/office/drawing/2014/main" id="{39A1B30B-466E-4950-9469-968B09316F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05600" y="5143500"/>
            <a:ext cx="4857750" cy="971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1725" b="0">
                <a:solidFill>
                  <a:srgbClr val="776C60"/>
                </a:solidFill>
                <a:latin typeface="Noto Serif CJK SC"/>
                <a:ea typeface="Noto Serif CJK SC"/>
                <a:cs typeface="Noto Serif CJK SC"/>
              </a:defRPr>
            </a:defPPr>
            <a:lvl1pPr>
              <a:defRPr sz="1725" b="0">
                <a:solidFill>
                  <a:srgbClr val="776C60"/>
                </a:solidFill>
                <a:latin typeface="Noto Serif CJK SC"/>
                <a:ea typeface="Noto Serif CJK SC"/>
                <a:cs typeface="Noto Serif CJK SC"/>
              </a:defRPr>
            </a:lvl1pPr>
            <a:lvl2pPr>
              <a:defRPr sz="1725" b="0">
                <a:solidFill>
                  <a:srgbClr val="776C60"/>
                </a:solidFill>
                <a:latin typeface="Noto Serif CJK SC"/>
                <a:ea typeface="Noto Serif CJK SC"/>
                <a:cs typeface="Noto Serif CJK SC"/>
              </a:defRPr>
            </a:lvl2pPr>
            <a:lvl3pPr>
              <a:defRPr sz="1725" b="0">
                <a:solidFill>
                  <a:srgbClr val="776C60"/>
                </a:solidFill>
                <a:latin typeface="Noto Serif CJK SC"/>
                <a:ea typeface="Noto Serif CJK SC"/>
                <a:cs typeface="Noto Serif CJK SC"/>
              </a:defRPr>
            </a:lvl3pPr>
            <a:lvl4pPr>
              <a:defRPr sz="1725" b="0">
                <a:solidFill>
                  <a:srgbClr val="776C60"/>
                </a:solidFill>
                <a:latin typeface="Noto Serif CJK SC"/>
                <a:ea typeface="Noto Serif CJK SC"/>
                <a:cs typeface="Noto Serif CJK SC"/>
              </a:defRPr>
            </a:lvl4pPr>
            <a:lvl5pPr>
              <a:defRPr sz="1725" b="0">
                <a:solidFill>
                  <a:srgbClr val="776C60"/>
                </a:solidFill>
                <a:latin typeface="Noto Serif CJK SC"/>
                <a:ea typeface="Noto Serif CJK SC"/>
                <a:cs typeface="Noto Serif CJK SC"/>
              </a:defRPr>
            </a:lvl5pPr>
            <a:lvl6pPr>
              <a:defRPr sz="1725" b="0">
                <a:solidFill>
                  <a:srgbClr val="776C60"/>
                </a:solidFill>
                <a:latin typeface="Noto Serif CJK SC"/>
                <a:ea typeface="Noto Serif CJK SC"/>
                <a:cs typeface="Noto Serif CJK SC"/>
              </a:defRPr>
            </a:lvl6pPr>
            <a:lvl7pPr>
              <a:defRPr sz="1725" b="0">
                <a:solidFill>
                  <a:srgbClr val="776C60"/>
                </a:solidFill>
                <a:latin typeface="Noto Serif CJK SC"/>
                <a:ea typeface="Noto Serif CJK SC"/>
                <a:cs typeface="Noto Serif CJK SC"/>
              </a:defRPr>
            </a:lvl7pPr>
            <a:lvl8pPr>
              <a:defRPr sz="1725" b="0">
                <a:solidFill>
                  <a:srgbClr val="776C60"/>
                </a:solidFill>
                <a:latin typeface="Noto Serif CJK SC"/>
                <a:ea typeface="Noto Serif CJK SC"/>
                <a:cs typeface="Noto Serif CJK SC"/>
              </a:defRPr>
            </a:lvl8pPr>
            <a:lvl9pPr>
              <a:defRPr sz="1725" b="0">
                <a:solidFill>
                  <a:srgbClr val="776C60"/>
                </a:solidFill>
                <a:latin typeface="Noto Serif CJK SC"/>
                <a:ea typeface="Noto Serif CJK SC"/>
                <a:cs typeface="Noto Serif CJK SC"/>
              </a:defRPr>
            </a:lvl9pPr>
          </a:lstStyle>
          <a:p xmlns:a="http://schemas.openxmlformats.org/drawingml/2006/main">
            <a:pPr>
              <a:defRPr sz="1725" b="0">
                <a:solidFill>
                  <a:srgbClr val="776C60"/>
                </a:solidFill>
                <a:latin typeface="Noto Serif CJK SC"/>
                <a:ea typeface="Noto Serif CJK SC"/>
                <a:cs typeface="Noto Serif CJK SC"/>
              </a:defRPr>
            </a:pPr>
            <a:r>
              <a:rPr sz="1725" b="0">
                <a:solidFill>
                  <a:srgbClr val="776C60"/>
                </a:solidFill>
                <a:latin typeface="Noto Serif CJK SC"/>
                <a:ea typeface="Noto Serif CJK SC"/>
                <a:cs typeface="Noto Serif CJK SC"/>
              </a:rPr>
              <a:t>Look at the picture. Keep your guess and check it against the text.</a:t>
            </a:r>
          </a:p>
        </p:txBody>
      </p:sp>
      <p:sp>
        <p:nvSpPr>
          <p:cNvPr id="6" name="Text">
            <a:extLst xmlns:a="http://schemas.openxmlformats.org/drawingml/2006/main">
              <a:ext uri="{FF2B5EF4-FFF2-40B4-BE49-F238E27FC236}">
                <a16:creationId xmlns:a16="http://schemas.microsoft.com/office/drawing/2014/main" id="{B9739315-A585-4E2B-B8EF-A640D1A763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25200" y="6477000"/>
            <a:ext cx="4572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1350" b="0">
                <a:solidFill>
                  <a:srgbClr val="776C60"/>
                </a:solidFill>
                <a:latin typeface="Noto Serif CJK SC"/>
                <a:ea typeface="Noto Serif CJK SC"/>
                <a:cs typeface="Noto Serif CJK SC"/>
              </a:defRPr>
            </a:defPPr>
            <a:lvl1pPr>
              <a:defRPr sz="1350" b="0">
                <a:solidFill>
                  <a:srgbClr val="776C60"/>
                </a:solidFill>
                <a:latin typeface="Noto Serif CJK SC"/>
                <a:ea typeface="Noto Serif CJK SC"/>
                <a:cs typeface="Noto Serif CJK SC"/>
              </a:defRPr>
            </a:lvl1pPr>
            <a:lvl2pPr>
              <a:defRPr sz="1350" b="0">
                <a:solidFill>
                  <a:srgbClr val="776C60"/>
                </a:solidFill>
                <a:latin typeface="Noto Serif CJK SC"/>
                <a:ea typeface="Noto Serif CJK SC"/>
                <a:cs typeface="Noto Serif CJK SC"/>
              </a:defRPr>
            </a:lvl2pPr>
            <a:lvl3pPr>
              <a:defRPr sz="1350" b="0">
                <a:solidFill>
                  <a:srgbClr val="776C60"/>
                </a:solidFill>
                <a:latin typeface="Noto Serif CJK SC"/>
                <a:ea typeface="Noto Serif CJK SC"/>
                <a:cs typeface="Noto Serif CJK SC"/>
              </a:defRPr>
            </a:lvl3pPr>
            <a:lvl4pPr>
              <a:defRPr sz="1350" b="0">
                <a:solidFill>
                  <a:srgbClr val="776C60"/>
                </a:solidFill>
                <a:latin typeface="Noto Serif CJK SC"/>
                <a:ea typeface="Noto Serif CJK SC"/>
                <a:cs typeface="Noto Serif CJK SC"/>
              </a:defRPr>
            </a:lvl4pPr>
            <a:lvl5pPr>
              <a:defRPr sz="1350" b="0">
                <a:solidFill>
                  <a:srgbClr val="776C60"/>
                </a:solidFill>
                <a:latin typeface="Noto Serif CJK SC"/>
                <a:ea typeface="Noto Serif CJK SC"/>
                <a:cs typeface="Noto Serif CJK SC"/>
              </a:defRPr>
            </a:lvl5pPr>
            <a:lvl6pPr>
              <a:defRPr sz="1350" b="0">
                <a:solidFill>
                  <a:srgbClr val="776C60"/>
                </a:solidFill>
                <a:latin typeface="Noto Serif CJK SC"/>
                <a:ea typeface="Noto Serif CJK SC"/>
                <a:cs typeface="Noto Serif CJK SC"/>
              </a:defRPr>
            </a:lvl6pPr>
            <a:lvl7pPr>
              <a:defRPr sz="1350" b="0">
                <a:solidFill>
                  <a:srgbClr val="776C60"/>
                </a:solidFill>
                <a:latin typeface="Noto Serif CJK SC"/>
                <a:ea typeface="Noto Serif CJK SC"/>
                <a:cs typeface="Noto Serif CJK SC"/>
              </a:defRPr>
            </a:lvl7pPr>
            <a:lvl8pPr>
              <a:defRPr sz="1350" b="0">
                <a:solidFill>
                  <a:srgbClr val="776C60"/>
                </a:solidFill>
                <a:latin typeface="Noto Serif CJK SC"/>
                <a:ea typeface="Noto Serif CJK SC"/>
                <a:cs typeface="Noto Serif CJK SC"/>
              </a:defRPr>
            </a:lvl8pPr>
            <a:lvl9pPr>
              <a:defRPr sz="1350" b="0">
                <a:solidFill>
                  <a:srgbClr val="776C60"/>
                </a:solidFill>
                <a:latin typeface="Noto Serif CJK SC"/>
                <a:ea typeface="Noto Serif CJK SC"/>
                <a:cs typeface="Noto Serif CJK SC"/>
              </a:defRPr>
            </a:lvl9pPr>
          </a:lstStyle>
          <a:p xmlns:a="http://schemas.openxmlformats.org/drawingml/2006/main">
            <a:pPr>
              <a:defRPr sz="1350" b="0">
                <a:solidFill>
                  <a:srgbClr val="776C60"/>
                </a:solidFill>
                <a:latin typeface="Noto Serif CJK SC"/>
                <a:ea typeface="Noto Serif CJK SC"/>
                <a:cs typeface="Noto Serif CJK SC"/>
              </a:defRPr>
            </a:pPr>
            <a:r>
              <a:rPr sz="1350" b="0">
                <a:solidFill>
                  <a:srgbClr val="776C60"/>
                </a:solidFill>
                <a:latin typeface="Noto Serif CJK SC"/>
                <a:ea typeface="Noto Serif CJK SC"/>
                <a:cs typeface="Noto Serif CJK SC"/>
              </a:rPr>
              <a:t>02</a:t>
            </a:r>
          </a:p>
        </p:txBody>
      </p:sp>
    </p:spTree>
    <p:extLst>
      <p:ext uri="{BB962C8B-B14F-4D97-AF65-F5344CB8AC3E}">
        <p14:creationId xmlns:p14="http://schemas.microsoft.com/office/powerpoint/2010/main" val="1679372651"/>
      </p:ext>
    </p:extLst>
  </p:cSld>
</p:sld>
</file>

<file path=ppt/slides/slide3.xml><?xml version="1.0" encoding="utf-8"?>
<p:sld xmlns:p="http://schemas.openxmlformats.org/presentationml/2006/main">
  <p:cSld>
    <p:bg>
      <p:bgPr>
        <a:solidFill xmlns:a="http://schemas.openxmlformats.org/drawingml/2006/main">
          <a:srgbClr val="FFFAF2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0" name="Text">
            <a:extLst xmlns:a="http://schemas.openxmlformats.org/drawingml/2006/main">
              <a:ext uri="{FF2B5EF4-FFF2-40B4-BE49-F238E27FC236}">
                <a16:creationId xmlns:a16="http://schemas.microsoft.com/office/drawing/2014/main" id="{7D37DAE2-6EAE-4E9C-81F4-5E8FFDBB7E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33375"/>
            <a:ext cx="85725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1575" b="0">
                <a:solidFill>
                  <a:srgbClr val="9B3024"/>
                </a:solidFill>
                <a:latin typeface="Noto Serif CJK SC"/>
                <a:ea typeface="Noto Serif CJK SC"/>
                <a:cs typeface="Noto Serif CJK SC"/>
              </a:defRPr>
            </a:defPPr>
            <a:lvl1pPr>
              <a:defRPr sz="1575" b="0">
                <a:solidFill>
                  <a:srgbClr val="9B3024"/>
                </a:solidFill>
                <a:latin typeface="Noto Serif CJK SC"/>
                <a:ea typeface="Noto Serif CJK SC"/>
                <a:cs typeface="Noto Serif CJK SC"/>
              </a:defRPr>
            </a:lvl1pPr>
            <a:lvl2pPr>
              <a:defRPr sz="1575" b="0">
                <a:solidFill>
                  <a:srgbClr val="9B3024"/>
                </a:solidFill>
                <a:latin typeface="Noto Serif CJK SC"/>
                <a:ea typeface="Noto Serif CJK SC"/>
                <a:cs typeface="Noto Serif CJK SC"/>
              </a:defRPr>
            </a:lvl2pPr>
            <a:lvl3pPr>
              <a:defRPr sz="1575" b="0">
                <a:solidFill>
                  <a:srgbClr val="9B3024"/>
                </a:solidFill>
                <a:latin typeface="Noto Serif CJK SC"/>
                <a:ea typeface="Noto Serif CJK SC"/>
                <a:cs typeface="Noto Serif CJK SC"/>
              </a:defRPr>
            </a:lvl3pPr>
            <a:lvl4pPr>
              <a:defRPr sz="1575" b="0">
                <a:solidFill>
                  <a:srgbClr val="9B3024"/>
                </a:solidFill>
                <a:latin typeface="Noto Serif CJK SC"/>
                <a:ea typeface="Noto Serif CJK SC"/>
                <a:cs typeface="Noto Serif CJK SC"/>
              </a:defRPr>
            </a:lvl4pPr>
            <a:lvl5pPr>
              <a:defRPr sz="1575" b="0">
                <a:solidFill>
                  <a:srgbClr val="9B3024"/>
                </a:solidFill>
                <a:latin typeface="Noto Serif CJK SC"/>
                <a:ea typeface="Noto Serif CJK SC"/>
                <a:cs typeface="Noto Serif CJK SC"/>
              </a:defRPr>
            </a:lvl5pPr>
            <a:lvl6pPr>
              <a:defRPr sz="1575" b="0">
                <a:solidFill>
                  <a:srgbClr val="9B3024"/>
                </a:solidFill>
                <a:latin typeface="Noto Serif CJK SC"/>
                <a:ea typeface="Noto Serif CJK SC"/>
                <a:cs typeface="Noto Serif CJK SC"/>
              </a:defRPr>
            </a:lvl6pPr>
            <a:lvl7pPr>
              <a:defRPr sz="1575" b="0">
                <a:solidFill>
                  <a:srgbClr val="9B3024"/>
                </a:solidFill>
                <a:latin typeface="Noto Serif CJK SC"/>
                <a:ea typeface="Noto Serif CJK SC"/>
                <a:cs typeface="Noto Serif CJK SC"/>
              </a:defRPr>
            </a:lvl7pPr>
            <a:lvl8pPr>
              <a:defRPr sz="1575" b="0">
                <a:solidFill>
                  <a:srgbClr val="9B3024"/>
                </a:solidFill>
                <a:latin typeface="Noto Serif CJK SC"/>
                <a:ea typeface="Noto Serif CJK SC"/>
                <a:cs typeface="Noto Serif CJK SC"/>
              </a:defRPr>
            </a:lvl8pPr>
            <a:lvl9pPr>
              <a:defRPr sz="1575" b="0">
                <a:solidFill>
                  <a:srgbClr val="9B3024"/>
                </a:solidFill>
                <a:latin typeface="Noto Serif CJK SC"/>
                <a:ea typeface="Noto Serif CJK SC"/>
                <a:cs typeface="Noto Serif CJK SC"/>
              </a:defRPr>
            </a:lvl9pPr>
          </a:lstStyle>
          <a:p xmlns:a="http://schemas.openxmlformats.org/drawingml/2006/main">
            <a:pPr>
              <a:defRPr sz="1575" b="0">
                <a:solidFill>
                  <a:srgbClr val="9B3024"/>
                </a:solidFill>
                <a:latin typeface="Noto Serif CJK SC"/>
                <a:ea typeface="Noto Serif CJK SC"/>
                <a:cs typeface="Noto Serif CJK SC"/>
              </a:defRPr>
            </a:pPr>
            <a:r>
              <a:rPr sz="1575" b="0">
                <a:solidFill>
                  <a:srgbClr val="9B3024"/>
                </a:solidFill>
                <a:latin typeface="Noto Serif CJK SC"/>
                <a:ea typeface="Noto Serif CJK SC"/>
                <a:cs typeface="Noto Serif CJK SC"/>
              </a:rPr>
              <a:t>初读全文</a:t>
            </a:r>
          </a:p>
        </p:txBody>
      </p:sp>
      <p:sp>
        <p:nvSpPr>
          <p:cNvPr id="2" name="Text">
            <a:extLst xmlns:a="http://schemas.openxmlformats.org/drawingml/2006/main">
              <a:ext uri="{FF2B5EF4-FFF2-40B4-BE49-F238E27FC236}">
                <a16:creationId xmlns:a16="http://schemas.microsoft.com/office/drawing/2014/main" id="{92F673E0-07BE-41FF-B0BD-7E0F78A192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790575"/>
            <a:ext cx="109728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3225" b="1">
                <a:solidFill>
                  <a:srgbClr val="30291F"/>
                </a:solidFill>
                <a:latin typeface="Noto Serif CJK SC"/>
                <a:ea typeface="Noto Serif CJK SC"/>
                <a:cs typeface="Noto Serif CJK SC"/>
              </a:defRPr>
            </a:defPPr>
            <a:lvl1pPr>
              <a:defRPr sz="3225" b="1">
                <a:solidFill>
                  <a:srgbClr val="30291F"/>
                </a:solidFill>
                <a:latin typeface="Noto Serif CJK SC"/>
                <a:ea typeface="Noto Serif CJK SC"/>
                <a:cs typeface="Noto Serif CJK SC"/>
              </a:defRPr>
            </a:lvl1pPr>
            <a:lvl2pPr>
              <a:defRPr sz="3225" b="1">
                <a:solidFill>
                  <a:srgbClr val="30291F"/>
                </a:solidFill>
                <a:latin typeface="Noto Serif CJK SC"/>
                <a:ea typeface="Noto Serif CJK SC"/>
                <a:cs typeface="Noto Serif CJK SC"/>
              </a:defRPr>
            </a:lvl2pPr>
            <a:lvl3pPr>
              <a:defRPr sz="3225" b="1">
                <a:solidFill>
                  <a:srgbClr val="30291F"/>
                </a:solidFill>
                <a:latin typeface="Noto Serif CJK SC"/>
                <a:ea typeface="Noto Serif CJK SC"/>
                <a:cs typeface="Noto Serif CJK SC"/>
              </a:defRPr>
            </a:lvl3pPr>
            <a:lvl4pPr>
              <a:defRPr sz="3225" b="1">
                <a:solidFill>
                  <a:srgbClr val="30291F"/>
                </a:solidFill>
                <a:latin typeface="Noto Serif CJK SC"/>
                <a:ea typeface="Noto Serif CJK SC"/>
                <a:cs typeface="Noto Serif CJK SC"/>
              </a:defRPr>
            </a:lvl4pPr>
            <a:lvl5pPr>
              <a:defRPr sz="3225" b="1">
                <a:solidFill>
                  <a:srgbClr val="30291F"/>
                </a:solidFill>
                <a:latin typeface="Noto Serif CJK SC"/>
                <a:ea typeface="Noto Serif CJK SC"/>
                <a:cs typeface="Noto Serif CJK SC"/>
              </a:defRPr>
            </a:lvl5pPr>
            <a:lvl6pPr>
              <a:defRPr sz="3225" b="1">
                <a:solidFill>
                  <a:srgbClr val="30291F"/>
                </a:solidFill>
                <a:latin typeface="Noto Serif CJK SC"/>
                <a:ea typeface="Noto Serif CJK SC"/>
                <a:cs typeface="Noto Serif CJK SC"/>
              </a:defRPr>
            </a:lvl6pPr>
            <a:lvl7pPr>
              <a:defRPr sz="3225" b="1">
                <a:solidFill>
                  <a:srgbClr val="30291F"/>
                </a:solidFill>
                <a:latin typeface="Noto Serif CJK SC"/>
                <a:ea typeface="Noto Serif CJK SC"/>
                <a:cs typeface="Noto Serif CJK SC"/>
              </a:defRPr>
            </a:lvl7pPr>
            <a:lvl8pPr>
              <a:defRPr sz="3225" b="1">
                <a:solidFill>
                  <a:srgbClr val="30291F"/>
                </a:solidFill>
                <a:latin typeface="Noto Serif CJK SC"/>
                <a:ea typeface="Noto Serif CJK SC"/>
                <a:cs typeface="Noto Serif CJK SC"/>
              </a:defRPr>
            </a:lvl8pPr>
            <a:lvl9pPr>
              <a:defRPr sz="3225" b="1">
                <a:solidFill>
                  <a:srgbClr val="30291F"/>
                </a:solidFill>
                <a:latin typeface="Noto Serif CJK SC"/>
                <a:ea typeface="Noto Serif CJK SC"/>
                <a:cs typeface="Noto Serif CJK SC"/>
              </a:defRPr>
            </a:lvl9pPr>
          </a:lstStyle>
          <a:p xmlns:a="http://schemas.openxmlformats.org/drawingml/2006/main">
            <a:pPr>
              <a:defRPr sz="3225" b="1">
                <a:solidFill>
                  <a:srgbClr val="30291F"/>
                </a:solidFill>
                <a:latin typeface="Noto Serif CJK SC"/>
                <a:ea typeface="Noto Serif CJK SC"/>
                <a:cs typeface="Noto Serif CJK SC"/>
              </a:defRPr>
            </a:pPr>
            <a:r>
              <a:rPr sz="3225" b="1">
                <a:solidFill>
                  <a:srgbClr val="30291F"/>
                </a:solidFill>
                <a:latin typeface="Noto Serif CJK SC"/>
                <a:ea typeface="Noto Serif CJK SC"/>
                <a:cs typeface="Noto Serif CJK SC"/>
              </a:rPr>
              <a:t>初读  第1—3段</a:t>
            </a:r>
          </a:p>
        </p:txBody>
      </p:sp>
      <p:sp>
        <p:nvSpPr>
          <p:cNvPr id="3" name="Text">
            <a:extLst xmlns:a="http://schemas.openxmlformats.org/drawingml/2006/main">
              <a:ext uri="{FF2B5EF4-FFF2-40B4-BE49-F238E27FC236}">
                <a16:creationId xmlns:a16="http://schemas.microsoft.com/office/drawing/2014/main" id="{3FE1DCD6-9919-48A7-8DB4-A2FB251392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733550"/>
            <a:ext cx="34290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1575" b="0">
                <a:solidFill>
                  <a:srgbClr val="9B3024"/>
                </a:solidFill>
                <a:latin typeface="Noto Serif CJK SC"/>
                <a:ea typeface="Noto Serif CJK SC"/>
                <a:cs typeface="Noto Serif CJK SC"/>
              </a:defRPr>
            </a:defPPr>
            <a:lvl1pPr>
              <a:defRPr sz="1575" b="0">
                <a:solidFill>
                  <a:srgbClr val="9B3024"/>
                </a:solidFill>
                <a:latin typeface="Noto Serif CJK SC"/>
                <a:ea typeface="Noto Serif CJK SC"/>
                <a:cs typeface="Noto Serif CJK SC"/>
              </a:defRPr>
            </a:lvl1pPr>
            <a:lvl2pPr>
              <a:defRPr sz="1575" b="0">
                <a:solidFill>
                  <a:srgbClr val="9B3024"/>
                </a:solidFill>
                <a:latin typeface="Noto Serif CJK SC"/>
                <a:ea typeface="Noto Serif CJK SC"/>
                <a:cs typeface="Noto Serif CJK SC"/>
              </a:defRPr>
            </a:lvl2pPr>
            <a:lvl3pPr>
              <a:defRPr sz="1575" b="0">
                <a:solidFill>
                  <a:srgbClr val="9B3024"/>
                </a:solidFill>
                <a:latin typeface="Noto Serif CJK SC"/>
                <a:ea typeface="Noto Serif CJK SC"/>
                <a:cs typeface="Noto Serif CJK SC"/>
              </a:defRPr>
            </a:lvl3pPr>
            <a:lvl4pPr>
              <a:defRPr sz="1575" b="0">
                <a:solidFill>
                  <a:srgbClr val="9B3024"/>
                </a:solidFill>
                <a:latin typeface="Noto Serif CJK SC"/>
                <a:ea typeface="Noto Serif CJK SC"/>
                <a:cs typeface="Noto Serif CJK SC"/>
              </a:defRPr>
            </a:lvl4pPr>
            <a:lvl5pPr>
              <a:defRPr sz="1575" b="0">
                <a:solidFill>
                  <a:srgbClr val="9B3024"/>
                </a:solidFill>
                <a:latin typeface="Noto Serif CJK SC"/>
                <a:ea typeface="Noto Serif CJK SC"/>
                <a:cs typeface="Noto Serif CJK SC"/>
              </a:defRPr>
            </a:lvl5pPr>
            <a:lvl6pPr>
              <a:defRPr sz="1575" b="0">
                <a:solidFill>
                  <a:srgbClr val="9B3024"/>
                </a:solidFill>
                <a:latin typeface="Noto Serif CJK SC"/>
                <a:ea typeface="Noto Serif CJK SC"/>
                <a:cs typeface="Noto Serif CJK SC"/>
              </a:defRPr>
            </a:lvl6pPr>
            <a:lvl7pPr>
              <a:defRPr sz="1575" b="0">
                <a:solidFill>
                  <a:srgbClr val="9B3024"/>
                </a:solidFill>
                <a:latin typeface="Noto Serif CJK SC"/>
                <a:ea typeface="Noto Serif CJK SC"/>
                <a:cs typeface="Noto Serif CJK SC"/>
              </a:defRPr>
            </a:lvl7pPr>
            <a:lvl8pPr>
              <a:defRPr sz="1575" b="0">
                <a:solidFill>
                  <a:srgbClr val="9B3024"/>
                </a:solidFill>
                <a:latin typeface="Noto Serif CJK SC"/>
                <a:ea typeface="Noto Serif CJK SC"/>
                <a:cs typeface="Noto Serif CJK SC"/>
              </a:defRPr>
            </a:lvl8pPr>
            <a:lvl9pPr>
              <a:defRPr sz="1575" b="0">
                <a:solidFill>
                  <a:srgbClr val="9B3024"/>
                </a:solidFill>
                <a:latin typeface="Noto Serif CJK SC"/>
                <a:ea typeface="Noto Serif CJK SC"/>
                <a:cs typeface="Noto Serif CJK SC"/>
              </a:defRPr>
            </a:lvl9pPr>
          </a:lstStyle>
          <a:p xmlns:a="http://schemas.openxmlformats.org/drawingml/2006/main">
            <a:pPr>
              <a:defRPr sz="1575" b="0">
                <a:solidFill>
                  <a:srgbClr val="9B3024"/>
                </a:solidFill>
                <a:latin typeface="Noto Serif CJK SC"/>
                <a:ea typeface="Noto Serif CJK SC"/>
                <a:cs typeface="Noto Serif CJK SC"/>
              </a:defRPr>
            </a:pPr>
            <a:r>
              <a:rPr sz="1575" b="0">
                <a:solidFill>
                  <a:srgbClr val="9B3024"/>
                </a:solidFill>
                <a:latin typeface="Noto Serif CJK SC"/>
                <a:ea typeface="Noto Serif CJK SC"/>
                <a:cs typeface="Noto Serif CJK SC"/>
              </a:rPr>
              <a:t>1</a:t>
            </a:r>
          </a:p>
        </p:txBody>
      </p:sp>
      <p:sp>
        <p:nvSpPr>
          <p:cNvPr id="4" name="Text">
            <a:extLst xmlns:a="http://schemas.openxmlformats.org/drawingml/2006/main">
              <a:ext uri="{FF2B5EF4-FFF2-40B4-BE49-F238E27FC236}">
                <a16:creationId xmlns:a16="http://schemas.microsoft.com/office/drawing/2014/main" id="{93582473-4BD3-4FB0-B250-9271B17FEB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1695450"/>
            <a:ext cx="10515600" cy="962406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2550" b="0">
                <a:solidFill>
                  <a:srgbClr val="30291F"/>
                </a:solidFill>
                <a:latin typeface="LXGW WenKai TC"/>
                <a:ea typeface="LXGW WenKai TC"/>
                <a:cs typeface="LXGW WenKai TC"/>
              </a:defRPr>
            </a:defPPr>
            <a:lvl1pPr>
              <a:defRPr sz="2550" b="0">
                <a:solidFill>
                  <a:srgbClr val="30291F"/>
                </a:solidFill>
                <a:latin typeface="LXGW WenKai TC"/>
                <a:ea typeface="LXGW WenKai TC"/>
                <a:cs typeface="LXGW WenKai TC"/>
              </a:defRPr>
            </a:lvl1pPr>
            <a:lvl2pPr>
              <a:defRPr sz="2550" b="0">
                <a:solidFill>
                  <a:srgbClr val="30291F"/>
                </a:solidFill>
                <a:latin typeface="LXGW WenKai TC"/>
                <a:ea typeface="LXGW WenKai TC"/>
                <a:cs typeface="LXGW WenKai TC"/>
              </a:defRPr>
            </a:lvl2pPr>
            <a:lvl3pPr>
              <a:defRPr sz="2550" b="0">
                <a:solidFill>
                  <a:srgbClr val="30291F"/>
                </a:solidFill>
                <a:latin typeface="LXGW WenKai TC"/>
                <a:ea typeface="LXGW WenKai TC"/>
                <a:cs typeface="LXGW WenKai TC"/>
              </a:defRPr>
            </a:lvl3pPr>
            <a:lvl4pPr>
              <a:defRPr sz="2550" b="0">
                <a:solidFill>
                  <a:srgbClr val="30291F"/>
                </a:solidFill>
                <a:latin typeface="LXGW WenKai TC"/>
                <a:ea typeface="LXGW WenKai TC"/>
                <a:cs typeface="LXGW WenKai TC"/>
              </a:defRPr>
            </a:lvl4pPr>
            <a:lvl5pPr>
              <a:defRPr sz="2550" b="0">
                <a:solidFill>
                  <a:srgbClr val="30291F"/>
                </a:solidFill>
                <a:latin typeface="LXGW WenKai TC"/>
                <a:ea typeface="LXGW WenKai TC"/>
                <a:cs typeface="LXGW WenKai TC"/>
              </a:defRPr>
            </a:lvl5pPr>
            <a:lvl6pPr>
              <a:defRPr sz="2550" b="0">
                <a:solidFill>
                  <a:srgbClr val="30291F"/>
                </a:solidFill>
                <a:latin typeface="LXGW WenKai TC"/>
                <a:ea typeface="LXGW WenKai TC"/>
                <a:cs typeface="LXGW WenKai TC"/>
              </a:defRPr>
            </a:lvl6pPr>
            <a:lvl7pPr>
              <a:defRPr sz="2550" b="0">
                <a:solidFill>
                  <a:srgbClr val="30291F"/>
                </a:solidFill>
                <a:latin typeface="LXGW WenKai TC"/>
                <a:ea typeface="LXGW WenKai TC"/>
                <a:cs typeface="LXGW WenKai TC"/>
              </a:defRPr>
            </a:lvl7pPr>
            <a:lvl8pPr>
              <a:defRPr sz="2550" b="0">
                <a:solidFill>
                  <a:srgbClr val="30291F"/>
                </a:solidFill>
                <a:latin typeface="LXGW WenKai TC"/>
                <a:ea typeface="LXGW WenKai TC"/>
                <a:cs typeface="LXGW WenKai TC"/>
              </a:defRPr>
            </a:lvl8pPr>
            <a:lvl9pPr>
              <a:defRPr sz="2550" b="0">
                <a:solidFill>
                  <a:srgbClr val="30291F"/>
                </a:solidFill>
                <a:latin typeface="LXGW WenKai TC"/>
                <a:ea typeface="LXGW WenKai TC"/>
                <a:cs typeface="LXGW WenKai TC"/>
              </a:defRPr>
            </a:lvl9pPr>
          </a:lstStyle>
          <a:p xmlns:a="http://schemas.openxmlformats.org/drawingml/2006/main">
            <a:pPr>
              <a:defRPr sz="2550" b="0">
                <a:solidFill>
                  <a:srgbClr val="30291F"/>
                </a:solidFill>
                <a:latin typeface="LXGW WenKai TC"/>
                <a:ea typeface="LXGW WenKai TC"/>
                <a:cs typeface="LXGW WenKai TC"/>
              </a:defRPr>
            </a:pPr>
            <a:r>
              <a:rPr sz="2550" b="0">
                <a:solidFill>
                  <a:srgbClr val="30291F"/>
                </a:solidFill>
                <a:latin typeface="LXGW WenKai TC"/>
                <a:ea typeface="LXGW WenKai TC"/>
                <a:cs typeface="LXGW WenKai TC"/>
              </a:rPr>
              <a:t>时间真是个贼，而且还是个神偷。今年妈妈头上的白发看起来更多了，眼</a:t>
            </a:r>
          </a:p>
          <a:p xmlns:a="http://schemas.openxmlformats.org/drawingml/2006/main">
            <a:pPr>
              <a:defRPr sz="2550" b="0">
                <a:solidFill>
                  <a:srgbClr val="30291F"/>
                </a:solidFill>
                <a:latin typeface="LXGW WenKai TC"/>
                <a:ea typeface="LXGW WenKai TC"/>
                <a:cs typeface="LXGW WenKai TC"/>
              </a:defRPr>
            </a:pPr>
            <a:r>
              <a:rPr sz="2550" b="0">
                <a:solidFill>
                  <a:srgbClr val="30291F"/>
                </a:solidFill>
                <a:latin typeface="LXGW WenKai TC"/>
                <a:ea typeface="LXGW WenKai TC"/>
                <a:cs typeface="LXGW WenKai TC"/>
              </a:rPr>
              <a:t>角也添了新的鱼尾纹。岁月除了偷走青春，还偷走什么呢？</a:t>
            </a:r>
          </a:p>
        </p:txBody>
      </p:sp>
      <p:sp>
        <p:nvSpPr>
          <p:cNvPr id="5" name="Text">
            <a:extLst xmlns:a="http://schemas.openxmlformats.org/drawingml/2006/main">
              <a:ext uri="{FF2B5EF4-FFF2-40B4-BE49-F238E27FC236}">
                <a16:creationId xmlns:a16="http://schemas.microsoft.com/office/drawing/2014/main" id="{F9B6B85C-3C58-48E3-91E8-216B7B5BA3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848356"/>
            <a:ext cx="34290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1575" b="0">
                <a:solidFill>
                  <a:srgbClr val="9B3024"/>
                </a:solidFill>
                <a:latin typeface="Noto Serif CJK SC"/>
                <a:ea typeface="Noto Serif CJK SC"/>
                <a:cs typeface="Noto Serif CJK SC"/>
              </a:defRPr>
            </a:defPPr>
            <a:lvl1pPr>
              <a:defRPr sz="1575" b="0">
                <a:solidFill>
                  <a:srgbClr val="9B3024"/>
                </a:solidFill>
                <a:latin typeface="Noto Serif CJK SC"/>
                <a:ea typeface="Noto Serif CJK SC"/>
                <a:cs typeface="Noto Serif CJK SC"/>
              </a:defRPr>
            </a:lvl1pPr>
            <a:lvl2pPr>
              <a:defRPr sz="1575" b="0">
                <a:solidFill>
                  <a:srgbClr val="9B3024"/>
                </a:solidFill>
                <a:latin typeface="Noto Serif CJK SC"/>
                <a:ea typeface="Noto Serif CJK SC"/>
                <a:cs typeface="Noto Serif CJK SC"/>
              </a:defRPr>
            </a:lvl2pPr>
            <a:lvl3pPr>
              <a:defRPr sz="1575" b="0">
                <a:solidFill>
                  <a:srgbClr val="9B3024"/>
                </a:solidFill>
                <a:latin typeface="Noto Serif CJK SC"/>
                <a:ea typeface="Noto Serif CJK SC"/>
                <a:cs typeface="Noto Serif CJK SC"/>
              </a:defRPr>
            </a:lvl3pPr>
            <a:lvl4pPr>
              <a:defRPr sz="1575" b="0">
                <a:solidFill>
                  <a:srgbClr val="9B3024"/>
                </a:solidFill>
                <a:latin typeface="Noto Serif CJK SC"/>
                <a:ea typeface="Noto Serif CJK SC"/>
                <a:cs typeface="Noto Serif CJK SC"/>
              </a:defRPr>
            </a:lvl4pPr>
            <a:lvl5pPr>
              <a:defRPr sz="1575" b="0">
                <a:solidFill>
                  <a:srgbClr val="9B3024"/>
                </a:solidFill>
                <a:latin typeface="Noto Serif CJK SC"/>
                <a:ea typeface="Noto Serif CJK SC"/>
                <a:cs typeface="Noto Serif CJK SC"/>
              </a:defRPr>
            </a:lvl5pPr>
            <a:lvl6pPr>
              <a:defRPr sz="1575" b="0">
                <a:solidFill>
                  <a:srgbClr val="9B3024"/>
                </a:solidFill>
                <a:latin typeface="Noto Serif CJK SC"/>
                <a:ea typeface="Noto Serif CJK SC"/>
                <a:cs typeface="Noto Serif CJK SC"/>
              </a:defRPr>
            </a:lvl6pPr>
            <a:lvl7pPr>
              <a:defRPr sz="1575" b="0">
                <a:solidFill>
                  <a:srgbClr val="9B3024"/>
                </a:solidFill>
                <a:latin typeface="Noto Serif CJK SC"/>
                <a:ea typeface="Noto Serif CJK SC"/>
                <a:cs typeface="Noto Serif CJK SC"/>
              </a:defRPr>
            </a:lvl7pPr>
            <a:lvl8pPr>
              <a:defRPr sz="1575" b="0">
                <a:solidFill>
                  <a:srgbClr val="9B3024"/>
                </a:solidFill>
                <a:latin typeface="Noto Serif CJK SC"/>
                <a:ea typeface="Noto Serif CJK SC"/>
                <a:cs typeface="Noto Serif CJK SC"/>
              </a:defRPr>
            </a:lvl8pPr>
            <a:lvl9pPr>
              <a:defRPr sz="1575" b="0">
                <a:solidFill>
                  <a:srgbClr val="9B3024"/>
                </a:solidFill>
                <a:latin typeface="Noto Serif CJK SC"/>
                <a:ea typeface="Noto Serif CJK SC"/>
                <a:cs typeface="Noto Serif CJK SC"/>
              </a:defRPr>
            </a:lvl9pPr>
          </a:lstStyle>
          <a:p xmlns:a="http://schemas.openxmlformats.org/drawingml/2006/main">
            <a:pPr>
              <a:defRPr sz="1575" b="0">
                <a:solidFill>
                  <a:srgbClr val="9B3024"/>
                </a:solidFill>
                <a:latin typeface="Noto Serif CJK SC"/>
                <a:ea typeface="Noto Serif CJK SC"/>
                <a:cs typeface="Noto Serif CJK SC"/>
              </a:defRPr>
            </a:pPr>
            <a:r>
              <a:rPr sz="1575" b="0">
                <a:solidFill>
                  <a:srgbClr val="9B3024"/>
                </a:solidFill>
                <a:latin typeface="Noto Serif CJK SC"/>
                <a:ea typeface="Noto Serif CJK SC"/>
                <a:cs typeface="Noto Serif CJK SC"/>
              </a:rPr>
              <a:t>2</a:t>
            </a:r>
          </a:p>
        </p:txBody>
      </p:sp>
      <p:sp>
        <p:nvSpPr>
          <p:cNvPr id="6" name="Text">
            <a:extLst xmlns:a="http://schemas.openxmlformats.org/drawingml/2006/main">
              <a:ext uri="{FF2B5EF4-FFF2-40B4-BE49-F238E27FC236}">
                <a16:creationId xmlns:a16="http://schemas.microsoft.com/office/drawing/2014/main" id="{0E8E6A63-CEEE-4702-8CF3-6CC5FEC6F0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2810256"/>
            <a:ext cx="10515600" cy="1376934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2550" b="0">
                <a:solidFill>
                  <a:srgbClr val="30291F"/>
                </a:solidFill>
                <a:latin typeface="LXGW WenKai TC"/>
                <a:ea typeface="LXGW WenKai TC"/>
                <a:cs typeface="LXGW WenKai TC"/>
              </a:defRPr>
            </a:defPPr>
            <a:lvl1pPr>
              <a:defRPr sz="2550" b="0">
                <a:solidFill>
                  <a:srgbClr val="30291F"/>
                </a:solidFill>
                <a:latin typeface="LXGW WenKai TC"/>
                <a:ea typeface="LXGW WenKai TC"/>
                <a:cs typeface="LXGW WenKai TC"/>
              </a:defRPr>
            </a:lvl1pPr>
            <a:lvl2pPr>
              <a:defRPr sz="2550" b="0">
                <a:solidFill>
                  <a:srgbClr val="30291F"/>
                </a:solidFill>
                <a:latin typeface="LXGW WenKai TC"/>
                <a:ea typeface="LXGW WenKai TC"/>
                <a:cs typeface="LXGW WenKai TC"/>
              </a:defRPr>
            </a:lvl2pPr>
            <a:lvl3pPr>
              <a:defRPr sz="2550" b="0">
                <a:solidFill>
                  <a:srgbClr val="30291F"/>
                </a:solidFill>
                <a:latin typeface="LXGW WenKai TC"/>
                <a:ea typeface="LXGW WenKai TC"/>
                <a:cs typeface="LXGW WenKai TC"/>
              </a:defRPr>
            </a:lvl3pPr>
            <a:lvl4pPr>
              <a:defRPr sz="2550" b="0">
                <a:solidFill>
                  <a:srgbClr val="30291F"/>
                </a:solidFill>
                <a:latin typeface="LXGW WenKai TC"/>
                <a:ea typeface="LXGW WenKai TC"/>
                <a:cs typeface="LXGW WenKai TC"/>
              </a:defRPr>
            </a:lvl4pPr>
            <a:lvl5pPr>
              <a:defRPr sz="2550" b="0">
                <a:solidFill>
                  <a:srgbClr val="30291F"/>
                </a:solidFill>
                <a:latin typeface="LXGW WenKai TC"/>
                <a:ea typeface="LXGW WenKai TC"/>
                <a:cs typeface="LXGW WenKai TC"/>
              </a:defRPr>
            </a:lvl5pPr>
            <a:lvl6pPr>
              <a:defRPr sz="2550" b="0">
                <a:solidFill>
                  <a:srgbClr val="30291F"/>
                </a:solidFill>
                <a:latin typeface="LXGW WenKai TC"/>
                <a:ea typeface="LXGW WenKai TC"/>
                <a:cs typeface="LXGW WenKai TC"/>
              </a:defRPr>
            </a:lvl6pPr>
            <a:lvl7pPr>
              <a:defRPr sz="2550" b="0">
                <a:solidFill>
                  <a:srgbClr val="30291F"/>
                </a:solidFill>
                <a:latin typeface="LXGW WenKai TC"/>
                <a:ea typeface="LXGW WenKai TC"/>
                <a:cs typeface="LXGW WenKai TC"/>
              </a:defRPr>
            </a:lvl7pPr>
            <a:lvl8pPr>
              <a:defRPr sz="2550" b="0">
                <a:solidFill>
                  <a:srgbClr val="30291F"/>
                </a:solidFill>
                <a:latin typeface="LXGW WenKai TC"/>
                <a:ea typeface="LXGW WenKai TC"/>
                <a:cs typeface="LXGW WenKai TC"/>
              </a:defRPr>
            </a:lvl8pPr>
            <a:lvl9pPr>
              <a:defRPr sz="2550" b="0">
                <a:solidFill>
                  <a:srgbClr val="30291F"/>
                </a:solidFill>
                <a:latin typeface="LXGW WenKai TC"/>
                <a:ea typeface="LXGW WenKai TC"/>
                <a:cs typeface="LXGW WenKai TC"/>
              </a:defRPr>
            </a:lvl9pPr>
          </a:lstStyle>
          <a:p xmlns:a="http://schemas.openxmlformats.org/drawingml/2006/main">
            <a:pPr>
              <a:defRPr sz="2550" b="0">
                <a:solidFill>
                  <a:srgbClr val="30291F"/>
                </a:solidFill>
                <a:latin typeface="LXGW WenKai TC"/>
                <a:ea typeface="LXGW WenKai TC"/>
                <a:cs typeface="LXGW WenKai TC"/>
              </a:defRPr>
            </a:pPr>
            <a:r>
              <a:rPr sz="2550" b="0">
                <a:solidFill>
                  <a:srgbClr val="30291F"/>
                </a:solidFill>
                <a:latin typeface="LXGW WenKai TC"/>
                <a:ea typeface="LXGW WenKai TC"/>
                <a:cs typeface="LXGW WenKai TC"/>
              </a:rPr>
              <a:t>年尾的街市上到处都是红色的装饰。送走圣诞老人，过了元旦，农历新年</a:t>
            </a:r>
          </a:p>
          <a:p xmlns:a="http://schemas.openxmlformats.org/drawingml/2006/main">
            <a:pPr>
              <a:defRPr sz="2550" b="0">
                <a:solidFill>
                  <a:srgbClr val="30291F"/>
                </a:solidFill>
                <a:latin typeface="LXGW WenKai TC"/>
                <a:ea typeface="LXGW WenKai TC"/>
                <a:cs typeface="LXGW WenKai TC"/>
              </a:defRPr>
            </a:pPr>
            <a:r>
              <a:rPr sz="2550" b="0">
                <a:solidFill>
                  <a:srgbClr val="30291F"/>
                </a:solidFill>
                <a:latin typeface="LXGW WenKai TC"/>
                <a:ea typeface="LXGW WenKai TC"/>
                <a:cs typeface="LXGW WenKai TC"/>
              </a:rPr>
              <a:t>也悄悄地走近了。家家户户都开始忙碌起来，大扫除，买年货，准备除夕</a:t>
            </a:r>
          </a:p>
          <a:p xmlns:a="http://schemas.openxmlformats.org/drawingml/2006/main">
            <a:pPr>
              <a:defRPr sz="2550" b="0">
                <a:solidFill>
                  <a:srgbClr val="30291F"/>
                </a:solidFill>
                <a:latin typeface="LXGW WenKai TC"/>
                <a:ea typeface="LXGW WenKai TC"/>
                <a:cs typeface="LXGW WenKai TC"/>
              </a:defRPr>
            </a:pPr>
            <a:r>
              <a:rPr sz="2550" b="0">
                <a:solidFill>
                  <a:srgbClr val="30291F"/>
                </a:solidFill>
                <a:latin typeface="LXGW WenKai TC"/>
                <a:ea typeface="LXGW WenKai TC"/>
                <a:cs typeface="LXGW WenKai TC"/>
              </a:rPr>
              <a:t>夜的团圆饭。</a:t>
            </a:r>
          </a:p>
        </p:txBody>
      </p:sp>
      <p:sp>
        <p:nvSpPr>
          <p:cNvPr id="7" name="Text">
            <a:extLst xmlns:a="http://schemas.openxmlformats.org/drawingml/2006/main">
              <a:ext uri="{FF2B5EF4-FFF2-40B4-BE49-F238E27FC236}">
                <a16:creationId xmlns:a16="http://schemas.microsoft.com/office/drawing/2014/main" id="{438F2324-1814-4B3B-B03C-4790DE72C3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377690"/>
            <a:ext cx="34290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1575" b="0">
                <a:solidFill>
                  <a:srgbClr val="9B3024"/>
                </a:solidFill>
                <a:latin typeface="Noto Serif CJK SC"/>
                <a:ea typeface="Noto Serif CJK SC"/>
                <a:cs typeface="Noto Serif CJK SC"/>
              </a:defRPr>
            </a:defPPr>
            <a:lvl1pPr>
              <a:defRPr sz="1575" b="0">
                <a:solidFill>
                  <a:srgbClr val="9B3024"/>
                </a:solidFill>
                <a:latin typeface="Noto Serif CJK SC"/>
                <a:ea typeface="Noto Serif CJK SC"/>
                <a:cs typeface="Noto Serif CJK SC"/>
              </a:defRPr>
            </a:lvl1pPr>
            <a:lvl2pPr>
              <a:defRPr sz="1575" b="0">
                <a:solidFill>
                  <a:srgbClr val="9B3024"/>
                </a:solidFill>
                <a:latin typeface="Noto Serif CJK SC"/>
                <a:ea typeface="Noto Serif CJK SC"/>
                <a:cs typeface="Noto Serif CJK SC"/>
              </a:defRPr>
            </a:lvl2pPr>
            <a:lvl3pPr>
              <a:defRPr sz="1575" b="0">
                <a:solidFill>
                  <a:srgbClr val="9B3024"/>
                </a:solidFill>
                <a:latin typeface="Noto Serif CJK SC"/>
                <a:ea typeface="Noto Serif CJK SC"/>
                <a:cs typeface="Noto Serif CJK SC"/>
              </a:defRPr>
            </a:lvl3pPr>
            <a:lvl4pPr>
              <a:defRPr sz="1575" b="0">
                <a:solidFill>
                  <a:srgbClr val="9B3024"/>
                </a:solidFill>
                <a:latin typeface="Noto Serif CJK SC"/>
                <a:ea typeface="Noto Serif CJK SC"/>
                <a:cs typeface="Noto Serif CJK SC"/>
              </a:defRPr>
            </a:lvl4pPr>
            <a:lvl5pPr>
              <a:defRPr sz="1575" b="0">
                <a:solidFill>
                  <a:srgbClr val="9B3024"/>
                </a:solidFill>
                <a:latin typeface="Noto Serif CJK SC"/>
                <a:ea typeface="Noto Serif CJK SC"/>
                <a:cs typeface="Noto Serif CJK SC"/>
              </a:defRPr>
            </a:lvl5pPr>
            <a:lvl6pPr>
              <a:defRPr sz="1575" b="0">
                <a:solidFill>
                  <a:srgbClr val="9B3024"/>
                </a:solidFill>
                <a:latin typeface="Noto Serif CJK SC"/>
                <a:ea typeface="Noto Serif CJK SC"/>
                <a:cs typeface="Noto Serif CJK SC"/>
              </a:defRPr>
            </a:lvl6pPr>
            <a:lvl7pPr>
              <a:defRPr sz="1575" b="0">
                <a:solidFill>
                  <a:srgbClr val="9B3024"/>
                </a:solidFill>
                <a:latin typeface="Noto Serif CJK SC"/>
                <a:ea typeface="Noto Serif CJK SC"/>
                <a:cs typeface="Noto Serif CJK SC"/>
              </a:defRPr>
            </a:lvl7pPr>
            <a:lvl8pPr>
              <a:defRPr sz="1575" b="0">
                <a:solidFill>
                  <a:srgbClr val="9B3024"/>
                </a:solidFill>
                <a:latin typeface="Noto Serif CJK SC"/>
                <a:ea typeface="Noto Serif CJK SC"/>
                <a:cs typeface="Noto Serif CJK SC"/>
              </a:defRPr>
            </a:lvl8pPr>
            <a:lvl9pPr>
              <a:defRPr sz="1575" b="0">
                <a:solidFill>
                  <a:srgbClr val="9B3024"/>
                </a:solidFill>
                <a:latin typeface="Noto Serif CJK SC"/>
                <a:ea typeface="Noto Serif CJK SC"/>
                <a:cs typeface="Noto Serif CJK SC"/>
              </a:defRPr>
            </a:lvl9pPr>
          </a:lstStyle>
          <a:p xmlns:a="http://schemas.openxmlformats.org/drawingml/2006/main">
            <a:pPr>
              <a:defRPr sz="1575" b="0">
                <a:solidFill>
                  <a:srgbClr val="9B3024"/>
                </a:solidFill>
                <a:latin typeface="Noto Serif CJK SC"/>
                <a:ea typeface="Noto Serif CJK SC"/>
                <a:cs typeface="Noto Serif CJK SC"/>
              </a:defRPr>
            </a:pPr>
            <a:r>
              <a:rPr sz="1575" b="0">
                <a:solidFill>
                  <a:srgbClr val="9B3024"/>
                </a:solidFill>
                <a:latin typeface="Noto Serif CJK SC"/>
                <a:ea typeface="Noto Serif CJK SC"/>
                <a:cs typeface="Noto Serif CJK SC"/>
              </a:rPr>
              <a:t>3</a:t>
            </a:r>
          </a:p>
        </p:txBody>
      </p:sp>
      <p:sp>
        <p:nvSpPr>
          <p:cNvPr id="8" name="Text">
            <a:extLst xmlns:a="http://schemas.openxmlformats.org/drawingml/2006/main">
              <a:ext uri="{FF2B5EF4-FFF2-40B4-BE49-F238E27FC236}">
                <a16:creationId xmlns:a16="http://schemas.microsoft.com/office/drawing/2014/main" id="{59F788D2-EECB-4729-B26F-A10F83DBA0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4339590"/>
            <a:ext cx="10515600" cy="962406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2550" b="0">
                <a:solidFill>
                  <a:srgbClr val="30291F"/>
                </a:solidFill>
                <a:latin typeface="LXGW WenKai TC"/>
                <a:ea typeface="LXGW WenKai TC"/>
                <a:cs typeface="LXGW WenKai TC"/>
              </a:defRPr>
            </a:defPPr>
            <a:lvl1pPr>
              <a:defRPr sz="2550" b="0">
                <a:solidFill>
                  <a:srgbClr val="30291F"/>
                </a:solidFill>
                <a:latin typeface="LXGW WenKai TC"/>
                <a:ea typeface="LXGW WenKai TC"/>
                <a:cs typeface="LXGW WenKai TC"/>
              </a:defRPr>
            </a:lvl1pPr>
            <a:lvl2pPr>
              <a:defRPr sz="2550" b="0">
                <a:solidFill>
                  <a:srgbClr val="30291F"/>
                </a:solidFill>
                <a:latin typeface="LXGW WenKai TC"/>
                <a:ea typeface="LXGW WenKai TC"/>
                <a:cs typeface="LXGW WenKai TC"/>
              </a:defRPr>
            </a:lvl2pPr>
            <a:lvl3pPr>
              <a:defRPr sz="2550" b="0">
                <a:solidFill>
                  <a:srgbClr val="30291F"/>
                </a:solidFill>
                <a:latin typeface="LXGW WenKai TC"/>
                <a:ea typeface="LXGW WenKai TC"/>
                <a:cs typeface="LXGW WenKai TC"/>
              </a:defRPr>
            </a:lvl3pPr>
            <a:lvl4pPr>
              <a:defRPr sz="2550" b="0">
                <a:solidFill>
                  <a:srgbClr val="30291F"/>
                </a:solidFill>
                <a:latin typeface="LXGW WenKai TC"/>
                <a:ea typeface="LXGW WenKai TC"/>
                <a:cs typeface="LXGW WenKai TC"/>
              </a:defRPr>
            </a:lvl4pPr>
            <a:lvl5pPr>
              <a:defRPr sz="2550" b="0">
                <a:solidFill>
                  <a:srgbClr val="30291F"/>
                </a:solidFill>
                <a:latin typeface="LXGW WenKai TC"/>
                <a:ea typeface="LXGW WenKai TC"/>
                <a:cs typeface="LXGW WenKai TC"/>
              </a:defRPr>
            </a:lvl5pPr>
            <a:lvl6pPr>
              <a:defRPr sz="2550" b="0">
                <a:solidFill>
                  <a:srgbClr val="30291F"/>
                </a:solidFill>
                <a:latin typeface="LXGW WenKai TC"/>
                <a:ea typeface="LXGW WenKai TC"/>
                <a:cs typeface="LXGW WenKai TC"/>
              </a:defRPr>
            </a:lvl6pPr>
            <a:lvl7pPr>
              <a:defRPr sz="2550" b="0">
                <a:solidFill>
                  <a:srgbClr val="30291F"/>
                </a:solidFill>
                <a:latin typeface="LXGW WenKai TC"/>
                <a:ea typeface="LXGW WenKai TC"/>
                <a:cs typeface="LXGW WenKai TC"/>
              </a:defRPr>
            </a:lvl7pPr>
            <a:lvl8pPr>
              <a:defRPr sz="2550" b="0">
                <a:solidFill>
                  <a:srgbClr val="30291F"/>
                </a:solidFill>
                <a:latin typeface="LXGW WenKai TC"/>
                <a:ea typeface="LXGW WenKai TC"/>
                <a:cs typeface="LXGW WenKai TC"/>
              </a:defRPr>
            </a:lvl8pPr>
            <a:lvl9pPr>
              <a:defRPr sz="2550" b="0">
                <a:solidFill>
                  <a:srgbClr val="30291F"/>
                </a:solidFill>
                <a:latin typeface="LXGW WenKai TC"/>
                <a:ea typeface="LXGW WenKai TC"/>
                <a:cs typeface="LXGW WenKai TC"/>
              </a:defRPr>
            </a:lvl9pPr>
          </a:lstStyle>
          <a:p xmlns:a="http://schemas.openxmlformats.org/drawingml/2006/main">
            <a:pPr>
              <a:defRPr sz="2550" b="0">
                <a:solidFill>
                  <a:srgbClr val="30291F"/>
                </a:solidFill>
                <a:latin typeface="LXGW WenKai TC"/>
                <a:ea typeface="LXGW WenKai TC"/>
                <a:cs typeface="LXGW WenKai TC"/>
              </a:defRPr>
            </a:pPr>
            <a:r>
              <a:rPr sz="2550" b="0">
                <a:solidFill>
                  <a:srgbClr val="30291F"/>
                </a:solidFill>
                <a:latin typeface="LXGW WenKai TC"/>
                <a:ea typeface="LXGW WenKai TC"/>
                <a:cs typeface="LXGW WenKai TC"/>
              </a:rPr>
              <a:t>妈妈喜欢大红色，她说红色显得喜庆。已上中学的我却不太喜欢，甚至觉</a:t>
            </a:r>
          </a:p>
          <a:p xmlns:a="http://schemas.openxmlformats.org/drawingml/2006/main">
            <a:pPr>
              <a:defRPr sz="2550" b="0">
                <a:solidFill>
                  <a:srgbClr val="30291F"/>
                </a:solidFill>
                <a:latin typeface="LXGW WenKai TC"/>
                <a:ea typeface="LXGW WenKai TC"/>
                <a:cs typeface="LXGW WenKai TC"/>
              </a:defRPr>
            </a:pPr>
            <a:r>
              <a:rPr sz="2550" b="0">
                <a:solidFill>
                  <a:srgbClr val="30291F"/>
                </a:solidFill>
                <a:latin typeface="LXGW WenKai TC"/>
                <a:ea typeface="LXGW WenKai TC"/>
                <a:cs typeface="LXGW WenKai TC"/>
              </a:rPr>
              <a:t>得有点儿土气。这或许就是成长的定律吧？</a:t>
            </a:r>
          </a:p>
        </p:txBody>
      </p:sp>
      <p:sp>
        <p:nvSpPr>
          <p:cNvPr id="9" name="Text">
            <a:extLst xmlns:a="http://schemas.openxmlformats.org/drawingml/2006/main">
              <a:ext uri="{FF2B5EF4-FFF2-40B4-BE49-F238E27FC236}">
                <a16:creationId xmlns:a16="http://schemas.microsoft.com/office/drawing/2014/main" id="{384DBED3-4031-4A6B-BC7C-D8E5779794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25200" y="6477000"/>
            <a:ext cx="4572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1350" b="0">
                <a:solidFill>
                  <a:srgbClr val="776C60"/>
                </a:solidFill>
                <a:latin typeface="Noto Serif CJK SC"/>
                <a:ea typeface="Noto Serif CJK SC"/>
                <a:cs typeface="Noto Serif CJK SC"/>
              </a:defRPr>
            </a:defPPr>
            <a:lvl1pPr>
              <a:defRPr sz="1350" b="0">
                <a:solidFill>
                  <a:srgbClr val="776C60"/>
                </a:solidFill>
                <a:latin typeface="Noto Serif CJK SC"/>
                <a:ea typeface="Noto Serif CJK SC"/>
                <a:cs typeface="Noto Serif CJK SC"/>
              </a:defRPr>
            </a:lvl1pPr>
            <a:lvl2pPr>
              <a:defRPr sz="1350" b="0">
                <a:solidFill>
                  <a:srgbClr val="776C60"/>
                </a:solidFill>
                <a:latin typeface="Noto Serif CJK SC"/>
                <a:ea typeface="Noto Serif CJK SC"/>
                <a:cs typeface="Noto Serif CJK SC"/>
              </a:defRPr>
            </a:lvl2pPr>
            <a:lvl3pPr>
              <a:defRPr sz="1350" b="0">
                <a:solidFill>
                  <a:srgbClr val="776C60"/>
                </a:solidFill>
                <a:latin typeface="Noto Serif CJK SC"/>
                <a:ea typeface="Noto Serif CJK SC"/>
                <a:cs typeface="Noto Serif CJK SC"/>
              </a:defRPr>
            </a:lvl3pPr>
            <a:lvl4pPr>
              <a:defRPr sz="1350" b="0">
                <a:solidFill>
                  <a:srgbClr val="776C60"/>
                </a:solidFill>
                <a:latin typeface="Noto Serif CJK SC"/>
                <a:ea typeface="Noto Serif CJK SC"/>
                <a:cs typeface="Noto Serif CJK SC"/>
              </a:defRPr>
            </a:lvl4pPr>
            <a:lvl5pPr>
              <a:defRPr sz="1350" b="0">
                <a:solidFill>
                  <a:srgbClr val="776C60"/>
                </a:solidFill>
                <a:latin typeface="Noto Serif CJK SC"/>
                <a:ea typeface="Noto Serif CJK SC"/>
                <a:cs typeface="Noto Serif CJK SC"/>
              </a:defRPr>
            </a:lvl5pPr>
            <a:lvl6pPr>
              <a:defRPr sz="1350" b="0">
                <a:solidFill>
                  <a:srgbClr val="776C60"/>
                </a:solidFill>
                <a:latin typeface="Noto Serif CJK SC"/>
                <a:ea typeface="Noto Serif CJK SC"/>
                <a:cs typeface="Noto Serif CJK SC"/>
              </a:defRPr>
            </a:lvl6pPr>
            <a:lvl7pPr>
              <a:defRPr sz="1350" b="0">
                <a:solidFill>
                  <a:srgbClr val="776C60"/>
                </a:solidFill>
                <a:latin typeface="Noto Serif CJK SC"/>
                <a:ea typeface="Noto Serif CJK SC"/>
                <a:cs typeface="Noto Serif CJK SC"/>
              </a:defRPr>
            </a:lvl7pPr>
            <a:lvl8pPr>
              <a:defRPr sz="1350" b="0">
                <a:solidFill>
                  <a:srgbClr val="776C60"/>
                </a:solidFill>
                <a:latin typeface="Noto Serif CJK SC"/>
                <a:ea typeface="Noto Serif CJK SC"/>
                <a:cs typeface="Noto Serif CJK SC"/>
              </a:defRPr>
            </a:lvl8pPr>
            <a:lvl9pPr>
              <a:defRPr sz="1350" b="0">
                <a:solidFill>
                  <a:srgbClr val="776C60"/>
                </a:solidFill>
                <a:latin typeface="Noto Serif CJK SC"/>
                <a:ea typeface="Noto Serif CJK SC"/>
                <a:cs typeface="Noto Serif CJK SC"/>
              </a:defRPr>
            </a:lvl9pPr>
          </a:lstStyle>
          <a:p xmlns:a="http://schemas.openxmlformats.org/drawingml/2006/main">
            <a:pPr>
              <a:defRPr sz="1350" b="0">
                <a:solidFill>
                  <a:srgbClr val="776C60"/>
                </a:solidFill>
                <a:latin typeface="Noto Serif CJK SC"/>
                <a:ea typeface="Noto Serif CJK SC"/>
                <a:cs typeface="Noto Serif CJK SC"/>
              </a:defRPr>
            </a:pPr>
            <a:r>
              <a:rPr sz="1350" b="0">
                <a:solidFill>
                  <a:srgbClr val="776C60"/>
                </a:solidFill>
                <a:latin typeface="Noto Serif CJK SC"/>
                <a:ea typeface="Noto Serif CJK SC"/>
                <a:cs typeface="Noto Serif CJK SC"/>
              </a:rPr>
              <a:t>03</a:t>
            </a:r>
          </a:p>
        </p:txBody>
      </p:sp>
    </p:spTree>
    <p:extLst>
      <p:ext uri="{BB962C8B-B14F-4D97-AF65-F5344CB8AC3E}">
        <p14:creationId xmlns:p14="http://schemas.microsoft.com/office/powerpoint/2010/main" val="1659386395"/>
      </p:ext>
    </p:extLst>
  </p:cSld>
</p:sld>
</file>

<file path=ppt/slides/slide4.xml><?xml version="1.0" encoding="utf-8"?>
<p:sld xmlns:p="http://schemas.openxmlformats.org/presentationml/2006/main">
  <p:cSld>
    <p:bg>
      <p:bgPr>
        <a:solidFill xmlns:a="http://schemas.openxmlformats.org/drawingml/2006/main">
          <a:srgbClr val="FFFAF2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8" name="Text">
            <a:extLst xmlns:a="http://schemas.openxmlformats.org/drawingml/2006/main">
              <a:ext uri="{FF2B5EF4-FFF2-40B4-BE49-F238E27FC236}">
                <a16:creationId xmlns:a16="http://schemas.microsoft.com/office/drawing/2014/main" id="{037475E5-84CB-4BBA-9A38-3C42ADD67B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33375"/>
            <a:ext cx="85725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1575" b="0">
                <a:solidFill>
                  <a:srgbClr val="9B3024"/>
                </a:solidFill>
                <a:latin typeface="Noto Serif CJK SC"/>
                <a:ea typeface="Noto Serif CJK SC"/>
                <a:cs typeface="Noto Serif CJK SC"/>
              </a:defRPr>
            </a:defPPr>
            <a:lvl1pPr>
              <a:defRPr sz="1575" b="0">
                <a:solidFill>
                  <a:srgbClr val="9B3024"/>
                </a:solidFill>
                <a:latin typeface="Noto Serif CJK SC"/>
                <a:ea typeface="Noto Serif CJK SC"/>
                <a:cs typeface="Noto Serif CJK SC"/>
              </a:defRPr>
            </a:lvl1pPr>
            <a:lvl2pPr>
              <a:defRPr sz="1575" b="0">
                <a:solidFill>
                  <a:srgbClr val="9B3024"/>
                </a:solidFill>
                <a:latin typeface="Noto Serif CJK SC"/>
                <a:ea typeface="Noto Serif CJK SC"/>
                <a:cs typeface="Noto Serif CJK SC"/>
              </a:defRPr>
            </a:lvl2pPr>
            <a:lvl3pPr>
              <a:defRPr sz="1575" b="0">
                <a:solidFill>
                  <a:srgbClr val="9B3024"/>
                </a:solidFill>
                <a:latin typeface="Noto Serif CJK SC"/>
                <a:ea typeface="Noto Serif CJK SC"/>
                <a:cs typeface="Noto Serif CJK SC"/>
              </a:defRPr>
            </a:lvl3pPr>
            <a:lvl4pPr>
              <a:defRPr sz="1575" b="0">
                <a:solidFill>
                  <a:srgbClr val="9B3024"/>
                </a:solidFill>
                <a:latin typeface="Noto Serif CJK SC"/>
                <a:ea typeface="Noto Serif CJK SC"/>
                <a:cs typeface="Noto Serif CJK SC"/>
              </a:defRPr>
            </a:lvl4pPr>
            <a:lvl5pPr>
              <a:defRPr sz="1575" b="0">
                <a:solidFill>
                  <a:srgbClr val="9B3024"/>
                </a:solidFill>
                <a:latin typeface="Noto Serif CJK SC"/>
                <a:ea typeface="Noto Serif CJK SC"/>
                <a:cs typeface="Noto Serif CJK SC"/>
              </a:defRPr>
            </a:lvl5pPr>
            <a:lvl6pPr>
              <a:defRPr sz="1575" b="0">
                <a:solidFill>
                  <a:srgbClr val="9B3024"/>
                </a:solidFill>
                <a:latin typeface="Noto Serif CJK SC"/>
                <a:ea typeface="Noto Serif CJK SC"/>
                <a:cs typeface="Noto Serif CJK SC"/>
              </a:defRPr>
            </a:lvl6pPr>
            <a:lvl7pPr>
              <a:defRPr sz="1575" b="0">
                <a:solidFill>
                  <a:srgbClr val="9B3024"/>
                </a:solidFill>
                <a:latin typeface="Noto Serif CJK SC"/>
                <a:ea typeface="Noto Serif CJK SC"/>
                <a:cs typeface="Noto Serif CJK SC"/>
              </a:defRPr>
            </a:lvl7pPr>
            <a:lvl8pPr>
              <a:defRPr sz="1575" b="0">
                <a:solidFill>
                  <a:srgbClr val="9B3024"/>
                </a:solidFill>
                <a:latin typeface="Noto Serif CJK SC"/>
                <a:ea typeface="Noto Serif CJK SC"/>
                <a:cs typeface="Noto Serif CJK SC"/>
              </a:defRPr>
            </a:lvl8pPr>
            <a:lvl9pPr>
              <a:defRPr sz="1575" b="0">
                <a:solidFill>
                  <a:srgbClr val="9B3024"/>
                </a:solidFill>
                <a:latin typeface="Noto Serif CJK SC"/>
                <a:ea typeface="Noto Serif CJK SC"/>
                <a:cs typeface="Noto Serif CJK SC"/>
              </a:defRPr>
            </a:lvl9pPr>
          </a:lstStyle>
          <a:p xmlns:a="http://schemas.openxmlformats.org/drawingml/2006/main">
            <a:pPr>
              <a:defRPr sz="1575" b="0">
                <a:solidFill>
                  <a:srgbClr val="9B3024"/>
                </a:solidFill>
                <a:latin typeface="Noto Serif CJK SC"/>
                <a:ea typeface="Noto Serif CJK SC"/>
                <a:cs typeface="Noto Serif CJK SC"/>
              </a:defRPr>
            </a:pPr>
            <a:r>
              <a:rPr sz="1575" b="0">
                <a:solidFill>
                  <a:srgbClr val="9B3024"/>
                </a:solidFill>
                <a:latin typeface="Noto Serif CJK SC"/>
                <a:ea typeface="Noto Serif CJK SC"/>
                <a:cs typeface="Noto Serif CJK SC"/>
              </a:rPr>
              <a:t>初读全文</a:t>
            </a:r>
          </a:p>
        </p:txBody>
      </p:sp>
      <p:sp>
        <p:nvSpPr>
          <p:cNvPr id="2" name="Text">
            <a:extLst xmlns:a="http://schemas.openxmlformats.org/drawingml/2006/main">
              <a:ext uri="{FF2B5EF4-FFF2-40B4-BE49-F238E27FC236}">
                <a16:creationId xmlns:a16="http://schemas.microsoft.com/office/drawing/2014/main" id="{801E7763-E4C0-48AD-B464-F3213745FF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790575"/>
            <a:ext cx="109728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3225" b="1">
                <a:solidFill>
                  <a:srgbClr val="30291F"/>
                </a:solidFill>
                <a:latin typeface="Noto Serif CJK SC"/>
                <a:ea typeface="Noto Serif CJK SC"/>
                <a:cs typeface="Noto Serif CJK SC"/>
              </a:defRPr>
            </a:defPPr>
            <a:lvl1pPr>
              <a:defRPr sz="3225" b="1">
                <a:solidFill>
                  <a:srgbClr val="30291F"/>
                </a:solidFill>
                <a:latin typeface="Noto Serif CJK SC"/>
                <a:ea typeface="Noto Serif CJK SC"/>
                <a:cs typeface="Noto Serif CJK SC"/>
              </a:defRPr>
            </a:lvl1pPr>
            <a:lvl2pPr>
              <a:defRPr sz="3225" b="1">
                <a:solidFill>
                  <a:srgbClr val="30291F"/>
                </a:solidFill>
                <a:latin typeface="Noto Serif CJK SC"/>
                <a:ea typeface="Noto Serif CJK SC"/>
                <a:cs typeface="Noto Serif CJK SC"/>
              </a:defRPr>
            </a:lvl2pPr>
            <a:lvl3pPr>
              <a:defRPr sz="3225" b="1">
                <a:solidFill>
                  <a:srgbClr val="30291F"/>
                </a:solidFill>
                <a:latin typeface="Noto Serif CJK SC"/>
                <a:ea typeface="Noto Serif CJK SC"/>
                <a:cs typeface="Noto Serif CJK SC"/>
              </a:defRPr>
            </a:lvl3pPr>
            <a:lvl4pPr>
              <a:defRPr sz="3225" b="1">
                <a:solidFill>
                  <a:srgbClr val="30291F"/>
                </a:solidFill>
                <a:latin typeface="Noto Serif CJK SC"/>
                <a:ea typeface="Noto Serif CJK SC"/>
                <a:cs typeface="Noto Serif CJK SC"/>
              </a:defRPr>
            </a:lvl4pPr>
            <a:lvl5pPr>
              <a:defRPr sz="3225" b="1">
                <a:solidFill>
                  <a:srgbClr val="30291F"/>
                </a:solidFill>
                <a:latin typeface="Noto Serif CJK SC"/>
                <a:ea typeface="Noto Serif CJK SC"/>
                <a:cs typeface="Noto Serif CJK SC"/>
              </a:defRPr>
            </a:lvl5pPr>
            <a:lvl6pPr>
              <a:defRPr sz="3225" b="1">
                <a:solidFill>
                  <a:srgbClr val="30291F"/>
                </a:solidFill>
                <a:latin typeface="Noto Serif CJK SC"/>
                <a:ea typeface="Noto Serif CJK SC"/>
                <a:cs typeface="Noto Serif CJK SC"/>
              </a:defRPr>
            </a:lvl6pPr>
            <a:lvl7pPr>
              <a:defRPr sz="3225" b="1">
                <a:solidFill>
                  <a:srgbClr val="30291F"/>
                </a:solidFill>
                <a:latin typeface="Noto Serif CJK SC"/>
                <a:ea typeface="Noto Serif CJK SC"/>
                <a:cs typeface="Noto Serif CJK SC"/>
              </a:defRPr>
            </a:lvl7pPr>
            <a:lvl8pPr>
              <a:defRPr sz="3225" b="1">
                <a:solidFill>
                  <a:srgbClr val="30291F"/>
                </a:solidFill>
                <a:latin typeface="Noto Serif CJK SC"/>
                <a:ea typeface="Noto Serif CJK SC"/>
                <a:cs typeface="Noto Serif CJK SC"/>
              </a:defRPr>
            </a:lvl8pPr>
            <a:lvl9pPr>
              <a:defRPr sz="3225" b="1">
                <a:solidFill>
                  <a:srgbClr val="30291F"/>
                </a:solidFill>
                <a:latin typeface="Noto Serif CJK SC"/>
                <a:ea typeface="Noto Serif CJK SC"/>
                <a:cs typeface="Noto Serif CJK SC"/>
              </a:defRPr>
            </a:lvl9pPr>
          </a:lstStyle>
          <a:p xmlns:a="http://schemas.openxmlformats.org/drawingml/2006/main">
            <a:pPr>
              <a:defRPr sz="3225" b="1">
                <a:solidFill>
                  <a:srgbClr val="30291F"/>
                </a:solidFill>
                <a:latin typeface="Noto Serif CJK SC"/>
                <a:ea typeface="Noto Serif CJK SC"/>
                <a:cs typeface="Noto Serif CJK SC"/>
              </a:defRPr>
            </a:pPr>
            <a:r>
              <a:rPr sz="3225" b="1">
                <a:solidFill>
                  <a:srgbClr val="30291F"/>
                </a:solidFill>
                <a:latin typeface="Noto Serif CJK SC"/>
                <a:ea typeface="Noto Serif CJK SC"/>
                <a:cs typeface="Noto Serif CJK SC"/>
              </a:rPr>
              <a:t>初读  第4—5段</a:t>
            </a:r>
          </a:p>
        </p:txBody>
      </p:sp>
      <p:sp>
        <p:nvSpPr>
          <p:cNvPr id="3" name="Text">
            <a:extLst xmlns:a="http://schemas.openxmlformats.org/drawingml/2006/main">
              <a:ext uri="{FF2B5EF4-FFF2-40B4-BE49-F238E27FC236}">
                <a16:creationId xmlns:a16="http://schemas.microsoft.com/office/drawing/2014/main" id="{77C47C59-A25D-4A80-BC9F-AED20FB271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733550"/>
            <a:ext cx="34290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1575" b="0">
                <a:solidFill>
                  <a:srgbClr val="9B3024"/>
                </a:solidFill>
                <a:latin typeface="Noto Serif CJK SC"/>
                <a:ea typeface="Noto Serif CJK SC"/>
                <a:cs typeface="Noto Serif CJK SC"/>
              </a:defRPr>
            </a:defPPr>
            <a:lvl1pPr>
              <a:defRPr sz="1575" b="0">
                <a:solidFill>
                  <a:srgbClr val="9B3024"/>
                </a:solidFill>
                <a:latin typeface="Noto Serif CJK SC"/>
                <a:ea typeface="Noto Serif CJK SC"/>
                <a:cs typeface="Noto Serif CJK SC"/>
              </a:defRPr>
            </a:lvl1pPr>
            <a:lvl2pPr>
              <a:defRPr sz="1575" b="0">
                <a:solidFill>
                  <a:srgbClr val="9B3024"/>
                </a:solidFill>
                <a:latin typeface="Noto Serif CJK SC"/>
                <a:ea typeface="Noto Serif CJK SC"/>
                <a:cs typeface="Noto Serif CJK SC"/>
              </a:defRPr>
            </a:lvl2pPr>
            <a:lvl3pPr>
              <a:defRPr sz="1575" b="0">
                <a:solidFill>
                  <a:srgbClr val="9B3024"/>
                </a:solidFill>
                <a:latin typeface="Noto Serif CJK SC"/>
                <a:ea typeface="Noto Serif CJK SC"/>
                <a:cs typeface="Noto Serif CJK SC"/>
              </a:defRPr>
            </a:lvl3pPr>
            <a:lvl4pPr>
              <a:defRPr sz="1575" b="0">
                <a:solidFill>
                  <a:srgbClr val="9B3024"/>
                </a:solidFill>
                <a:latin typeface="Noto Serif CJK SC"/>
                <a:ea typeface="Noto Serif CJK SC"/>
                <a:cs typeface="Noto Serif CJK SC"/>
              </a:defRPr>
            </a:lvl4pPr>
            <a:lvl5pPr>
              <a:defRPr sz="1575" b="0">
                <a:solidFill>
                  <a:srgbClr val="9B3024"/>
                </a:solidFill>
                <a:latin typeface="Noto Serif CJK SC"/>
                <a:ea typeface="Noto Serif CJK SC"/>
                <a:cs typeface="Noto Serif CJK SC"/>
              </a:defRPr>
            </a:lvl5pPr>
            <a:lvl6pPr>
              <a:defRPr sz="1575" b="0">
                <a:solidFill>
                  <a:srgbClr val="9B3024"/>
                </a:solidFill>
                <a:latin typeface="Noto Serif CJK SC"/>
                <a:ea typeface="Noto Serif CJK SC"/>
                <a:cs typeface="Noto Serif CJK SC"/>
              </a:defRPr>
            </a:lvl6pPr>
            <a:lvl7pPr>
              <a:defRPr sz="1575" b="0">
                <a:solidFill>
                  <a:srgbClr val="9B3024"/>
                </a:solidFill>
                <a:latin typeface="Noto Serif CJK SC"/>
                <a:ea typeface="Noto Serif CJK SC"/>
                <a:cs typeface="Noto Serif CJK SC"/>
              </a:defRPr>
            </a:lvl7pPr>
            <a:lvl8pPr>
              <a:defRPr sz="1575" b="0">
                <a:solidFill>
                  <a:srgbClr val="9B3024"/>
                </a:solidFill>
                <a:latin typeface="Noto Serif CJK SC"/>
                <a:ea typeface="Noto Serif CJK SC"/>
                <a:cs typeface="Noto Serif CJK SC"/>
              </a:defRPr>
            </a:lvl8pPr>
            <a:lvl9pPr>
              <a:defRPr sz="1575" b="0">
                <a:solidFill>
                  <a:srgbClr val="9B3024"/>
                </a:solidFill>
                <a:latin typeface="Noto Serif CJK SC"/>
                <a:ea typeface="Noto Serif CJK SC"/>
                <a:cs typeface="Noto Serif CJK SC"/>
              </a:defRPr>
            </a:lvl9pPr>
          </a:lstStyle>
          <a:p xmlns:a="http://schemas.openxmlformats.org/drawingml/2006/main">
            <a:pPr>
              <a:defRPr sz="1575" b="0">
                <a:solidFill>
                  <a:srgbClr val="9B3024"/>
                </a:solidFill>
                <a:latin typeface="Noto Serif CJK SC"/>
                <a:ea typeface="Noto Serif CJK SC"/>
                <a:cs typeface="Noto Serif CJK SC"/>
              </a:defRPr>
            </a:pPr>
            <a:r>
              <a:rPr sz="1575" b="0">
                <a:solidFill>
                  <a:srgbClr val="9B3024"/>
                </a:solidFill>
                <a:latin typeface="Noto Serif CJK SC"/>
                <a:ea typeface="Noto Serif CJK SC"/>
                <a:cs typeface="Noto Serif CJK SC"/>
              </a:rPr>
              <a:t>4</a:t>
            </a:r>
          </a:p>
        </p:txBody>
      </p:sp>
      <p:sp>
        <p:nvSpPr>
          <p:cNvPr id="4" name="Text">
            <a:extLst xmlns:a="http://schemas.openxmlformats.org/drawingml/2006/main">
              <a:ext uri="{FF2B5EF4-FFF2-40B4-BE49-F238E27FC236}">
                <a16:creationId xmlns:a16="http://schemas.microsoft.com/office/drawing/2014/main" id="{860530A7-8C8F-45FC-A11E-A583441C45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1695450"/>
            <a:ext cx="10515600" cy="1791462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2550" b="0">
                <a:solidFill>
                  <a:srgbClr val="30291F"/>
                </a:solidFill>
                <a:latin typeface="LXGW WenKai TC"/>
                <a:ea typeface="LXGW WenKai TC"/>
                <a:cs typeface="LXGW WenKai TC"/>
              </a:defRPr>
            </a:defPPr>
            <a:lvl1pPr>
              <a:defRPr sz="2550" b="0">
                <a:solidFill>
                  <a:srgbClr val="30291F"/>
                </a:solidFill>
                <a:latin typeface="LXGW WenKai TC"/>
                <a:ea typeface="LXGW WenKai TC"/>
                <a:cs typeface="LXGW WenKai TC"/>
              </a:defRPr>
            </a:lvl1pPr>
            <a:lvl2pPr>
              <a:defRPr sz="2550" b="0">
                <a:solidFill>
                  <a:srgbClr val="30291F"/>
                </a:solidFill>
                <a:latin typeface="LXGW WenKai TC"/>
                <a:ea typeface="LXGW WenKai TC"/>
                <a:cs typeface="LXGW WenKai TC"/>
              </a:defRPr>
            </a:lvl2pPr>
            <a:lvl3pPr>
              <a:defRPr sz="2550" b="0">
                <a:solidFill>
                  <a:srgbClr val="30291F"/>
                </a:solidFill>
                <a:latin typeface="LXGW WenKai TC"/>
                <a:ea typeface="LXGW WenKai TC"/>
                <a:cs typeface="LXGW WenKai TC"/>
              </a:defRPr>
            </a:lvl3pPr>
            <a:lvl4pPr>
              <a:defRPr sz="2550" b="0">
                <a:solidFill>
                  <a:srgbClr val="30291F"/>
                </a:solidFill>
                <a:latin typeface="LXGW WenKai TC"/>
                <a:ea typeface="LXGW WenKai TC"/>
                <a:cs typeface="LXGW WenKai TC"/>
              </a:defRPr>
            </a:lvl4pPr>
            <a:lvl5pPr>
              <a:defRPr sz="2550" b="0">
                <a:solidFill>
                  <a:srgbClr val="30291F"/>
                </a:solidFill>
                <a:latin typeface="LXGW WenKai TC"/>
                <a:ea typeface="LXGW WenKai TC"/>
                <a:cs typeface="LXGW WenKai TC"/>
              </a:defRPr>
            </a:lvl5pPr>
            <a:lvl6pPr>
              <a:defRPr sz="2550" b="0">
                <a:solidFill>
                  <a:srgbClr val="30291F"/>
                </a:solidFill>
                <a:latin typeface="LXGW WenKai TC"/>
                <a:ea typeface="LXGW WenKai TC"/>
                <a:cs typeface="LXGW WenKai TC"/>
              </a:defRPr>
            </a:lvl6pPr>
            <a:lvl7pPr>
              <a:defRPr sz="2550" b="0">
                <a:solidFill>
                  <a:srgbClr val="30291F"/>
                </a:solidFill>
                <a:latin typeface="LXGW WenKai TC"/>
                <a:ea typeface="LXGW WenKai TC"/>
                <a:cs typeface="LXGW WenKai TC"/>
              </a:defRPr>
            </a:lvl7pPr>
            <a:lvl8pPr>
              <a:defRPr sz="2550" b="0">
                <a:solidFill>
                  <a:srgbClr val="30291F"/>
                </a:solidFill>
                <a:latin typeface="LXGW WenKai TC"/>
                <a:ea typeface="LXGW WenKai TC"/>
                <a:cs typeface="LXGW WenKai TC"/>
              </a:defRPr>
            </a:lvl8pPr>
            <a:lvl9pPr>
              <a:defRPr sz="2550" b="0">
                <a:solidFill>
                  <a:srgbClr val="30291F"/>
                </a:solidFill>
                <a:latin typeface="LXGW WenKai TC"/>
                <a:ea typeface="LXGW WenKai TC"/>
                <a:cs typeface="LXGW WenKai TC"/>
              </a:defRPr>
            </a:lvl9pPr>
          </a:lstStyle>
          <a:p xmlns:a="http://schemas.openxmlformats.org/drawingml/2006/main">
            <a:pPr>
              <a:defRPr sz="2550" b="0">
                <a:solidFill>
                  <a:srgbClr val="30291F"/>
                </a:solidFill>
                <a:latin typeface="LXGW WenKai TC"/>
                <a:ea typeface="LXGW WenKai TC"/>
                <a:cs typeface="LXGW WenKai TC"/>
              </a:defRPr>
            </a:pPr>
            <a:r>
              <a:rPr sz="2550" b="0">
                <a:solidFill>
                  <a:srgbClr val="30291F"/>
                </a:solidFill>
                <a:latin typeface="LXGW WenKai TC"/>
                <a:ea typeface="LXGW WenKai TC"/>
                <a:cs typeface="LXGW WenKai TC"/>
              </a:rPr>
              <a:t>几天前，妈妈买年货时看起来不是很开心，铁青着脸，像全天下的人都得</a:t>
            </a:r>
          </a:p>
          <a:p xmlns:a="http://schemas.openxmlformats.org/drawingml/2006/main">
            <a:pPr>
              <a:defRPr sz="2550" b="0">
                <a:solidFill>
                  <a:srgbClr val="30291F"/>
                </a:solidFill>
                <a:latin typeface="LXGW WenKai TC"/>
                <a:ea typeface="LXGW WenKai TC"/>
                <a:cs typeface="LXGW WenKai TC"/>
              </a:defRPr>
            </a:pPr>
            <a:r>
              <a:rPr sz="2550" b="0">
                <a:solidFill>
                  <a:srgbClr val="30291F"/>
                </a:solidFill>
                <a:latin typeface="LXGW WenKai TC"/>
                <a:ea typeface="LXGW WenKai TC"/>
                <a:cs typeface="LXGW WenKai TC"/>
              </a:rPr>
              <a:t>罪了她似的。回家处理鱼时，妈妈也一直皱着眉，此时的她和墙上新贴的</a:t>
            </a:r>
          </a:p>
          <a:p xmlns:a="http://schemas.openxmlformats.org/drawingml/2006/main">
            <a:pPr>
              <a:defRPr sz="2550" b="0">
                <a:solidFill>
                  <a:srgbClr val="30291F"/>
                </a:solidFill>
                <a:latin typeface="LXGW WenKai TC"/>
                <a:ea typeface="LXGW WenKai TC"/>
                <a:cs typeface="LXGW WenKai TC"/>
              </a:defRPr>
            </a:pPr>
            <a:r>
              <a:rPr sz="2550" b="0">
                <a:solidFill>
                  <a:srgbClr val="30291F"/>
                </a:solidFill>
                <a:latin typeface="LXGW WenKai TC"/>
                <a:ea typeface="LXGW WenKai TC"/>
                <a:cs typeface="LXGW WenKai TC"/>
              </a:rPr>
              <a:t>“年年有余”显得格格不入。鱼是做团圆饭时要用的，现在先处理，冻起</a:t>
            </a:r>
          </a:p>
          <a:p xmlns:a="http://schemas.openxmlformats.org/drawingml/2006/main">
            <a:pPr>
              <a:defRPr sz="2550" b="0">
                <a:solidFill>
                  <a:srgbClr val="30291F"/>
                </a:solidFill>
                <a:latin typeface="LXGW WenKai TC"/>
                <a:ea typeface="LXGW WenKai TC"/>
                <a:cs typeface="LXGW WenKai TC"/>
              </a:defRPr>
            </a:pPr>
            <a:r>
              <a:rPr sz="2550" b="0">
                <a:solidFill>
                  <a:srgbClr val="30291F"/>
                </a:solidFill>
                <a:latin typeface="LXGW WenKai TC"/>
                <a:ea typeface="LXGW WenKai TC"/>
                <a:cs typeface="LXGW WenKai TC"/>
              </a:rPr>
              <a:t>来备用。妈妈说，鱼要早点儿买，不然越靠近农历新年越贵。</a:t>
            </a:r>
          </a:p>
        </p:txBody>
      </p:sp>
      <p:sp>
        <p:nvSpPr>
          <p:cNvPr id="5" name="Text">
            <a:extLst xmlns:a="http://schemas.openxmlformats.org/drawingml/2006/main">
              <a:ext uri="{FF2B5EF4-FFF2-40B4-BE49-F238E27FC236}">
                <a16:creationId xmlns:a16="http://schemas.microsoft.com/office/drawing/2014/main" id="{CCE592B7-EEEC-42AD-8607-CE8813AF75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677412"/>
            <a:ext cx="34290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1575" b="0">
                <a:solidFill>
                  <a:srgbClr val="9B3024"/>
                </a:solidFill>
                <a:latin typeface="Noto Serif CJK SC"/>
                <a:ea typeface="Noto Serif CJK SC"/>
                <a:cs typeface="Noto Serif CJK SC"/>
              </a:defRPr>
            </a:defPPr>
            <a:lvl1pPr>
              <a:defRPr sz="1575" b="0">
                <a:solidFill>
                  <a:srgbClr val="9B3024"/>
                </a:solidFill>
                <a:latin typeface="Noto Serif CJK SC"/>
                <a:ea typeface="Noto Serif CJK SC"/>
                <a:cs typeface="Noto Serif CJK SC"/>
              </a:defRPr>
            </a:lvl1pPr>
            <a:lvl2pPr>
              <a:defRPr sz="1575" b="0">
                <a:solidFill>
                  <a:srgbClr val="9B3024"/>
                </a:solidFill>
                <a:latin typeface="Noto Serif CJK SC"/>
                <a:ea typeface="Noto Serif CJK SC"/>
                <a:cs typeface="Noto Serif CJK SC"/>
              </a:defRPr>
            </a:lvl2pPr>
            <a:lvl3pPr>
              <a:defRPr sz="1575" b="0">
                <a:solidFill>
                  <a:srgbClr val="9B3024"/>
                </a:solidFill>
                <a:latin typeface="Noto Serif CJK SC"/>
                <a:ea typeface="Noto Serif CJK SC"/>
                <a:cs typeface="Noto Serif CJK SC"/>
              </a:defRPr>
            </a:lvl3pPr>
            <a:lvl4pPr>
              <a:defRPr sz="1575" b="0">
                <a:solidFill>
                  <a:srgbClr val="9B3024"/>
                </a:solidFill>
                <a:latin typeface="Noto Serif CJK SC"/>
                <a:ea typeface="Noto Serif CJK SC"/>
                <a:cs typeface="Noto Serif CJK SC"/>
              </a:defRPr>
            </a:lvl4pPr>
            <a:lvl5pPr>
              <a:defRPr sz="1575" b="0">
                <a:solidFill>
                  <a:srgbClr val="9B3024"/>
                </a:solidFill>
                <a:latin typeface="Noto Serif CJK SC"/>
                <a:ea typeface="Noto Serif CJK SC"/>
                <a:cs typeface="Noto Serif CJK SC"/>
              </a:defRPr>
            </a:lvl5pPr>
            <a:lvl6pPr>
              <a:defRPr sz="1575" b="0">
                <a:solidFill>
                  <a:srgbClr val="9B3024"/>
                </a:solidFill>
                <a:latin typeface="Noto Serif CJK SC"/>
                <a:ea typeface="Noto Serif CJK SC"/>
                <a:cs typeface="Noto Serif CJK SC"/>
              </a:defRPr>
            </a:lvl6pPr>
            <a:lvl7pPr>
              <a:defRPr sz="1575" b="0">
                <a:solidFill>
                  <a:srgbClr val="9B3024"/>
                </a:solidFill>
                <a:latin typeface="Noto Serif CJK SC"/>
                <a:ea typeface="Noto Serif CJK SC"/>
                <a:cs typeface="Noto Serif CJK SC"/>
              </a:defRPr>
            </a:lvl7pPr>
            <a:lvl8pPr>
              <a:defRPr sz="1575" b="0">
                <a:solidFill>
                  <a:srgbClr val="9B3024"/>
                </a:solidFill>
                <a:latin typeface="Noto Serif CJK SC"/>
                <a:ea typeface="Noto Serif CJK SC"/>
                <a:cs typeface="Noto Serif CJK SC"/>
              </a:defRPr>
            </a:lvl8pPr>
            <a:lvl9pPr>
              <a:defRPr sz="1575" b="0">
                <a:solidFill>
                  <a:srgbClr val="9B3024"/>
                </a:solidFill>
                <a:latin typeface="Noto Serif CJK SC"/>
                <a:ea typeface="Noto Serif CJK SC"/>
                <a:cs typeface="Noto Serif CJK SC"/>
              </a:defRPr>
            </a:lvl9pPr>
          </a:lstStyle>
          <a:p xmlns:a="http://schemas.openxmlformats.org/drawingml/2006/main">
            <a:pPr>
              <a:defRPr sz="1575" b="0">
                <a:solidFill>
                  <a:srgbClr val="9B3024"/>
                </a:solidFill>
                <a:latin typeface="Noto Serif CJK SC"/>
                <a:ea typeface="Noto Serif CJK SC"/>
                <a:cs typeface="Noto Serif CJK SC"/>
              </a:defRPr>
            </a:pPr>
            <a:r>
              <a:rPr sz="1575" b="0">
                <a:solidFill>
                  <a:srgbClr val="9B3024"/>
                </a:solidFill>
                <a:latin typeface="Noto Serif CJK SC"/>
                <a:ea typeface="Noto Serif CJK SC"/>
                <a:cs typeface="Noto Serif CJK SC"/>
              </a:rPr>
              <a:t>5</a:t>
            </a:r>
          </a:p>
        </p:txBody>
      </p:sp>
      <p:sp>
        <p:nvSpPr>
          <p:cNvPr id="6" name="Text">
            <a:extLst xmlns:a="http://schemas.openxmlformats.org/drawingml/2006/main">
              <a:ext uri="{FF2B5EF4-FFF2-40B4-BE49-F238E27FC236}">
                <a16:creationId xmlns:a16="http://schemas.microsoft.com/office/drawing/2014/main" id="{B7207D48-CA3F-4762-9BF1-DB510B4E45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3639312"/>
            <a:ext cx="10515600" cy="962406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2550" b="0">
                <a:solidFill>
                  <a:srgbClr val="30291F"/>
                </a:solidFill>
                <a:latin typeface="LXGW WenKai TC"/>
                <a:ea typeface="LXGW WenKai TC"/>
                <a:cs typeface="LXGW WenKai TC"/>
              </a:defRPr>
            </a:defPPr>
            <a:lvl1pPr>
              <a:defRPr sz="2550" b="0">
                <a:solidFill>
                  <a:srgbClr val="30291F"/>
                </a:solidFill>
                <a:latin typeface="LXGW WenKai TC"/>
                <a:ea typeface="LXGW WenKai TC"/>
                <a:cs typeface="LXGW WenKai TC"/>
              </a:defRPr>
            </a:lvl1pPr>
            <a:lvl2pPr>
              <a:defRPr sz="2550" b="0">
                <a:solidFill>
                  <a:srgbClr val="30291F"/>
                </a:solidFill>
                <a:latin typeface="LXGW WenKai TC"/>
                <a:ea typeface="LXGW WenKai TC"/>
                <a:cs typeface="LXGW WenKai TC"/>
              </a:defRPr>
            </a:lvl2pPr>
            <a:lvl3pPr>
              <a:defRPr sz="2550" b="0">
                <a:solidFill>
                  <a:srgbClr val="30291F"/>
                </a:solidFill>
                <a:latin typeface="LXGW WenKai TC"/>
                <a:ea typeface="LXGW WenKai TC"/>
                <a:cs typeface="LXGW WenKai TC"/>
              </a:defRPr>
            </a:lvl3pPr>
            <a:lvl4pPr>
              <a:defRPr sz="2550" b="0">
                <a:solidFill>
                  <a:srgbClr val="30291F"/>
                </a:solidFill>
                <a:latin typeface="LXGW WenKai TC"/>
                <a:ea typeface="LXGW WenKai TC"/>
                <a:cs typeface="LXGW WenKai TC"/>
              </a:defRPr>
            </a:lvl4pPr>
            <a:lvl5pPr>
              <a:defRPr sz="2550" b="0">
                <a:solidFill>
                  <a:srgbClr val="30291F"/>
                </a:solidFill>
                <a:latin typeface="LXGW WenKai TC"/>
                <a:ea typeface="LXGW WenKai TC"/>
                <a:cs typeface="LXGW WenKai TC"/>
              </a:defRPr>
            </a:lvl5pPr>
            <a:lvl6pPr>
              <a:defRPr sz="2550" b="0">
                <a:solidFill>
                  <a:srgbClr val="30291F"/>
                </a:solidFill>
                <a:latin typeface="LXGW WenKai TC"/>
                <a:ea typeface="LXGW WenKai TC"/>
                <a:cs typeface="LXGW WenKai TC"/>
              </a:defRPr>
            </a:lvl6pPr>
            <a:lvl7pPr>
              <a:defRPr sz="2550" b="0">
                <a:solidFill>
                  <a:srgbClr val="30291F"/>
                </a:solidFill>
                <a:latin typeface="LXGW WenKai TC"/>
                <a:ea typeface="LXGW WenKai TC"/>
                <a:cs typeface="LXGW WenKai TC"/>
              </a:defRPr>
            </a:lvl7pPr>
            <a:lvl8pPr>
              <a:defRPr sz="2550" b="0">
                <a:solidFill>
                  <a:srgbClr val="30291F"/>
                </a:solidFill>
                <a:latin typeface="LXGW WenKai TC"/>
                <a:ea typeface="LXGW WenKai TC"/>
                <a:cs typeface="LXGW WenKai TC"/>
              </a:defRPr>
            </a:lvl8pPr>
            <a:lvl9pPr>
              <a:defRPr sz="2550" b="0">
                <a:solidFill>
                  <a:srgbClr val="30291F"/>
                </a:solidFill>
                <a:latin typeface="LXGW WenKai TC"/>
                <a:ea typeface="LXGW WenKai TC"/>
                <a:cs typeface="LXGW WenKai TC"/>
              </a:defRPr>
            </a:lvl9pPr>
          </a:lstStyle>
          <a:p xmlns:a="http://schemas.openxmlformats.org/drawingml/2006/main">
            <a:pPr>
              <a:defRPr sz="2550" b="0">
                <a:solidFill>
                  <a:srgbClr val="30291F"/>
                </a:solidFill>
                <a:latin typeface="LXGW WenKai TC"/>
                <a:ea typeface="LXGW WenKai TC"/>
                <a:cs typeface="LXGW WenKai TC"/>
              </a:defRPr>
            </a:pPr>
            <a:r>
              <a:rPr sz="2550" b="0">
                <a:solidFill>
                  <a:srgbClr val="30291F"/>
                </a:solidFill>
                <a:latin typeface="LXGW WenKai TC"/>
                <a:ea typeface="LXGW WenKai TC"/>
                <a:cs typeface="LXGW WenKai TC"/>
              </a:rPr>
              <a:t>我知道妈妈是因为姐姐的事心里在闹别扭。她的眼睛红红的，不知是因为</a:t>
            </a:r>
          </a:p>
          <a:p xmlns:a="http://schemas.openxmlformats.org/drawingml/2006/main">
            <a:pPr>
              <a:defRPr sz="2550" b="0">
                <a:solidFill>
                  <a:srgbClr val="30291F"/>
                </a:solidFill>
                <a:latin typeface="LXGW WenKai TC"/>
                <a:ea typeface="LXGW WenKai TC"/>
                <a:cs typeface="LXGW WenKai TC"/>
              </a:defRPr>
            </a:pPr>
            <a:r>
              <a:rPr sz="2550" b="0">
                <a:solidFill>
                  <a:srgbClr val="30291F"/>
                </a:solidFill>
                <a:latin typeface="LXGW WenKai TC"/>
                <a:ea typeface="LXGW WenKai TC"/>
                <a:cs typeface="LXGW WenKai TC"/>
              </a:rPr>
              <a:t>睡得不够，还是因为在切洋葱。</a:t>
            </a:r>
          </a:p>
        </p:txBody>
      </p:sp>
      <p:sp>
        <p:nvSpPr>
          <p:cNvPr id="7" name="Text">
            <a:extLst xmlns:a="http://schemas.openxmlformats.org/drawingml/2006/main">
              <a:ext uri="{FF2B5EF4-FFF2-40B4-BE49-F238E27FC236}">
                <a16:creationId xmlns:a16="http://schemas.microsoft.com/office/drawing/2014/main" id="{60E7616D-29DB-4331-B41F-0223F8D7EE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25200" y="6477000"/>
            <a:ext cx="4572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1350" b="0">
                <a:solidFill>
                  <a:srgbClr val="776C60"/>
                </a:solidFill>
                <a:latin typeface="Noto Serif CJK SC"/>
                <a:ea typeface="Noto Serif CJK SC"/>
                <a:cs typeface="Noto Serif CJK SC"/>
              </a:defRPr>
            </a:defPPr>
            <a:lvl1pPr>
              <a:defRPr sz="1350" b="0">
                <a:solidFill>
                  <a:srgbClr val="776C60"/>
                </a:solidFill>
                <a:latin typeface="Noto Serif CJK SC"/>
                <a:ea typeface="Noto Serif CJK SC"/>
                <a:cs typeface="Noto Serif CJK SC"/>
              </a:defRPr>
            </a:lvl1pPr>
            <a:lvl2pPr>
              <a:defRPr sz="1350" b="0">
                <a:solidFill>
                  <a:srgbClr val="776C60"/>
                </a:solidFill>
                <a:latin typeface="Noto Serif CJK SC"/>
                <a:ea typeface="Noto Serif CJK SC"/>
                <a:cs typeface="Noto Serif CJK SC"/>
              </a:defRPr>
            </a:lvl2pPr>
            <a:lvl3pPr>
              <a:defRPr sz="1350" b="0">
                <a:solidFill>
                  <a:srgbClr val="776C60"/>
                </a:solidFill>
                <a:latin typeface="Noto Serif CJK SC"/>
                <a:ea typeface="Noto Serif CJK SC"/>
                <a:cs typeface="Noto Serif CJK SC"/>
              </a:defRPr>
            </a:lvl3pPr>
            <a:lvl4pPr>
              <a:defRPr sz="1350" b="0">
                <a:solidFill>
                  <a:srgbClr val="776C60"/>
                </a:solidFill>
                <a:latin typeface="Noto Serif CJK SC"/>
                <a:ea typeface="Noto Serif CJK SC"/>
                <a:cs typeface="Noto Serif CJK SC"/>
              </a:defRPr>
            </a:lvl4pPr>
            <a:lvl5pPr>
              <a:defRPr sz="1350" b="0">
                <a:solidFill>
                  <a:srgbClr val="776C60"/>
                </a:solidFill>
                <a:latin typeface="Noto Serif CJK SC"/>
                <a:ea typeface="Noto Serif CJK SC"/>
                <a:cs typeface="Noto Serif CJK SC"/>
              </a:defRPr>
            </a:lvl5pPr>
            <a:lvl6pPr>
              <a:defRPr sz="1350" b="0">
                <a:solidFill>
                  <a:srgbClr val="776C60"/>
                </a:solidFill>
                <a:latin typeface="Noto Serif CJK SC"/>
                <a:ea typeface="Noto Serif CJK SC"/>
                <a:cs typeface="Noto Serif CJK SC"/>
              </a:defRPr>
            </a:lvl6pPr>
            <a:lvl7pPr>
              <a:defRPr sz="1350" b="0">
                <a:solidFill>
                  <a:srgbClr val="776C60"/>
                </a:solidFill>
                <a:latin typeface="Noto Serif CJK SC"/>
                <a:ea typeface="Noto Serif CJK SC"/>
                <a:cs typeface="Noto Serif CJK SC"/>
              </a:defRPr>
            </a:lvl7pPr>
            <a:lvl8pPr>
              <a:defRPr sz="1350" b="0">
                <a:solidFill>
                  <a:srgbClr val="776C60"/>
                </a:solidFill>
                <a:latin typeface="Noto Serif CJK SC"/>
                <a:ea typeface="Noto Serif CJK SC"/>
                <a:cs typeface="Noto Serif CJK SC"/>
              </a:defRPr>
            </a:lvl8pPr>
            <a:lvl9pPr>
              <a:defRPr sz="1350" b="0">
                <a:solidFill>
                  <a:srgbClr val="776C60"/>
                </a:solidFill>
                <a:latin typeface="Noto Serif CJK SC"/>
                <a:ea typeface="Noto Serif CJK SC"/>
                <a:cs typeface="Noto Serif CJK SC"/>
              </a:defRPr>
            </a:lvl9pPr>
          </a:lstStyle>
          <a:p xmlns:a="http://schemas.openxmlformats.org/drawingml/2006/main">
            <a:pPr>
              <a:defRPr sz="1350" b="0">
                <a:solidFill>
                  <a:srgbClr val="776C60"/>
                </a:solidFill>
                <a:latin typeface="Noto Serif CJK SC"/>
                <a:ea typeface="Noto Serif CJK SC"/>
                <a:cs typeface="Noto Serif CJK SC"/>
              </a:defRPr>
            </a:pPr>
            <a:r>
              <a:rPr sz="1350" b="0">
                <a:solidFill>
                  <a:srgbClr val="776C60"/>
                </a:solidFill>
                <a:latin typeface="Noto Serif CJK SC"/>
                <a:ea typeface="Noto Serif CJK SC"/>
                <a:cs typeface="Noto Serif CJK SC"/>
              </a:rPr>
              <a:t>04</a:t>
            </a:r>
          </a:p>
        </p:txBody>
      </p:sp>
    </p:spTree>
    <p:extLst>
      <p:ext uri="{BB962C8B-B14F-4D97-AF65-F5344CB8AC3E}">
        <p14:creationId xmlns:p14="http://schemas.microsoft.com/office/powerpoint/2010/main" val="134700061"/>
      </p:ext>
    </p:extLst>
  </p:cSld>
</p:sld>
</file>

<file path=ppt/slides/slide5.xml><?xml version="1.0" encoding="utf-8"?>
<p:sld xmlns:p="http://schemas.openxmlformats.org/presentationml/2006/main">
  <p:cSld>
    <p:bg>
      <p:bgPr>
        <a:solidFill xmlns:a="http://schemas.openxmlformats.org/drawingml/2006/main">
          <a:srgbClr val="FFFAF2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0" name="Text">
            <a:extLst xmlns:a="http://schemas.openxmlformats.org/drawingml/2006/main">
              <a:ext uri="{FF2B5EF4-FFF2-40B4-BE49-F238E27FC236}">
                <a16:creationId xmlns:a16="http://schemas.microsoft.com/office/drawing/2014/main" id="{70FC9908-36C4-4653-B4E6-3D31EE4170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33375"/>
            <a:ext cx="85725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1575" b="0">
                <a:solidFill>
                  <a:srgbClr val="9B3024"/>
                </a:solidFill>
                <a:latin typeface="Noto Serif CJK SC"/>
                <a:ea typeface="Noto Serif CJK SC"/>
                <a:cs typeface="Noto Serif CJK SC"/>
              </a:defRPr>
            </a:defPPr>
            <a:lvl1pPr>
              <a:defRPr sz="1575" b="0">
                <a:solidFill>
                  <a:srgbClr val="9B3024"/>
                </a:solidFill>
                <a:latin typeface="Noto Serif CJK SC"/>
                <a:ea typeface="Noto Serif CJK SC"/>
                <a:cs typeface="Noto Serif CJK SC"/>
              </a:defRPr>
            </a:lvl1pPr>
            <a:lvl2pPr>
              <a:defRPr sz="1575" b="0">
                <a:solidFill>
                  <a:srgbClr val="9B3024"/>
                </a:solidFill>
                <a:latin typeface="Noto Serif CJK SC"/>
                <a:ea typeface="Noto Serif CJK SC"/>
                <a:cs typeface="Noto Serif CJK SC"/>
              </a:defRPr>
            </a:lvl2pPr>
            <a:lvl3pPr>
              <a:defRPr sz="1575" b="0">
                <a:solidFill>
                  <a:srgbClr val="9B3024"/>
                </a:solidFill>
                <a:latin typeface="Noto Serif CJK SC"/>
                <a:ea typeface="Noto Serif CJK SC"/>
                <a:cs typeface="Noto Serif CJK SC"/>
              </a:defRPr>
            </a:lvl3pPr>
            <a:lvl4pPr>
              <a:defRPr sz="1575" b="0">
                <a:solidFill>
                  <a:srgbClr val="9B3024"/>
                </a:solidFill>
                <a:latin typeface="Noto Serif CJK SC"/>
                <a:ea typeface="Noto Serif CJK SC"/>
                <a:cs typeface="Noto Serif CJK SC"/>
              </a:defRPr>
            </a:lvl4pPr>
            <a:lvl5pPr>
              <a:defRPr sz="1575" b="0">
                <a:solidFill>
                  <a:srgbClr val="9B3024"/>
                </a:solidFill>
                <a:latin typeface="Noto Serif CJK SC"/>
                <a:ea typeface="Noto Serif CJK SC"/>
                <a:cs typeface="Noto Serif CJK SC"/>
              </a:defRPr>
            </a:lvl5pPr>
            <a:lvl6pPr>
              <a:defRPr sz="1575" b="0">
                <a:solidFill>
                  <a:srgbClr val="9B3024"/>
                </a:solidFill>
                <a:latin typeface="Noto Serif CJK SC"/>
                <a:ea typeface="Noto Serif CJK SC"/>
                <a:cs typeface="Noto Serif CJK SC"/>
              </a:defRPr>
            </a:lvl6pPr>
            <a:lvl7pPr>
              <a:defRPr sz="1575" b="0">
                <a:solidFill>
                  <a:srgbClr val="9B3024"/>
                </a:solidFill>
                <a:latin typeface="Noto Serif CJK SC"/>
                <a:ea typeface="Noto Serif CJK SC"/>
                <a:cs typeface="Noto Serif CJK SC"/>
              </a:defRPr>
            </a:lvl7pPr>
            <a:lvl8pPr>
              <a:defRPr sz="1575" b="0">
                <a:solidFill>
                  <a:srgbClr val="9B3024"/>
                </a:solidFill>
                <a:latin typeface="Noto Serif CJK SC"/>
                <a:ea typeface="Noto Serif CJK SC"/>
                <a:cs typeface="Noto Serif CJK SC"/>
              </a:defRPr>
            </a:lvl8pPr>
            <a:lvl9pPr>
              <a:defRPr sz="1575" b="0">
                <a:solidFill>
                  <a:srgbClr val="9B3024"/>
                </a:solidFill>
                <a:latin typeface="Noto Serif CJK SC"/>
                <a:ea typeface="Noto Serif CJK SC"/>
                <a:cs typeface="Noto Serif CJK SC"/>
              </a:defRPr>
            </a:lvl9pPr>
          </a:lstStyle>
          <a:p xmlns:a="http://schemas.openxmlformats.org/drawingml/2006/main">
            <a:pPr>
              <a:defRPr sz="1575" b="0">
                <a:solidFill>
                  <a:srgbClr val="9B3024"/>
                </a:solidFill>
                <a:latin typeface="Noto Serif CJK SC"/>
                <a:ea typeface="Noto Serif CJK SC"/>
                <a:cs typeface="Noto Serif CJK SC"/>
              </a:defRPr>
            </a:pPr>
            <a:r>
              <a:rPr sz="1575" b="0">
                <a:solidFill>
                  <a:srgbClr val="9B3024"/>
                </a:solidFill>
                <a:latin typeface="Noto Serif CJK SC"/>
                <a:ea typeface="Noto Serif CJK SC"/>
                <a:cs typeface="Noto Serif CJK SC"/>
              </a:rPr>
              <a:t>初读全文</a:t>
            </a:r>
          </a:p>
        </p:txBody>
      </p:sp>
      <p:sp>
        <p:nvSpPr>
          <p:cNvPr id="2" name="Text">
            <a:extLst xmlns:a="http://schemas.openxmlformats.org/drawingml/2006/main">
              <a:ext uri="{FF2B5EF4-FFF2-40B4-BE49-F238E27FC236}">
                <a16:creationId xmlns:a16="http://schemas.microsoft.com/office/drawing/2014/main" id="{B3ED5358-1D12-4DB8-A894-6BD69691D3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790575"/>
            <a:ext cx="109728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3225" b="1">
                <a:solidFill>
                  <a:srgbClr val="30291F"/>
                </a:solidFill>
                <a:latin typeface="Noto Serif CJK SC"/>
                <a:ea typeface="Noto Serif CJK SC"/>
                <a:cs typeface="Noto Serif CJK SC"/>
              </a:defRPr>
            </a:defPPr>
            <a:lvl1pPr>
              <a:defRPr sz="3225" b="1">
                <a:solidFill>
                  <a:srgbClr val="30291F"/>
                </a:solidFill>
                <a:latin typeface="Noto Serif CJK SC"/>
                <a:ea typeface="Noto Serif CJK SC"/>
                <a:cs typeface="Noto Serif CJK SC"/>
              </a:defRPr>
            </a:lvl1pPr>
            <a:lvl2pPr>
              <a:defRPr sz="3225" b="1">
                <a:solidFill>
                  <a:srgbClr val="30291F"/>
                </a:solidFill>
                <a:latin typeface="Noto Serif CJK SC"/>
                <a:ea typeface="Noto Serif CJK SC"/>
                <a:cs typeface="Noto Serif CJK SC"/>
              </a:defRPr>
            </a:lvl2pPr>
            <a:lvl3pPr>
              <a:defRPr sz="3225" b="1">
                <a:solidFill>
                  <a:srgbClr val="30291F"/>
                </a:solidFill>
                <a:latin typeface="Noto Serif CJK SC"/>
                <a:ea typeface="Noto Serif CJK SC"/>
                <a:cs typeface="Noto Serif CJK SC"/>
              </a:defRPr>
            </a:lvl3pPr>
            <a:lvl4pPr>
              <a:defRPr sz="3225" b="1">
                <a:solidFill>
                  <a:srgbClr val="30291F"/>
                </a:solidFill>
                <a:latin typeface="Noto Serif CJK SC"/>
                <a:ea typeface="Noto Serif CJK SC"/>
                <a:cs typeface="Noto Serif CJK SC"/>
              </a:defRPr>
            </a:lvl4pPr>
            <a:lvl5pPr>
              <a:defRPr sz="3225" b="1">
                <a:solidFill>
                  <a:srgbClr val="30291F"/>
                </a:solidFill>
                <a:latin typeface="Noto Serif CJK SC"/>
                <a:ea typeface="Noto Serif CJK SC"/>
                <a:cs typeface="Noto Serif CJK SC"/>
              </a:defRPr>
            </a:lvl5pPr>
            <a:lvl6pPr>
              <a:defRPr sz="3225" b="1">
                <a:solidFill>
                  <a:srgbClr val="30291F"/>
                </a:solidFill>
                <a:latin typeface="Noto Serif CJK SC"/>
                <a:ea typeface="Noto Serif CJK SC"/>
                <a:cs typeface="Noto Serif CJK SC"/>
              </a:defRPr>
            </a:lvl6pPr>
            <a:lvl7pPr>
              <a:defRPr sz="3225" b="1">
                <a:solidFill>
                  <a:srgbClr val="30291F"/>
                </a:solidFill>
                <a:latin typeface="Noto Serif CJK SC"/>
                <a:ea typeface="Noto Serif CJK SC"/>
                <a:cs typeface="Noto Serif CJK SC"/>
              </a:defRPr>
            </a:lvl7pPr>
            <a:lvl8pPr>
              <a:defRPr sz="3225" b="1">
                <a:solidFill>
                  <a:srgbClr val="30291F"/>
                </a:solidFill>
                <a:latin typeface="Noto Serif CJK SC"/>
                <a:ea typeface="Noto Serif CJK SC"/>
                <a:cs typeface="Noto Serif CJK SC"/>
              </a:defRPr>
            </a:lvl8pPr>
            <a:lvl9pPr>
              <a:defRPr sz="3225" b="1">
                <a:solidFill>
                  <a:srgbClr val="30291F"/>
                </a:solidFill>
                <a:latin typeface="Noto Serif CJK SC"/>
                <a:ea typeface="Noto Serif CJK SC"/>
                <a:cs typeface="Noto Serif CJK SC"/>
              </a:defRPr>
            </a:lvl9pPr>
          </a:lstStyle>
          <a:p xmlns:a="http://schemas.openxmlformats.org/drawingml/2006/main">
            <a:pPr>
              <a:defRPr sz="3225" b="1">
                <a:solidFill>
                  <a:srgbClr val="30291F"/>
                </a:solidFill>
                <a:latin typeface="Noto Serif CJK SC"/>
                <a:ea typeface="Noto Serif CJK SC"/>
                <a:cs typeface="Noto Serif CJK SC"/>
              </a:defRPr>
            </a:pPr>
            <a:r>
              <a:rPr sz="3225" b="1">
                <a:solidFill>
                  <a:srgbClr val="30291F"/>
                </a:solidFill>
                <a:latin typeface="Noto Serif CJK SC"/>
                <a:ea typeface="Noto Serif CJK SC"/>
                <a:cs typeface="Noto Serif CJK SC"/>
              </a:rPr>
              <a:t>初读  第6—8段</a:t>
            </a:r>
          </a:p>
        </p:txBody>
      </p:sp>
      <p:sp>
        <p:nvSpPr>
          <p:cNvPr id="3" name="Text">
            <a:extLst xmlns:a="http://schemas.openxmlformats.org/drawingml/2006/main">
              <a:ext uri="{FF2B5EF4-FFF2-40B4-BE49-F238E27FC236}">
                <a16:creationId xmlns:a16="http://schemas.microsoft.com/office/drawing/2014/main" id="{22344AE4-E237-44D0-B4CE-7094B909E3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733550"/>
            <a:ext cx="34290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1575" b="0">
                <a:solidFill>
                  <a:srgbClr val="9B3024"/>
                </a:solidFill>
                <a:latin typeface="Noto Serif CJK SC"/>
                <a:ea typeface="Noto Serif CJK SC"/>
                <a:cs typeface="Noto Serif CJK SC"/>
              </a:defRPr>
            </a:defPPr>
            <a:lvl1pPr>
              <a:defRPr sz="1575" b="0">
                <a:solidFill>
                  <a:srgbClr val="9B3024"/>
                </a:solidFill>
                <a:latin typeface="Noto Serif CJK SC"/>
                <a:ea typeface="Noto Serif CJK SC"/>
                <a:cs typeface="Noto Serif CJK SC"/>
              </a:defRPr>
            </a:lvl1pPr>
            <a:lvl2pPr>
              <a:defRPr sz="1575" b="0">
                <a:solidFill>
                  <a:srgbClr val="9B3024"/>
                </a:solidFill>
                <a:latin typeface="Noto Serif CJK SC"/>
                <a:ea typeface="Noto Serif CJK SC"/>
                <a:cs typeface="Noto Serif CJK SC"/>
              </a:defRPr>
            </a:lvl2pPr>
            <a:lvl3pPr>
              <a:defRPr sz="1575" b="0">
                <a:solidFill>
                  <a:srgbClr val="9B3024"/>
                </a:solidFill>
                <a:latin typeface="Noto Serif CJK SC"/>
                <a:ea typeface="Noto Serif CJK SC"/>
                <a:cs typeface="Noto Serif CJK SC"/>
              </a:defRPr>
            </a:lvl3pPr>
            <a:lvl4pPr>
              <a:defRPr sz="1575" b="0">
                <a:solidFill>
                  <a:srgbClr val="9B3024"/>
                </a:solidFill>
                <a:latin typeface="Noto Serif CJK SC"/>
                <a:ea typeface="Noto Serif CJK SC"/>
                <a:cs typeface="Noto Serif CJK SC"/>
              </a:defRPr>
            </a:lvl4pPr>
            <a:lvl5pPr>
              <a:defRPr sz="1575" b="0">
                <a:solidFill>
                  <a:srgbClr val="9B3024"/>
                </a:solidFill>
                <a:latin typeface="Noto Serif CJK SC"/>
                <a:ea typeface="Noto Serif CJK SC"/>
                <a:cs typeface="Noto Serif CJK SC"/>
              </a:defRPr>
            </a:lvl5pPr>
            <a:lvl6pPr>
              <a:defRPr sz="1575" b="0">
                <a:solidFill>
                  <a:srgbClr val="9B3024"/>
                </a:solidFill>
                <a:latin typeface="Noto Serif CJK SC"/>
                <a:ea typeface="Noto Serif CJK SC"/>
                <a:cs typeface="Noto Serif CJK SC"/>
              </a:defRPr>
            </a:lvl6pPr>
            <a:lvl7pPr>
              <a:defRPr sz="1575" b="0">
                <a:solidFill>
                  <a:srgbClr val="9B3024"/>
                </a:solidFill>
                <a:latin typeface="Noto Serif CJK SC"/>
                <a:ea typeface="Noto Serif CJK SC"/>
                <a:cs typeface="Noto Serif CJK SC"/>
              </a:defRPr>
            </a:lvl7pPr>
            <a:lvl8pPr>
              <a:defRPr sz="1575" b="0">
                <a:solidFill>
                  <a:srgbClr val="9B3024"/>
                </a:solidFill>
                <a:latin typeface="Noto Serif CJK SC"/>
                <a:ea typeface="Noto Serif CJK SC"/>
                <a:cs typeface="Noto Serif CJK SC"/>
              </a:defRPr>
            </a:lvl8pPr>
            <a:lvl9pPr>
              <a:defRPr sz="1575" b="0">
                <a:solidFill>
                  <a:srgbClr val="9B3024"/>
                </a:solidFill>
                <a:latin typeface="Noto Serif CJK SC"/>
                <a:ea typeface="Noto Serif CJK SC"/>
                <a:cs typeface="Noto Serif CJK SC"/>
              </a:defRPr>
            </a:lvl9pPr>
          </a:lstStyle>
          <a:p xmlns:a="http://schemas.openxmlformats.org/drawingml/2006/main">
            <a:pPr>
              <a:defRPr sz="1575" b="0">
                <a:solidFill>
                  <a:srgbClr val="9B3024"/>
                </a:solidFill>
                <a:latin typeface="Noto Serif CJK SC"/>
                <a:ea typeface="Noto Serif CJK SC"/>
                <a:cs typeface="Noto Serif CJK SC"/>
              </a:defRPr>
            </a:pPr>
            <a:r>
              <a:rPr sz="1575" b="0">
                <a:solidFill>
                  <a:srgbClr val="9B3024"/>
                </a:solidFill>
                <a:latin typeface="Noto Serif CJK SC"/>
                <a:ea typeface="Noto Serif CJK SC"/>
                <a:cs typeface="Noto Serif CJK SC"/>
              </a:rPr>
              <a:t>6</a:t>
            </a:r>
          </a:p>
        </p:txBody>
      </p:sp>
      <p:sp>
        <p:nvSpPr>
          <p:cNvPr id="4" name="Text">
            <a:extLst xmlns:a="http://schemas.openxmlformats.org/drawingml/2006/main">
              <a:ext uri="{FF2B5EF4-FFF2-40B4-BE49-F238E27FC236}">
                <a16:creationId xmlns:a16="http://schemas.microsoft.com/office/drawing/2014/main" id="{FEE8AFF2-0143-4B68-844B-AE14500CA0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1695450"/>
            <a:ext cx="10515600" cy="1376934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2550" b="0">
                <a:solidFill>
                  <a:srgbClr val="30291F"/>
                </a:solidFill>
                <a:latin typeface="LXGW WenKai TC"/>
                <a:ea typeface="LXGW WenKai TC"/>
                <a:cs typeface="LXGW WenKai TC"/>
              </a:defRPr>
            </a:defPPr>
            <a:lvl1pPr>
              <a:defRPr sz="2550" b="0">
                <a:solidFill>
                  <a:srgbClr val="30291F"/>
                </a:solidFill>
                <a:latin typeface="LXGW WenKai TC"/>
                <a:ea typeface="LXGW WenKai TC"/>
                <a:cs typeface="LXGW WenKai TC"/>
              </a:defRPr>
            </a:lvl1pPr>
            <a:lvl2pPr>
              <a:defRPr sz="2550" b="0">
                <a:solidFill>
                  <a:srgbClr val="30291F"/>
                </a:solidFill>
                <a:latin typeface="LXGW WenKai TC"/>
                <a:ea typeface="LXGW WenKai TC"/>
                <a:cs typeface="LXGW WenKai TC"/>
              </a:defRPr>
            </a:lvl2pPr>
            <a:lvl3pPr>
              <a:defRPr sz="2550" b="0">
                <a:solidFill>
                  <a:srgbClr val="30291F"/>
                </a:solidFill>
                <a:latin typeface="LXGW WenKai TC"/>
                <a:ea typeface="LXGW WenKai TC"/>
                <a:cs typeface="LXGW WenKai TC"/>
              </a:defRPr>
            </a:lvl3pPr>
            <a:lvl4pPr>
              <a:defRPr sz="2550" b="0">
                <a:solidFill>
                  <a:srgbClr val="30291F"/>
                </a:solidFill>
                <a:latin typeface="LXGW WenKai TC"/>
                <a:ea typeface="LXGW WenKai TC"/>
                <a:cs typeface="LXGW WenKai TC"/>
              </a:defRPr>
            </a:lvl4pPr>
            <a:lvl5pPr>
              <a:defRPr sz="2550" b="0">
                <a:solidFill>
                  <a:srgbClr val="30291F"/>
                </a:solidFill>
                <a:latin typeface="LXGW WenKai TC"/>
                <a:ea typeface="LXGW WenKai TC"/>
                <a:cs typeface="LXGW WenKai TC"/>
              </a:defRPr>
            </a:lvl5pPr>
            <a:lvl6pPr>
              <a:defRPr sz="2550" b="0">
                <a:solidFill>
                  <a:srgbClr val="30291F"/>
                </a:solidFill>
                <a:latin typeface="LXGW WenKai TC"/>
                <a:ea typeface="LXGW WenKai TC"/>
                <a:cs typeface="LXGW WenKai TC"/>
              </a:defRPr>
            </a:lvl6pPr>
            <a:lvl7pPr>
              <a:defRPr sz="2550" b="0">
                <a:solidFill>
                  <a:srgbClr val="30291F"/>
                </a:solidFill>
                <a:latin typeface="LXGW WenKai TC"/>
                <a:ea typeface="LXGW WenKai TC"/>
                <a:cs typeface="LXGW WenKai TC"/>
              </a:defRPr>
            </a:lvl7pPr>
            <a:lvl8pPr>
              <a:defRPr sz="2550" b="0">
                <a:solidFill>
                  <a:srgbClr val="30291F"/>
                </a:solidFill>
                <a:latin typeface="LXGW WenKai TC"/>
                <a:ea typeface="LXGW WenKai TC"/>
                <a:cs typeface="LXGW WenKai TC"/>
              </a:defRPr>
            </a:lvl8pPr>
            <a:lvl9pPr>
              <a:defRPr sz="2550" b="0">
                <a:solidFill>
                  <a:srgbClr val="30291F"/>
                </a:solidFill>
                <a:latin typeface="LXGW WenKai TC"/>
                <a:ea typeface="LXGW WenKai TC"/>
                <a:cs typeface="LXGW WenKai TC"/>
              </a:defRPr>
            </a:lvl9pPr>
          </a:lstStyle>
          <a:p xmlns:a="http://schemas.openxmlformats.org/drawingml/2006/main">
            <a:pPr>
              <a:defRPr sz="2550" b="0">
                <a:solidFill>
                  <a:srgbClr val="30291F"/>
                </a:solidFill>
                <a:latin typeface="LXGW WenKai TC"/>
                <a:ea typeface="LXGW WenKai TC"/>
                <a:cs typeface="LXGW WenKai TC"/>
              </a:defRPr>
            </a:pPr>
            <a:r>
              <a:rPr sz="2550" b="0">
                <a:solidFill>
                  <a:srgbClr val="30291F"/>
                </a:solidFill>
                <a:latin typeface="LXGW WenKai TC"/>
                <a:ea typeface="LXGW WenKai TC"/>
                <a:cs typeface="LXGW WenKai TC"/>
              </a:rPr>
              <a:t>去年年初，姐姐结婚，嫁到英国去了。上个月视讯时她告诉我们一件事，</a:t>
            </a:r>
          </a:p>
          <a:p xmlns:a="http://schemas.openxmlformats.org/drawingml/2006/main">
            <a:pPr>
              <a:defRPr sz="2550" b="0">
                <a:solidFill>
                  <a:srgbClr val="30291F"/>
                </a:solidFill>
                <a:latin typeface="LXGW WenKai TC"/>
                <a:ea typeface="LXGW WenKai TC"/>
                <a:cs typeface="LXGW WenKai TC"/>
              </a:defRPr>
            </a:pPr>
            <a:r>
              <a:rPr sz="2550" b="0">
                <a:solidFill>
                  <a:srgbClr val="30291F"/>
                </a:solidFill>
                <a:latin typeface="LXGW WenKai TC"/>
                <a:ea typeface="LXGW WenKai TC"/>
                <a:cs typeface="LXGW WenKai TC"/>
              </a:rPr>
              <a:t>话说得吞吞吐吐的：“爸、妈，对不起……看来今年……没办法跟你们一</a:t>
            </a:r>
          </a:p>
          <a:p xmlns:a="http://schemas.openxmlformats.org/drawingml/2006/main">
            <a:pPr>
              <a:defRPr sz="2550" b="0">
                <a:solidFill>
                  <a:srgbClr val="30291F"/>
                </a:solidFill>
                <a:latin typeface="LXGW WenKai TC"/>
                <a:ea typeface="LXGW WenKai TC"/>
                <a:cs typeface="LXGW WenKai TC"/>
              </a:defRPr>
            </a:pPr>
            <a:r>
              <a:rPr sz="2550" b="0">
                <a:solidFill>
                  <a:srgbClr val="30291F"/>
                </a:solidFill>
                <a:latin typeface="LXGW WenKai TC"/>
                <a:ea typeface="LXGW WenKai TC"/>
                <a:cs typeface="LXGW WenKai TC"/>
              </a:rPr>
              <a:t>起吃团圆饭了。”</a:t>
            </a:r>
          </a:p>
        </p:txBody>
      </p:sp>
      <p:sp>
        <p:nvSpPr>
          <p:cNvPr id="5" name="Text">
            <a:extLst xmlns:a="http://schemas.openxmlformats.org/drawingml/2006/main">
              <a:ext uri="{FF2B5EF4-FFF2-40B4-BE49-F238E27FC236}">
                <a16:creationId xmlns:a16="http://schemas.microsoft.com/office/drawing/2014/main" id="{0751268E-956B-455C-AD8F-96A4C3E45F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262884"/>
            <a:ext cx="34290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1575" b="0">
                <a:solidFill>
                  <a:srgbClr val="9B3024"/>
                </a:solidFill>
                <a:latin typeface="Noto Serif CJK SC"/>
                <a:ea typeface="Noto Serif CJK SC"/>
                <a:cs typeface="Noto Serif CJK SC"/>
              </a:defRPr>
            </a:defPPr>
            <a:lvl1pPr>
              <a:defRPr sz="1575" b="0">
                <a:solidFill>
                  <a:srgbClr val="9B3024"/>
                </a:solidFill>
                <a:latin typeface="Noto Serif CJK SC"/>
                <a:ea typeface="Noto Serif CJK SC"/>
                <a:cs typeface="Noto Serif CJK SC"/>
              </a:defRPr>
            </a:lvl1pPr>
            <a:lvl2pPr>
              <a:defRPr sz="1575" b="0">
                <a:solidFill>
                  <a:srgbClr val="9B3024"/>
                </a:solidFill>
                <a:latin typeface="Noto Serif CJK SC"/>
                <a:ea typeface="Noto Serif CJK SC"/>
                <a:cs typeface="Noto Serif CJK SC"/>
              </a:defRPr>
            </a:lvl2pPr>
            <a:lvl3pPr>
              <a:defRPr sz="1575" b="0">
                <a:solidFill>
                  <a:srgbClr val="9B3024"/>
                </a:solidFill>
                <a:latin typeface="Noto Serif CJK SC"/>
                <a:ea typeface="Noto Serif CJK SC"/>
                <a:cs typeface="Noto Serif CJK SC"/>
              </a:defRPr>
            </a:lvl3pPr>
            <a:lvl4pPr>
              <a:defRPr sz="1575" b="0">
                <a:solidFill>
                  <a:srgbClr val="9B3024"/>
                </a:solidFill>
                <a:latin typeface="Noto Serif CJK SC"/>
                <a:ea typeface="Noto Serif CJK SC"/>
                <a:cs typeface="Noto Serif CJK SC"/>
              </a:defRPr>
            </a:lvl4pPr>
            <a:lvl5pPr>
              <a:defRPr sz="1575" b="0">
                <a:solidFill>
                  <a:srgbClr val="9B3024"/>
                </a:solidFill>
                <a:latin typeface="Noto Serif CJK SC"/>
                <a:ea typeface="Noto Serif CJK SC"/>
                <a:cs typeface="Noto Serif CJK SC"/>
              </a:defRPr>
            </a:lvl5pPr>
            <a:lvl6pPr>
              <a:defRPr sz="1575" b="0">
                <a:solidFill>
                  <a:srgbClr val="9B3024"/>
                </a:solidFill>
                <a:latin typeface="Noto Serif CJK SC"/>
                <a:ea typeface="Noto Serif CJK SC"/>
                <a:cs typeface="Noto Serif CJK SC"/>
              </a:defRPr>
            </a:lvl6pPr>
            <a:lvl7pPr>
              <a:defRPr sz="1575" b="0">
                <a:solidFill>
                  <a:srgbClr val="9B3024"/>
                </a:solidFill>
                <a:latin typeface="Noto Serif CJK SC"/>
                <a:ea typeface="Noto Serif CJK SC"/>
                <a:cs typeface="Noto Serif CJK SC"/>
              </a:defRPr>
            </a:lvl7pPr>
            <a:lvl8pPr>
              <a:defRPr sz="1575" b="0">
                <a:solidFill>
                  <a:srgbClr val="9B3024"/>
                </a:solidFill>
                <a:latin typeface="Noto Serif CJK SC"/>
                <a:ea typeface="Noto Serif CJK SC"/>
                <a:cs typeface="Noto Serif CJK SC"/>
              </a:defRPr>
            </a:lvl8pPr>
            <a:lvl9pPr>
              <a:defRPr sz="1575" b="0">
                <a:solidFill>
                  <a:srgbClr val="9B3024"/>
                </a:solidFill>
                <a:latin typeface="Noto Serif CJK SC"/>
                <a:ea typeface="Noto Serif CJK SC"/>
                <a:cs typeface="Noto Serif CJK SC"/>
              </a:defRPr>
            </a:lvl9pPr>
          </a:lstStyle>
          <a:p xmlns:a="http://schemas.openxmlformats.org/drawingml/2006/main">
            <a:pPr>
              <a:defRPr sz="1575" b="0">
                <a:solidFill>
                  <a:srgbClr val="9B3024"/>
                </a:solidFill>
                <a:latin typeface="Noto Serif CJK SC"/>
                <a:ea typeface="Noto Serif CJK SC"/>
                <a:cs typeface="Noto Serif CJK SC"/>
              </a:defRPr>
            </a:pPr>
            <a:r>
              <a:rPr sz="1575" b="0">
                <a:solidFill>
                  <a:srgbClr val="9B3024"/>
                </a:solidFill>
                <a:latin typeface="Noto Serif CJK SC"/>
                <a:ea typeface="Noto Serif CJK SC"/>
                <a:cs typeface="Noto Serif CJK SC"/>
              </a:rPr>
              <a:t>7</a:t>
            </a:r>
          </a:p>
        </p:txBody>
      </p:sp>
      <p:sp>
        <p:nvSpPr>
          <p:cNvPr id="6" name="Text">
            <a:extLst xmlns:a="http://schemas.openxmlformats.org/drawingml/2006/main">
              <a:ext uri="{FF2B5EF4-FFF2-40B4-BE49-F238E27FC236}">
                <a16:creationId xmlns:a16="http://schemas.microsoft.com/office/drawing/2014/main" id="{BBEBC483-EE68-4E6A-98B9-85F1394559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3224784"/>
            <a:ext cx="10515600" cy="547878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2550" b="0">
                <a:solidFill>
                  <a:srgbClr val="30291F"/>
                </a:solidFill>
                <a:latin typeface="LXGW WenKai TC"/>
                <a:ea typeface="LXGW WenKai TC"/>
                <a:cs typeface="LXGW WenKai TC"/>
              </a:defRPr>
            </a:defPPr>
            <a:lvl1pPr>
              <a:defRPr sz="2550" b="0">
                <a:solidFill>
                  <a:srgbClr val="30291F"/>
                </a:solidFill>
                <a:latin typeface="LXGW WenKai TC"/>
                <a:ea typeface="LXGW WenKai TC"/>
                <a:cs typeface="LXGW WenKai TC"/>
              </a:defRPr>
            </a:lvl1pPr>
            <a:lvl2pPr>
              <a:defRPr sz="2550" b="0">
                <a:solidFill>
                  <a:srgbClr val="30291F"/>
                </a:solidFill>
                <a:latin typeface="LXGW WenKai TC"/>
                <a:ea typeface="LXGW WenKai TC"/>
                <a:cs typeface="LXGW WenKai TC"/>
              </a:defRPr>
            </a:lvl2pPr>
            <a:lvl3pPr>
              <a:defRPr sz="2550" b="0">
                <a:solidFill>
                  <a:srgbClr val="30291F"/>
                </a:solidFill>
                <a:latin typeface="LXGW WenKai TC"/>
                <a:ea typeface="LXGW WenKai TC"/>
                <a:cs typeface="LXGW WenKai TC"/>
              </a:defRPr>
            </a:lvl3pPr>
            <a:lvl4pPr>
              <a:defRPr sz="2550" b="0">
                <a:solidFill>
                  <a:srgbClr val="30291F"/>
                </a:solidFill>
                <a:latin typeface="LXGW WenKai TC"/>
                <a:ea typeface="LXGW WenKai TC"/>
                <a:cs typeface="LXGW WenKai TC"/>
              </a:defRPr>
            </a:lvl4pPr>
            <a:lvl5pPr>
              <a:defRPr sz="2550" b="0">
                <a:solidFill>
                  <a:srgbClr val="30291F"/>
                </a:solidFill>
                <a:latin typeface="LXGW WenKai TC"/>
                <a:ea typeface="LXGW WenKai TC"/>
                <a:cs typeface="LXGW WenKai TC"/>
              </a:defRPr>
            </a:lvl5pPr>
            <a:lvl6pPr>
              <a:defRPr sz="2550" b="0">
                <a:solidFill>
                  <a:srgbClr val="30291F"/>
                </a:solidFill>
                <a:latin typeface="LXGW WenKai TC"/>
                <a:ea typeface="LXGW WenKai TC"/>
                <a:cs typeface="LXGW WenKai TC"/>
              </a:defRPr>
            </a:lvl6pPr>
            <a:lvl7pPr>
              <a:defRPr sz="2550" b="0">
                <a:solidFill>
                  <a:srgbClr val="30291F"/>
                </a:solidFill>
                <a:latin typeface="LXGW WenKai TC"/>
                <a:ea typeface="LXGW WenKai TC"/>
                <a:cs typeface="LXGW WenKai TC"/>
              </a:defRPr>
            </a:lvl7pPr>
            <a:lvl8pPr>
              <a:defRPr sz="2550" b="0">
                <a:solidFill>
                  <a:srgbClr val="30291F"/>
                </a:solidFill>
                <a:latin typeface="LXGW WenKai TC"/>
                <a:ea typeface="LXGW WenKai TC"/>
                <a:cs typeface="LXGW WenKai TC"/>
              </a:defRPr>
            </a:lvl8pPr>
            <a:lvl9pPr>
              <a:defRPr sz="2550" b="0">
                <a:solidFill>
                  <a:srgbClr val="30291F"/>
                </a:solidFill>
                <a:latin typeface="LXGW WenKai TC"/>
                <a:ea typeface="LXGW WenKai TC"/>
                <a:cs typeface="LXGW WenKai TC"/>
              </a:defRPr>
            </a:lvl9pPr>
          </a:lstStyle>
          <a:p xmlns:a="http://schemas.openxmlformats.org/drawingml/2006/main">
            <a:pPr>
              <a:defRPr sz="2550" b="0">
                <a:solidFill>
                  <a:srgbClr val="30291F"/>
                </a:solidFill>
                <a:latin typeface="LXGW WenKai TC"/>
                <a:ea typeface="LXGW WenKai TC"/>
                <a:cs typeface="LXGW WenKai TC"/>
              </a:defRPr>
            </a:pPr>
            <a:r>
              <a:rPr sz="2550" b="0">
                <a:solidFill>
                  <a:srgbClr val="30291F"/>
                </a:solidFill>
                <a:latin typeface="LXGW WenKai TC"/>
                <a:ea typeface="LXGW WenKai TC"/>
                <a:cs typeface="LXGW WenKai TC"/>
              </a:rPr>
              <a:t>“嗯。”</a:t>
            </a:r>
          </a:p>
        </p:txBody>
      </p:sp>
      <p:sp>
        <p:nvSpPr>
          <p:cNvPr id="7" name="Text">
            <a:extLst xmlns:a="http://schemas.openxmlformats.org/drawingml/2006/main">
              <a:ext uri="{FF2B5EF4-FFF2-40B4-BE49-F238E27FC236}">
                <a16:creationId xmlns:a16="http://schemas.microsoft.com/office/drawing/2014/main" id="{82FF6383-DE24-47EA-BEC2-4E3DAA8ED1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963162"/>
            <a:ext cx="34290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1575" b="0">
                <a:solidFill>
                  <a:srgbClr val="9B3024"/>
                </a:solidFill>
                <a:latin typeface="Noto Serif CJK SC"/>
                <a:ea typeface="Noto Serif CJK SC"/>
                <a:cs typeface="Noto Serif CJK SC"/>
              </a:defRPr>
            </a:defPPr>
            <a:lvl1pPr>
              <a:defRPr sz="1575" b="0">
                <a:solidFill>
                  <a:srgbClr val="9B3024"/>
                </a:solidFill>
                <a:latin typeface="Noto Serif CJK SC"/>
                <a:ea typeface="Noto Serif CJK SC"/>
                <a:cs typeface="Noto Serif CJK SC"/>
              </a:defRPr>
            </a:lvl1pPr>
            <a:lvl2pPr>
              <a:defRPr sz="1575" b="0">
                <a:solidFill>
                  <a:srgbClr val="9B3024"/>
                </a:solidFill>
                <a:latin typeface="Noto Serif CJK SC"/>
                <a:ea typeface="Noto Serif CJK SC"/>
                <a:cs typeface="Noto Serif CJK SC"/>
              </a:defRPr>
            </a:lvl2pPr>
            <a:lvl3pPr>
              <a:defRPr sz="1575" b="0">
                <a:solidFill>
                  <a:srgbClr val="9B3024"/>
                </a:solidFill>
                <a:latin typeface="Noto Serif CJK SC"/>
                <a:ea typeface="Noto Serif CJK SC"/>
                <a:cs typeface="Noto Serif CJK SC"/>
              </a:defRPr>
            </a:lvl3pPr>
            <a:lvl4pPr>
              <a:defRPr sz="1575" b="0">
                <a:solidFill>
                  <a:srgbClr val="9B3024"/>
                </a:solidFill>
                <a:latin typeface="Noto Serif CJK SC"/>
                <a:ea typeface="Noto Serif CJK SC"/>
                <a:cs typeface="Noto Serif CJK SC"/>
              </a:defRPr>
            </a:lvl4pPr>
            <a:lvl5pPr>
              <a:defRPr sz="1575" b="0">
                <a:solidFill>
                  <a:srgbClr val="9B3024"/>
                </a:solidFill>
                <a:latin typeface="Noto Serif CJK SC"/>
                <a:ea typeface="Noto Serif CJK SC"/>
                <a:cs typeface="Noto Serif CJK SC"/>
              </a:defRPr>
            </a:lvl5pPr>
            <a:lvl6pPr>
              <a:defRPr sz="1575" b="0">
                <a:solidFill>
                  <a:srgbClr val="9B3024"/>
                </a:solidFill>
                <a:latin typeface="Noto Serif CJK SC"/>
                <a:ea typeface="Noto Serif CJK SC"/>
                <a:cs typeface="Noto Serif CJK SC"/>
              </a:defRPr>
            </a:lvl6pPr>
            <a:lvl7pPr>
              <a:defRPr sz="1575" b="0">
                <a:solidFill>
                  <a:srgbClr val="9B3024"/>
                </a:solidFill>
                <a:latin typeface="Noto Serif CJK SC"/>
                <a:ea typeface="Noto Serif CJK SC"/>
                <a:cs typeface="Noto Serif CJK SC"/>
              </a:defRPr>
            </a:lvl7pPr>
            <a:lvl8pPr>
              <a:defRPr sz="1575" b="0">
                <a:solidFill>
                  <a:srgbClr val="9B3024"/>
                </a:solidFill>
                <a:latin typeface="Noto Serif CJK SC"/>
                <a:ea typeface="Noto Serif CJK SC"/>
                <a:cs typeface="Noto Serif CJK SC"/>
              </a:defRPr>
            </a:lvl8pPr>
            <a:lvl9pPr>
              <a:defRPr sz="1575" b="0">
                <a:solidFill>
                  <a:srgbClr val="9B3024"/>
                </a:solidFill>
                <a:latin typeface="Noto Serif CJK SC"/>
                <a:ea typeface="Noto Serif CJK SC"/>
                <a:cs typeface="Noto Serif CJK SC"/>
              </a:defRPr>
            </a:lvl9pPr>
          </a:lstStyle>
          <a:p xmlns:a="http://schemas.openxmlformats.org/drawingml/2006/main">
            <a:pPr>
              <a:defRPr sz="1575" b="0">
                <a:solidFill>
                  <a:srgbClr val="9B3024"/>
                </a:solidFill>
                <a:latin typeface="Noto Serif CJK SC"/>
                <a:ea typeface="Noto Serif CJK SC"/>
                <a:cs typeface="Noto Serif CJK SC"/>
              </a:defRPr>
            </a:pPr>
            <a:r>
              <a:rPr sz="1575" b="0">
                <a:solidFill>
                  <a:srgbClr val="9B3024"/>
                </a:solidFill>
                <a:latin typeface="Noto Serif CJK SC"/>
                <a:ea typeface="Noto Serif CJK SC"/>
                <a:cs typeface="Noto Serif CJK SC"/>
              </a:rPr>
              <a:t>8</a:t>
            </a:r>
          </a:p>
        </p:txBody>
      </p:sp>
      <p:sp>
        <p:nvSpPr>
          <p:cNvPr id="8" name="Text">
            <a:extLst xmlns:a="http://schemas.openxmlformats.org/drawingml/2006/main">
              <a:ext uri="{FF2B5EF4-FFF2-40B4-BE49-F238E27FC236}">
                <a16:creationId xmlns:a16="http://schemas.microsoft.com/office/drawing/2014/main" id="{837F8ABA-06F0-499B-8671-E60FA70B30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3925062"/>
            <a:ext cx="10515600" cy="547878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2550" b="0">
                <a:solidFill>
                  <a:srgbClr val="30291F"/>
                </a:solidFill>
                <a:latin typeface="LXGW WenKai TC"/>
                <a:ea typeface="LXGW WenKai TC"/>
                <a:cs typeface="LXGW WenKai TC"/>
              </a:defRPr>
            </a:defPPr>
            <a:lvl1pPr>
              <a:defRPr sz="2550" b="0">
                <a:solidFill>
                  <a:srgbClr val="30291F"/>
                </a:solidFill>
                <a:latin typeface="LXGW WenKai TC"/>
                <a:ea typeface="LXGW WenKai TC"/>
                <a:cs typeface="LXGW WenKai TC"/>
              </a:defRPr>
            </a:lvl1pPr>
            <a:lvl2pPr>
              <a:defRPr sz="2550" b="0">
                <a:solidFill>
                  <a:srgbClr val="30291F"/>
                </a:solidFill>
                <a:latin typeface="LXGW WenKai TC"/>
                <a:ea typeface="LXGW WenKai TC"/>
                <a:cs typeface="LXGW WenKai TC"/>
              </a:defRPr>
            </a:lvl2pPr>
            <a:lvl3pPr>
              <a:defRPr sz="2550" b="0">
                <a:solidFill>
                  <a:srgbClr val="30291F"/>
                </a:solidFill>
                <a:latin typeface="LXGW WenKai TC"/>
                <a:ea typeface="LXGW WenKai TC"/>
                <a:cs typeface="LXGW WenKai TC"/>
              </a:defRPr>
            </a:lvl3pPr>
            <a:lvl4pPr>
              <a:defRPr sz="2550" b="0">
                <a:solidFill>
                  <a:srgbClr val="30291F"/>
                </a:solidFill>
                <a:latin typeface="LXGW WenKai TC"/>
                <a:ea typeface="LXGW WenKai TC"/>
                <a:cs typeface="LXGW WenKai TC"/>
              </a:defRPr>
            </a:lvl4pPr>
            <a:lvl5pPr>
              <a:defRPr sz="2550" b="0">
                <a:solidFill>
                  <a:srgbClr val="30291F"/>
                </a:solidFill>
                <a:latin typeface="LXGW WenKai TC"/>
                <a:ea typeface="LXGW WenKai TC"/>
                <a:cs typeface="LXGW WenKai TC"/>
              </a:defRPr>
            </a:lvl5pPr>
            <a:lvl6pPr>
              <a:defRPr sz="2550" b="0">
                <a:solidFill>
                  <a:srgbClr val="30291F"/>
                </a:solidFill>
                <a:latin typeface="LXGW WenKai TC"/>
                <a:ea typeface="LXGW WenKai TC"/>
                <a:cs typeface="LXGW WenKai TC"/>
              </a:defRPr>
            </a:lvl6pPr>
            <a:lvl7pPr>
              <a:defRPr sz="2550" b="0">
                <a:solidFill>
                  <a:srgbClr val="30291F"/>
                </a:solidFill>
                <a:latin typeface="LXGW WenKai TC"/>
                <a:ea typeface="LXGW WenKai TC"/>
                <a:cs typeface="LXGW WenKai TC"/>
              </a:defRPr>
            </a:lvl7pPr>
            <a:lvl8pPr>
              <a:defRPr sz="2550" b="0">
                <a:solidFill>
                  <a:srgbClr val="30291F"/>
                </a:solidFill>
                <a:latin typeface="LXGW WenKai TC"/>
                <a:ea typeface="LXGW WenKai TC"/>
                <a:cs typeface="LXGW WenKai TC"/>
              </a:defRPr>
            </a:lvl8pPr>
            <a:lvl9pPr>
              <a:defRPr sz="2550" b="0">
                <a:solidFill>
                  <a:srgbClr val="30291F"/>
                </a:solidFill>
                <a:latin typeface="LXGW WenKai TC"/>
                <a:ea typeface="LXGW WenKai TC"/>
                <a:cs typeface="LXGW WenKai TC"/>
              </a:defRPr>
            </a:lvl9pPr>
          </a:lstStyle>
          <a:p xmlns:a="http://schemas.openxmlformats.org/drawingml/2006/main">
            <a:pPr>
              <a:defRPr sz="2550" b="0">
                <a:solidFill>
                  <a:srgbClr val="30291F"/>
                </a:solidFill>
                <a:latin typeface="LXGW WenKai TC"/>
                <a:ea typeface="LXGW WenKai TC"/>
                <a:cs typeface="LXGW WenKai TC"/>
              </a:defRPr>
            </a:pPr>
            <a:r>
              <a:rPr sz="2550" b="0">
                <a:solidFill>
                  <a:srgbClr val="30291F"/>
                </a:solidFill>
                <a:latin typeface="LXGW WenKai TC"/>
                <a:ea typeface="LXGW WenKai TC"/>
                <a:cs typeface="LXGW WenKai TC"/>
              </a:rPr>
              <a:t>“这里……假期不好拿。我提前跟你们拜年！”</a:t>
            </a:r>
          </a:p>
        </p:txBody>
      </p:sp>
      <p:sp>
        <p:nvSpPr>
          <p:cNvPr id="9" name="Text">
            <a:extLst xmlns:a="http://schemas.openxmlformats.org/drawingml/2006/main">
              <a:ext uri="{FF2B5EF4-FFF2-40B4-BE49-F238E27FC236}">
                <a16:creationId xmlns:a16="http://schemas.microsoft.com/office/drawing/2014/main" id="{0311F5EF-8363-4028-9428-96EF13B494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25200" y="6477000"/>
            <a:ext cx="4572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1350" b="0">
                <a:solidFill>
                  <a:srgbClr val="776C60"/>
                </a:solidFill>
                <a:latin typeface="Noto Serif CJK SC"/>
                <a:ea typeface="Noto Serif CJK SC"/>
                <a:cs typeface="Noto Serif CJK SC"/>
              </a:defRPr>
            </a:defPPr>
            <a:lvl1pPr>
              <a:defRPr sz="1350" b="0">
                <a:solidFill>
                  <a:srgbClr val="776C60"/>
                </a:solidFill>
                <a:latin typeface="Noto Serif CJK SC"/>
                <a:ea typeface="Noto Serif CJK SC"/>
                <a:cs typeface="Noto Serif CJK SC"/>
              </a:defRPr>
            </a:lvl1pPr>
            <a:lvl2pPr>
              <a:defRPr sz="1350" b="0">
                <a:solidFill>
                  <a:srgbClr val="776C60"/>
                </a:solidFill>
                <a:latin typeface="Noto Serif CJK SC"/>
                <a:ea typeface="Noto Serif CJK SC"/>
                <a:cs typeface="Noto Serif CJK SC"/>
              </a:defRPr>
            </a:lvl2pPr>
            <a:lvl3pPr>
              <a:defRPr sz="1350" b="0">
                <a:solidFill>
                  <a:srgbClr val="776C60"/>
                </a:solidFill>
                <a:latin typeface="Noto Serif CJK SC"/>
                <a:ea typeface="Noto Serif CJK SC"/>
                <a:cs typeface="Noto Serif CJK SC"/>
              </a:defRPr>
            </a:lvl3pPr>
            <a:lvl4pPr>
              <a:defRPr sz="1350" b="0">
                <a:solidFill>
                  <a:srgbClr val="776C60"/>
                </a:solidFill>
                <a:latin typeface="Noto Serif CJK SC"/>
                <a:ea typeface="Noto Serif CJK SC"/>
                <a:cs typeface="Noto Serif CJK SC"/>
              </a:defRPr>
            </a:lvl4pPr>
            <a:lvl5pPr>
              <a:defRPr sz="1350" b="0">
                <a:solidFill>
                  <a:srgbClr val="776C60"/>
                </a:solidFill>
                <a:latin typeface="Noto Serif CJK SC"/>
                <a:ea typeface="Noto Serif CJK SC"/>
                <a:cs typeface="Noto Serif CJK SC"/>
              </a:defRPr>
            </a:lvl5pPr>
            <a:lvl6pPr>
              <a:defRPr sz="1350" b="0">
                <a:solidFill>
                  <a:srgbClr val="776C60"/>
                </a:solidFill>
                <a:latin typeface="Noto Serif CJK SC"/>
                <a:ea typeface="Noto Serif CJK SC"/>
                <a:cs typeface="Noto Serif CJK SC"/>
              </a:defRPr>
            </a:lvl6pPr>
            <a:lvl7pPr>
              <a:defRPr sz="1350" b="0">
                <a:solidFill>
                  <a:srgbClr val="776C60"/>
                </a:solidFill>
                <a:latin typeface="Noto Serif CJK SC"/>
                <a:ea typeface="Noto Serif CJK SC"/>
                <a:cs typeface="Noto Serif CJK SC"/>
              </a:defRPr>
            </a:lvl7pPr>
            <a:lvl8pPr>
              <a:defRPr sz="1350" b="0">
                <a:solidFill>
                  <a:srgbClr val="776C60"/>
                </a:solidFill>
                <a:latin typeface="Noto Serif CJK SC"/>
                <a:ea typeface="Noto Serif CJK SC"/>
                <a:cs typeface="Noto Serif CJK SC"/>
              </a:defRPr>
            </a:lvl8pPr>
            <a:lvl9pPr>
              <a:defRPr sz="1350" b="0">
                <a:solidFill>
                  <a:srgbClr val="776C60"/>
                </a:solidFill>
                <a:latin typeface="Noto Serif CJK SC"/>
                <a:ea typeface="Noto Serif CJK SC"/>
                <a:cs typeface="Noto Serif CJK SC"/>
              </a:defRPr>
            </a:lvl9pPr>
          </a:lstStyle>
          <a:p xmlns:a="http://schemas.openxmlformats.org/drawingml/2006/main">
            <a:pPr>
              <a:defRPr sz="1350" b="0">
                <a:solidFill>
                  <a:srgbClr val="776C60"/>
                </a:solidFill>
                <a:latin typeface="Noto Serif CJK SC"/>
                <a:ea typeface="Noto Serif CJK SC"/>
                <a:cs typeface="Noto Serif CJK SC"/>
              </a:defRPr>
            </a:pPr>
            <a:r>
              <a:rPr sz="1350" b="0">
                <a:solidFill>
                  <a:srgbClr val="776C60"/>
                </a:solidFill>
                <a:latin typeface="Noto Serif CJK SC"/>
                <a:ea typeface="Noto Serif CJK SC"/>
                <a:cs typeface="Noto Serif CJK SC"/>
              </a:rPr>
              <a:t>05</a:t>
            </a:r>
          </a:p>
        </p:txBody>
      </p:sp>
    </p:spTree>
    <p:extLst>
      <p:ext uri="{BB962C8B-B14F-4D97-AF65-F5344CB8AC3E}">
        <p14:creationId xmlns:p14="http://schemas.microsoft.com/office/powerpoint/2010/main" val="1053968295"/>
      </p:ext>
    </p:extLst>
  </p:cSld>
</p:sld>
</file>

<file path=ppt/slides/slide6.xml><?xml version="1.0" encoding="utf-8"?>
<p:sld xmlns:p="http://schemas.openxmlformats.org/presentationml/2006/main">
  <p:cSld>
    <p:bg>
      <p:bgPr>
        <a:solidFill xmlns:a="http://schemas.openxmlformats.org/drawingml/2006/main">
          <a:srgbClr val="FFFAF2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0" name="Text">
            <a:extLst xmlns:a="http://schemas.openxmlformats.org/drawingml/2006/main">
              <a:ext uri="{FF2B5EF4-FFF2-40B4-BE49-F238E27FC236}">
                <a16:creationId xmlns:a16="http://schemas.microsoft.com/office/drawing/2014/main" id="{4AF5109E-C055-4342-9B65-94A7B2E170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33375"/>
            <a:ext cx="85725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1575" b="0">
                <a:solidFill>
                  <a:srgbClr val="9B3024"/>
                </a:solidFill>
                <a:latin typeface="Noto Serif CJK SC"/>
                <a:ea typeface="Noto Serif CJK SC"/>
                <a:cs typeface="Noto Serif CJK SC"/>
              </a:defRPr>
            </a:defPPr>
            <a:lvl1pPr>
              <a:defRPr sz="1575" b="0">
                <a:solidFill>
                  <a:srgbClr val="9B3024"/>
                </a:solidFill>
                <a:latin typeface="Noto Serif CJK SC"/>
                <a:ea typeface="Noto Serif CJK SC"/>
                <a:cs typeface="Noto Serif CJK SC"/>
              </a:defRPr>
            </a:lvl1pPr>
            <a:lvl2pPr>
              <a:defRPr sz="1575" b="0">
                <a:solidFill>
                  <a:srgbClr val="9B3024"/>
                </a:solidFill>
                <a:latin typeface="Noto Serif CJK SC"/>
                <a:ea typeface="Noto Serif CJK SC"/>
                <a:cs typeface="Noto Serif CJK SC"/>
              </a:defRPr>
            </a:lvl2pPr>
            <a:lvl3pPr>
              <a:defRPr sz="1575" b="0">
                <a:solidFill>
                  <a:srgbClr val="9B3024"/>
                </a:solidFill>
                <a:latin typeface="Noto Serif CJK SC"/>
                <a:ea typeface="Noto Serif CJK SC"/>
                <a:cs typeface="Noto Serif CJK SC"/>
              </a:defRPr>
            </a:lvl3pPr>
            <a:lvl4pPr>
              <a:defRPr sz="1575" b="0">
                <a:solidFill>
                  <a:srgbClr val="9B3024"/>
                </a:solidFill>
                <a:latin typeface="Noto Serif CJK SC"/>
                <a:ea typeface="Noto Serif CJK SC"/>
                <a:cs typeface="Noto Serif CJK SC"/>
              </a:defRPr>
            </a:lvl4pPr>
            <a:lvl5pPr>
              <a:defRPr sz="1575" b="0">
                <a:solidFill>
                  <a:srgbClr val="9B3024"/>
                </a:solidFill>
                <a:latin typeface="Noto Serif CJK SC"/>
                <a:ea typeface="Noto Serif CJK SC"/>
                <a:cs typeface="Noto Serif CJK SC"/>
              </a:defRPr>
            </a:lvl5pPr>
            <a:lvl6pPr>
              <a:defRPr sz="1575" b="0">
                <a:solidFill>
                  <a:srgbClr val="9B3024"/>
                </a:solidFill>
                <a:latin typeface="Noto Serif CJK SC"/>
                <a:ea typeface="Noto Serif CJK SC"/>
                <a:cs typeface="Noto Serif CJK SC"/>
              </a:defRPr>
            </a:lvl6pPr>
            <a:lvl7pPr>
              <a:defRPr sz="1575" b="0">
                <a:solidFill>
                  <a:srgbClr val="9B3024"/>
                </a:solidFill>
                <a:latin typeface="Noto Serif CJK SC"/>
                <a:ea typeface="Noto Serif CJK SC"/>
                <a:cs typeface="Noto Serif CJK SC"/>
              </a:defRPr>
            </a:lvl7pPr>
            <a:lvl8pPr>
              <a:defRPr sz="1575" b="0">
                <a:solidFill>
                  <a:srgbClr val="9B3024"/>
                </a:solidFill>
                <a:latin typeface="Noto Serif CJK SC"/>
                <a:ea typeface="Noto Serif CJK SC"/>
                <a:cs typeface="Noto Serif CJK SC"/>
              </a:defRPr>
            </a:lvl8pPr>
            <a:lvl9pPr>
              <a:defRPr sz="1575" b="0">
                <a:solidFill>
                  <a:srgbClr val="9B3024"/>
                </a:solidFill>
                <a:latin typeface="Noto Serif CJK SC"/>
                <a:ea typeface="Noto Serif CJK SC"/>
                <a:cs typeface="Noto Serif CJK SC"/>
              </a:defRPr>
            </a:lvl9pPr>
          </a:lstStyle>
          <a:p xmlns:a="http://schemas.openxmlformats.org/drawingml/2006/main">
            <a:pPr>
              <a:defRPr sz="1575" b="0">
                <a:solidFill>
                  <a:srgbClr val="9B3024"/>
                </a:solidFill>
                <a:latin typeface="Noto Serif CJK SC"/>
                <a:ea typeface="Noto Serif CJK SC"/>
                <a:cs typeface="Noto Serif CJK SC"/>
              </a:defRPr>
            </a:pPr>
            <a:r>
              <a:rPr sz="1575" b="0">
                <a:solidFill>
                  <a:srgbClr val="9B3024"/>
                </a:solidFill>
                <a:latin typeface="Noto Serif CJK SC"/>
                <a:ea typeface="Noto Serif CJK SC"/>
                <a:cs typeface="Noto Serif CJK SC"/>
              </a:rPr>
              <a:t>初读全文</a:t>
            </a:r>
          </a:p>
        </p:txBody>
      </p:sp>
      <p:sp>
        <p:nvSpPr>
          <p:cNvPr id="2" name="Text">
            <a:extLst xmlns:a="http://schemas.openxmlformats.org/drawingml/2006/main">
              <a:ext uri="{FF2B5EF4-FFF2-40B4-BE49-F238E27FC236}">
                <a16:creationId xmlns:a16="http://schemas.microsoft.com/office/drawing/2014/main" id="{721F7ECA-E66F-4BDC-B78B-F3D4BEAFF0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790575"/>
            <a:ext cx="109728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3225" b="1">
                <a:solidFill>
                  <a:srgbClr val="30291F"/>
                </a:solidFill>
                <a:latin typeface="Noto Serif CJK SC"/>
                <a:ea typeface="Noto Serif CJK SC"/>
                <a:cs typeface="Noto Serif CJK SC"/>
              </a:defRPr>
            </a:defPPr>
            <a:lvl1pPr>
              <a:defRPr sz="3225" b="1">
                <a:solidFill>
                  <a:srgbClr val="30291F"/>
                </a:solidFill>
                <a:latin typeface="Noto Serif CJK SC"/>
                <a:ea typeface="Noto Serif CJK SC"/>
                <a:cs typeface="Noto Serif CJK SC"/>
              </a:defRPr>
            </a:lvl1pPr>
            <a:lvl2pPr>
              <a:defRPr sz="3225" b="1">
                <a:solidFill>
                  <a:srgbClr val="30291F"/>
                </a:solidFill>
                <a:latin typeface="Noto Serif CJK SC"/>
                <a:ea typeface="Noto Serif CJK SC"/>
                <a:cs typeface="Noto Serif CJK SC"/>
              </a:defRPr>
            </a:lvl2pPr>
            <a:lvl3pPr>
              <a:defRPr sz="3225" b="1">
                <a:solidFill>
                  <a:srgbClr val="30291F"/>
                </a:solidFill>
                <a:latin typeface="Noto Serif CJK SC"/>
                <a:ea typeface="Noto Serif CJK SC"/>
                <a:cs typeface="Noto Serif CJK SC"/>
              </a:defRPr>
            </a:lvl3pPr>
            <a:lvl4pPr>
              <a:defRPr sz="3225" b="1">
                <a:solidFill>
                  <a:srgbClr val="30291F"/>
                </a:solidFill>
                <a:latin typeface="Noto Serif CJK SC"/>
                <a:ea typeface="Noto Serif CJK SC"/>
                <a:cs typeface="Noto Serif CJK SC"/>
              </a:defRPr>
            </a:lvl4pPr>
            <a:lvl5pPr>
              <a:defRPr sz="3225" b="1">
                <a:solidFill>
                  <a:srgbClr val="30291F"/>
                </a:solidFill>
                <a:latin typeface="Noto Serif CJK SC"/>
                <a:ea typeface="Noto Serif CJK SC"/>
                <a:cs typeface="Noto Serif CJK SC"/>
              </a:defRPr>
            </a:lvl5pPr>
            <a:lvl6pPr>
              <a:defRPr sz="3225" b="1">
                <a:solidFill>
                  <a:srgbClr val="30291F"/>
                </a:solidFill>
                <a:latin typeface="Noto Serif CJK SC"/>
                <a:ea typeface="Noto Serif CJK SC"/>
                <a:cs typeface="Noto Serif CJK SC"/>
              </a:defRPr>
            </a:lvl6pPr>
            <a:lvl7pPr>
              <a:defRPr sz="3225" b="1">
                <a:solidFill>
                  <a:srgbClr val="30291F"/>
                </a:solidFill>
                <a:latin typeface="Noto Serif CJK SC"/>
                <a:ea typeface="Noto Serif CJK SC"/>
                <a:cs typeface="Noto Serif CJK SC"/>
              </a:defRPr>
            </a:lvl7pPr>
            <a:lvl8pPr>
              <a:defRPr sz="3225" b="1">
                <a:solidFill>
                  <a:srgbClr val="30291F"/>
                </a:solidFill>
                <a:latin typeface="Noto Serif CJK SC"/>
                <a:ea typeface="Noto Serif CJK SC"/>
                <a:cs typeface="Noto Serif CJK SC"/>
              </a:defRPr>
            </a:lvl8pPr>
            <a:lvl9pPr>
              <a:defRPr sz="3225" b="1">
                <a:solidFill>
                  <a:srgbClr val="30291F"/>
                </a:solidFill>
                <a:latin typeface="Noto Serif CJK SC"/>
                <a:ea typeface="Noto Serif CJK SC"/>
                <a:cs typeface="Noto Serif CJK SC"/>
              </a:defRPr>
            </a:lvl9pPr>
          </a:lstStyle>
          <a:p xmlns:a="http://schemas.openxmlformats.org/drawingml/2006/main">
            <a:pPr>
              <a:defRPr sz="3225" b="1">
                <a:solidFill>
                  <a:srgbClr val="30291F"/>
                </a:solidFill>
                <a:latin typeface="Noto Serif CJK SC"/>
                <a:ea typeface="Noto Serif CJK SC"/>
                <a:cs typeface="Noto Serif CJK SC"/>
              </a:defRPr>
            </a:pPr>
            <a:r>
              <a:rPr sz="3225" b="1">
                <a:solidFill>
                  <a:srgbClr val="30291F"/>
                </a:solidFill>
                <a:latin typeface="Noto Serif CJK SC"/>
                <a:ea typeface="Noto Serif CJK SC"/>
                <a:cs typeface="Noto Serif CJK SC"/>
              </a:rPr>
              <a:t>初读  第9—11段</a:t>
            </a:r>
          </a:p>
        </p:txBody>
      </p:sp>
      <p:sp>
        <p:nvSpPr>
          <p:cNvPr id="3" name="Text">
            <a:extLst xmlns:a="http://schemas.openxmlformats.org/drawingml/2006/main">
              <a:ext uri="{FF2B5EF4-FFF2-40B4-BE49-F238E27FC236}">
                <a16:creationId xmlns:a16="http://schemas.microsoft.com/office/drawing/2014/main" id="{802495E6-EB2B-43CC-BAE3-EF126A0AE4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733550"/>
            <a:ext cx="34290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1575" b="0">
                <a:solidFill>
                  <a:srgbClr val="9B3024"/>
                </a:solidFill>
                <a:latin typeface="Noto Serif CJK SC"/>
                <a:ea typeface="Noto Serif CJK SC"/>
                <a:cs typeface="Noto Serif CJK SC"/>
              </a:defRPr>
            </a:defPPr>
            <a:lvl1pPr>
              <a:defRPr sz="1575" b="0">
                <a:solidFill>
                  <a:srgbClr val="9B3024"/>
                </a:solidFill>
                <a:latin typeface="Noto Serif CJK SC"/>
                <a:ea typeface="Noto Serif CJK SC"/>
                <a:cs typeface="Noto Serif CJK SC"/>
              </a:defRPr>
            </a:lvl1pPr>
            <a:lvl2pPr>
              <a:defRPr sz="1575" b="0">
                <a:solidFill>
                  <a:srgbClr val="9B3024"/>
                </a:solidFill>
                <a:latin typeface="Noto Serif CJK SC"/>
                <a:ea typeface="Noto Serif CJK SC"/>
                <a:cs typeface="Noto Serif CJK SC"/>
              </a:defRPr>
            </a:lvl2pPr>
            <a:lvl3pPr>
              <a:defRPr sz="1575" b="0">
                <a:solidFill>
                  <a:srgbClr val="9B3024"/>
                </a:solidFill>
                <a:latin typeface="Noto Serif CJK SC"/>
                <a:ea typeface="Noto Serif CJK SC"/>
                <a:cs typeface="Noto Serif CJK SC"/>
              </a:defRPr>
            </a:lvl3pPr>
            <a:lvl4pPr>
              <a:defRPr sz="1575" b="0">
                <a:solidFill>
                  <a:srgbClr val="9B3024"/>
                </a:solidFill>
                <a:latin typeface="Noto Serif CJK SC"/>
                <a:ea typeface="Noto Serif CJK SC"/>
                <a:cs typeface="Noto Serif CJK SC"/>
              </a:defRPr>
            </a:lvl4pPr>
            <a:lvl5pPr>
              <a:defRPr sz="1575" b="0">
                <a:solidFill>
                  <a:srgbClr val="9B3024"/>
                </a:solidFill>
                <a:latin typeface="Noto Serif CJK SC"/>
                <a:ea typeface="Noto Serif CJK SC"/>
                <a:cs typeface="Noto Serif CJK SC"/>
              </a:defRPr>
            </a:lvl5pPr>
            <a:lvl6pPr>
              <a:defRPr sz="1575" b="0">
                <a:solidFill>
                  <a:srgbClr val="9B3024"/>
                </a:solidFill>
                <a:latin typeface="Noto Serif CJK SC"/>
                <a:ea typeface="Noto Serif CJK SC"/>
                <a:cs typeface="Noto Serif CJK SC"/>
              </a:defRPr>
            </a:lvl6pPr>
            <a:lvl7pPr>
              <a:defRPr sz="1575" b="0">
                <a:solidFill>
                  <a:srgbClr val="9B3024"/>
                </a:solidFill>
                <a:latin typeface="Noto Serif CJK SC"/>
                <a:ea typeface="Noto Serif CJK SC"/>
                <a:cs typeface="Noto Serif CJK SC"/>
              </a:defRPr>
            </a:lvl7pPr>
            <a:lvl8pPr>
              <a:defRPr sz="1575" b="0">
                <a:solidFill>
                  <a:srgbClr val="9B3024"/>
                </a:solidFill>
                <a:latin typeface="Noto Serif CJK SC"/>
                <a:ea typeface="Noto Serif CJK SC"/>
                <a:cs typeface="Noto Serif CJK SC"/>
              </a:defRPr>
            </a:lvl8pPr>
            <a:lvl9pPr>
              <a:defRPr sz="1575" b="0">
                <a:solidFill>
                  <a:srgbClr val="9B3024"/>
                </a:solidFill>
                <a:latin typeface="Noto Serif CJK SC"/>
                <a:ea typeface="Noto Serif CJK SC"/>
                <a:cs typeface="Noto Serif CJK SC"/>
              </a:defRPr>
            </a:lvl9pPr>
          </a:lstStyle>
          <a:p xmlns:a="http://schemas.openxmlformats.org/drawingml/2006/main">
            <a:pPr>
              <a:defRPr sz="1575" b="0">
                <a:solidFill>
                  <a:srgbClr val="9B3024"/>
                </a:solidFill>
                <a:latin typeface="Noto Serif CJK SC"/>
                <a:ea typeface="Noto Serif CJK SC"/>
                <a:cs typeface="Noto Serif CJK SC"/>
              </a:defRPr>
            </a:pPr>
            <a:r>
              <a:rPr sz="1575" b="0">
                <a:solidFill>
                  <a:srgbClr val="9B3024"/>
                </a:solidFill>
                <a:latin typeface="Noto Serif CJK SC"/>
                <a:ea typeface="Noto Serif CJK SC"/>
                <a:cs typeface="Noto Serif CJK SC"/>
              </a:rPr>
              <a:t>9</a:t>
            </a:r>
          </a:p>
        </p:txBody>
      </p:sp>
      <p:sp>
        <p:nvSpPr>
          <p:cNvPr id="4" name="Text">
            <a:extLst xmlns:a="http://schemas.openxmlformats.org/drawingml/2006/main">
              <a:ext uri="{FF2B5EF4-FFF2-40B4-BE49-F238E27FC236}">
                <a16:creationId xmlns:a16="http://schemas.microsoft.com/office/drawing/2014/main" id="{672F2870-03F4-482B-B469-E4E2FA55D5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1695450"/>
            <a:ext cx="10515600" cy="547878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2550" b="0">
                <a:solidFill>
                  <a:srgbClr val="30291F"/>
                </a:solidFill>
                <a:latin typeface="LXGW WenKai TC"/>
                <a:ea typeface="LXGW WenKai TC"/>
                <a:cs typeface="LXGW WenKai TC"/>
              </a:defRPr>
            </a:defPPr>
            <a:lvl1pPr>
              <a:defRPr sz="2550" b="0">
                <a:solidFill>
                  <a:srgbClr val="30291F"/>
                </a:solidFill>
                <a:latin typeface="LXGW WenKai TC"/>
                <a:ea typeface="LXGW WenKai TC"/>
                <a:cs typeface="LXGW WenKai TC"/>
              </a:defRPr>
            </a:lvl1pPr>
            <a:lvl2pPr>
              <a:defRPr sz="2550" b="0">
                <a:solidFill>
                  <a:srgbClr val="30291F"/>
                </a:solidFill>
                <a:latin typeface="LXGW WenKai TC"/>
                <a:ea typeface="LXGW WenKai TC"/>
                <a:cs typeface="LXGW WenKai TC"/>
              </a:defRPr>
            </a:lvl2pPr>
            <a:lvl3pPr>
              <a:defRPr sz="2550" b="0">
                <a:solidFill>
                  <a:srgbClr val="30291F"/>
                </a:solidFill>
                <a:latin typeface="LXGW WenKai TC"/>
                <a:ea typeface="LXGW WenKai TC"/>
                <a:cs typeface="LXGW WenKai TC"/>
              </a:defRPr>
            </a:lvl3pPr>
            <a:lvl4pPr>
              <a:defRPr sz="2550" b="0">
                <a:solidFill>
                  <a:srgbClr val="30291F"/>
                </a:solidFill>
                <a:latin typeface="LXGW WenKai TC"/>
                <a:ea typeface="LXGW WenKai TC"/>
                <a:cs typeface="LXGW WenKai TC"/>
              </a:defRPr>
            </a:lvl4pPr>
            <a:lvl5pPr>
              <a:defRPr sz="2550" b="0">
                <a:solidFill>
                  <a:srgbClr val="30291F"/>
                </a:solidFill>
                <a:latin typeface="LXGW WenKai TC"/>
                <a:ea typeface="LXGW WenKai TC"/>
                <a:cs typeface="LXGW WenKai TC"/>
              </a:defRPr>
            </a:lvl5pPr>
            <a:lvl6pPr>
              <a:defRPr sz="2550" b="0">
                <a:solidFill>
                  <a:srgbClr val="30291F"/>
                </a:solidFill>
                <a:latin typeface="LXGW WenKai TC"/>
                <a:ea typeface="LXGW WenKai TC"/>
                <a:cs typeface="LXGW WenKai TC"/>
              </a:defRPr>
            </a:lvl6pPr>
            <a:lvl7pPr>
              <a:defRPr sz="2550" b="0">
                <a:solidFill>
                  <a:srgbClr val="30291F"/>
                </a:solidFill>
                <a:latin typeface="LXGW WenKai TC"/>
                <a:ea typeface="LXGW WenKai TC"/>
                <a:cs typeface="LXGW WenKai TC"/>
              </a:defRPr>
            </a:lvl7pPr>
            <a:lvl8pPr>
              <a:defRPr sz="2550" b="0">
                <a:solidFill>
                  <a:srgbClr val="30291F"/>
                </a:solidFill>
                <a:latin typeface="LXGW WenKai TC"/>
                <a:ea typeface="LXGW WenKai TC"/>
                <a:cs typeface="LXGW WenKai TC"/>
              </a:defRPr>
            </a:lvl8pPr>
            <a:lvl9pPr>
              <a:defRPr sz="2550" b="0">
                <a:solidFill>
                  <a:srgbClr val="30291F"/>
                </a:solidFill>
                <a:latin typeface="LXGW WenKai TC"/>
                <a:ea typeface="LXGW WenKai TC"/>
                <a:cs typeface="LXGW WenKai TC"/>
              </a:defRPr>
            </a:lvl9pPr>
          </a:lstStyle>
          <a:p xmlns:a="http://schemas.openxmlformats.org/drawingml/2006/main">
            <a:pPr>
              <a:defRPr sz="2550" b="0">
                <a:solidFill>
                  <a:srgbClr val="30291F"/>
                </a:solidFill>
                <a:latin typeface="LXGW WenKai TC"/>
                <a:ea typeface="LXGW WenKai TC"/>
                <a:cs typeface="LXGW WenKai TC"/>
              </a:defRPr>
            </a:pPr>
            <a:r>
              <a:rPr sz="2550" b="0">
                <a:solidFill>
                  <a:srgbClr val="30291F"/>
                </a:solidFill>
                <a:latin typeface="LXGW WenKai TC"/>
                <a:ea typeface="LXGW WenKai TC"/>
                <a:cs typeface="LXGW WenKai TC"/>
              </a:rPr>
              <a:t>“好吧。”</a:t>
            </a:r>
          </a:p>
        </p:txBody>
      </p:sp>
      <p:sp>
        <p:nvSpPr>
          <p:cNvPr id="5" name="Text">
            <a:extLst xmlns:a="http://schemas.openxmlformats.org/drawingml/2006/main">
              <a:ext uri="{FF2B5EF4-FFF2-40B4-BE49-F238E27FC236}">
                <a16:creationId xmlns:a16="http://schemas.microsoft.com/office/drawing/2014/main" id="{D0DDA0EA-E608-4210-8E05-ECBE2856FA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433828"/>
            <a:ext cx="34290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1575" b="0">
                <a:solidFill>
                  <a:srgbClr val="9B3024"/>
                </a:solidFill>
                <a:latin typeface="Noto Serif CJK SC"/>
                <a:ea typeface="Noto Serif CJK SC"/>
                <a:cs typeface="Noto Serif CJK SC"/>
              </a:defRPr>
            </a:defPPr>
            <a:lvl1pPr>
              <a:defRPr sz="1575" b="0">
                <a:solidFill>
                  <a:srgbClr val="9B3024"/>
                </a:solidFill>
                <a:latin typeface="Noto Serif CJK SC"/>
                <a:ea typeface="Noto Serif CJK SC"/>
                <a:cs typeface="Noto Serif CJK SC"/>
              </a:defRPr>
            </a:lvl1pPr>
            <a:lvl2pPr>
              <a:defRPr sz="1575" b="0">
                <a:solidFill>
                  <a:srgbClr val="9B3024"/>
                </a:solidFill>
                <a:latin typeface="Noto Serif CJK SC"/>
                <a:ea typeface="Noto Serif CJK SC"/>
                <a:cs typeface="Noto Serif CJK SC"/>
              </a:defRPr>
            </a:lvl2pPr>
            <a:lvl3pPr>
              <a:defRPr sz="1575" b="0">
                <a:solidFill>
                  <a:srgbClr val="9B3024"/>
                </a:solidFill>
                <a:latin typeface="Noto Serif CJK SC"/>
                <a:ea typeface="Noto Serif CJK SC"/>
                <a:cs typeface="Noto Serif CJK SC"/>
              </a:defRPr>
            </a:lvl3pPr>
            <a:lvl4pPr>
              <a:defRPr sz="1575" b="0">
                <a:solidFill>
                  <a:srgbClr val="9B3024"/>
                </a:solidFill>
                <a:latin typeface="Noto Serif CJK SC"/>
                <a:ea typeface="Noto Serif CJK SC"/>
                <a:cs typeface="Noto Serif CJK SC"/>
              </a:defRPr>
            </a:lvl4pPr>
            <a:lvl5pPr>
              <a:defRPr sz="1575" b="0">
                <a:solidFill>
                  <a:srgbClr val="9B3024"/>
                </a:solidFill>
                <a:latin typeface="Noto Serif CJK SC"/>
                <a:ea typeface="Noto Serif CJK SC"/>
                <a:cs typeface="Noto Serif CJK SC"/>
              </a:defRPr>
            </a:lvl5pPr>
            <a:lvl6pPr>
              <a:defRPr sz="1575" b="0">
                <a:solidFill>
                  <a:srgbClr val="9B3024"/>
                </a:solidFill>
                <a:latin typeface="Noto Serif CJK SC"/>
                <a:ea typeface="Noto Serif CJK SC"/>
                <a:cs typeface="Noto Serif CJK SC"/>
              </a:defRPr>
            </a:lvl6pPr>
            <a:lvl7pPr>
              <a:defRPr sz="1575" b="0">
                <a:solidFill>
                  <a:srgbClr val="9B3024"/>
                </a:solidFill>
                <a:latin typeface="Noto Serif CJK SC"/>
                <a:ea typeface="Noto Serif CJK SC"/>
                <a:cs typeface="Noto Serif CJK SC"/>
              </a:defRPr>
            </a:lvl7pPr>
            <a:lvl8pPr>
              <a:defRPr sz="1575" b="0">
                <a:solidFill>
                  <a:srgbClr val="9B3024"/>
                </a:solidFill>
                <a:latin typeface="Noto Serif CJK SC"/>
                <a:ea typeface="Noto Serif CJK SC"/>
                <a:cs typeface="Noto Serif CJK SC"/>
              </a:defRPr>
            </a:lvl8pPr>
            <a:lvl9pPr>
              <a:defRPr sz="1575" b="0">
                <a:solidFill>
                  <a:srgbClr val="9B3024"/>
                </a:solidFill>
                <a:latin typeface="Noto Serif CJK SC"/>
                <a:ea typeface="Noto Serif CJK SC"/>
                <a:cs typeface="Noto Serif CJK SC"/>
              </a:defRPr>
            </a:lvl9pPr>
          </a:lstStyle>
          <a:p xmlns:a="http://schemas.openxmlformats.org/drawingml/2006/main">
            <a:pPr>
              <a:defRPr sz="1575" b="0">
                <a:solidFill>
                  <a:srgbClr val="9B3024"/>
                </a:solidFill>
                <a:latin typeface="Noto Serif CJK SC"/>
                <a:ea typeface="Noto Serif CJK SC"/>
                <a:cs typeface="Noto Serif CJK SC"/>
              </a:defRPr>
            </a:pPr>
            <a:r>
              <a:rPr sz="1575" b="0">
                <a:solidFill>
                  <a:srgbClr val="9B3024"/>
                </a:solidFill>
                <a:latin typeface="Noto Serif CJK SC"/>
                <a:ea typeface="Noto Serif CJK SC"/>
                <a:cs typeface="Noto Serif CJK SC"/>
              </a:rPr>
              <a:t>10</a:t>
            </a:r>
          </a:p>
        </p:txBody>
      </p:sp>
      <p:sp>
        <p:nvSpPr>
          <p:cNvPr id="6" name="Text">
            <a:extLst xmlns:a="http://schemas.openxmlformats.org/drawingml/2006/main">
              <a:ext uri="{FF2B5EF4-FFF2-40B4-BE49-F238E27FC236}">
                <a16:creationId xmlns:a16="http://schemas.microsoft.com/office/drawing/2014/main" id="{C53E6A40-601C-4F0C-8EE5-73CAF5EC86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2395728"/>
            <a:ext cx="10515600" cy="962406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2550" b="0">
                <a:solidFill>
                  <a:srgbClr val="30291F"/>
                </a:solidFill>
                <a:latin typeface="LXGW WenKai TC"/>
                <a:ea typeface="LXGW WenKai TC"/>
                <a:cs typeface="LXGW WenKai TC"/>
              </a:defRPr>
            </a:defPPr>
            <a:lvl1pPr>
              <a:defRPr sz="2550" b="0">
                <a:solidFill>
                  <a:srgbClr val="30291F"/>
                </a:solidFill>
                <a:latin typeface="LXGW WenKai TC"/>
                <a:ea typeface="LXGW WenKai TC"/>
                <a:cs typeface="LXGW WenKai TC"/>
              </a:defRPr>
            </a:lvl1pPr>
            <a:lvl2pPr>
              <a:defRPr sz="2550" b="0">
                <a:solidFill>
                  <a:srgbClr val="30291F"/>
                </a:solidFill>
                <a:latin typeface="LXGW WenKai TC"/>
                <a:ea typeface="LXGW WenKai TC"/>
                <a:cs typeface="LXGW WenKai TC"/>
              </a:defRPr>
            </a:lvl2pPr>
            <a:lvl3pPr>
              <a:defRPr sz="2550" b="0">
                <a:solidFill>
                  <a:srgbClr val="30291F"/>
                </a:solidFill>
                <a:latin typeface="LXGW WenKai TC"/>
                <a:ea typeface="LXGW WenKai TC"/>
                <a:cs typeface="LXGW WenKai TC"/>
              </a:defRPr>
            </a:lvl3pPr>
            <a:lvl4pPr>
              <a:defRPr sz="2550" b="0">
                <a:solidFill>
                  <a:srgbClr val="30291F"/>
                </a:solidFill>
                <a:latin typeface="LXGW WenKai TC"/>
                <a:ea typeface="LXGW WenKai TC"/>
                <a:cs typeface="LXGW WenKai TC"/>
              </a:defRPr>
            </a:lvl4pPr>
            <a:lvl5pPr>
              <a:defRPr sz="2550" b="0">
                <a:solidFill>
                  <a:srgbClr val="30291F"/>
                </a:solidFill>
                <a:latin typeface="LXGW WenKai TC"/>
                <a:ea typeface="LXGW WenKai TC"/>
                <a:cs typeface="LXGW WenKai TC"/>
              </a:defRPr>
            </a:lvl5pPr>
            <a:lvl6pPr>
              <a:defRPr sz="2550" b="0">
                <a:solidFill>
                  <a:srgbClr val="30291F"/>
                </a:solidFill>
                <a:latin typeface="LXGW WenKai TC"/>
                <a:ea typeface="LXGW WenKai TC"/>
                <a:cs typeface="LXGW WenKai TC"/>
              </a:defRPr>
            </a:lvl6pPr>
            <a:lvl7pPr>
              <a:defRPr sz="2550" b="0">
                <a:solidFill>
                  <a:srgbClr val="30291F"/>
                </a:solidFill>
                <a:latin typeface="LXGW WenKai TC"/>
                <a:ea typeface="LXGW WenKai TC"/>
                <a:cs typeface="LXGW WenKai TC"/>
              </a:defRPr>
            </a:lvl7pPr>
            <a:lvl8pPr>
              <a:defRPr sz="2550" b="0">
                <a:solidFill>
                  <a:srgbClr val="30291F"/>
                </a:solidFill>
                <a:latin typeface="LXGW WenKai TC"/>
                <a:ea typeface="LXGW WenKai TC"/>
                <a:cs typeface="LXGW WenKai TC"/>
              </a:defRPr>
            </a:lvl8pPr>
            <a:lvl9pPr>
              <a:defRPr sz="2550" b="0">
                <a:solidFill>
                  <a:srgbClr val="30291F"/>
                </a:solidFill>
                <a:latin typeface="LXGW WenKai TC"/>
                <a:ea typeface="LXGW WenKai TC"/>
                <a:cs typeface="LXGW WenKai TC"/>
              </a:defRPr>
            </a:lvl9pPr>
          </a:lstStyle>
          <a:p xmlns:a="http://schemas.openxmlformats.org/drawingml/2006/main">
            <a:pPr>
              <a:defRPr sz="2550" b="0">
                <a:solidFill>
                  <a:srgbClr val="30291F"/>
                </a:solidFill>
                <a:latin typeface="LXGW WenKai TC"/>
                <a:ea typeface="LXGW WenKai TC"/>
                <a:cs typeface="LXGW WenKai TC"/>
              </a:defRPr>
            </a:pPr>
            <a:r>
              <a:rPr sz="2550" b="0">
                <a:solidFill>
                  <a:srgbClr val="30291F"/>
                </a:solidFill>
                <a:latin typeface="LXGW WenKai TC"/>
                <a:ea typeface="LXGW WenKai TC"/>
                <a:cs typeface="LXGW WenKai TC"/>
              </a:rPr>
              <a:t>一个“嗯”，一个“好吧”，其实也只能这样了。妈妈一定在想，女儿可</a:t>
            </a:r>
          </a:p>
          <a:p xmlns:a="http://schemas.openxmlformats.org/drawingml/2006/main">
            <a:pPr>
              <a:defRPr sz="2550" b="0">
                <a:solidFill>
                  <a:srgbClr val="30291F"/>
                </a:solidFill>
                <a:latin typeface="LXGW WenKai TC"/>
                <a:ea typeface="LXGW WenKai TC"/>
                <a:cs typeface="LXGW WenKai TC"/>
              </a:defRPr>
            </a:pPr>
            <a:r>
              <a:rPr sz="2550" b="0">
                <a:solidFill>
                  <a:srgbClr val="30291F"/>
                </a:solidFill>
                <a:latin typeface="LXGW WenKai TC"/>
                <a:ea typeface="LXGW WenKai TC"/>
                <a:cs typeface="LXGW WenKai TC"/>
              </a:rPr>
              <a:t>能以后都不能回来过年了。沉默寡言的爸爸还是那副酷酷的表情。</a:t>
            </a:r>
          </a:p>
        </p:txBody>
      </p:sp>
      <p:sp>
        <p:nvSpPr>
          <p:cNvPr id="7" name="Text">
            <a:extLst xmlns:a="http://schemas.openxmlformats.org/drawingml/2006/main">
              <a:ext uri="{FF2B5EF4-FFF2-40B4-BE49-F238E27FC236}">
                <a16:creationId xmlns:a16="http://schemas.microsoft.com/office/drawing/2014/main" id="{B3E0550B-0055-4A88-A75E-A9C77CDBD1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548634"/>
            <a:ext cx="34290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1575" b="0">
                <a:solidFill>
                  <a:srgbClr val="9B3024"/>
                </a:solidFill>
                <a:latin typeface="Noto Serif CJK SC"/>
                <a:ea typeface="Noto Serif CJK SC"/>
                <a:cs typeface="Noto Serif CJK SC"/>
              </a:defRPr>
            </a:defPPr>
            <a:lvl1pPr>
              <a:defRPr sz="1575" b="0">
                <a:solidFill>
                  <a:srgbClr val="9B3024"/>
                </a:solidFill>
                <a:latin typeface="Noto Serif CJK SC"/>
                <a:ea typeface="Noto Serif CJK SC"/>
                <a:cs typeface="Noto Serif CJK SC"/>
              </a:defRPr>
            </a:lvl1pPr>
            <a:lvl2pPr>
              <a:defRPr sz="1575" b="0">
                <a:solidFill>
                  <a:srgbClr val="9B3024"/>
                </a:solidFill>
                <a:latin typeface="Noto Serif CJK SC"/>
                <a:ea typeface="Noto Serif CJK SC"/>
                <a:cs typeface="Noto Serif CJK SC"/>
              </a:defRPr>
            </a:lvl2pPr>
            <a:lvl3pPr>
              <a:defRPr sz="1575" b="0">
                <a:solidFill>
                  <a:srgbClr val="9B3024"/>
                </a:solidFill>
                <a:latin typeface="Noto Serif CJK SC"/>
                <a:ea typeface="Noto Serif CJK SC"/>
                <a:cs typeface="Noto Serif CJK SC"/>
              </a:defRPr>
            </a:lvl3pPr>
            <a:lvl4pPr>
              <a:defRPr sz="1575" b="0">
                <a:solidFill>
                  <a:srgbClr val="9B3024"/>
                </a:solidFill>
                <a:latin typeface="Noto Serif CJK SC"/>
                <a:ea typeface="Noto Serif CJK SC"/>
                <a:cs typeface="Noto Serif CJK SC"/>
              </a:defRPr>
            </a:lvl4pPr>
            <a:lvl5pPr>
              <a:defRPr sz="1575" b="0">
                <a:solidFill>
                  <a:srgbClr val="9B3024"/>
                </a:solidFill>
                <a:latin typeface="Noto Serif CJK SC"/>
                <a:ea typeface="Noto Serif CJK SC"/>
                <a:cs typeface="Noto Serif CJK SC"/>
              </a:defRPr>
            </a:lvl5pPr>
            <a:lvl6pPr>
              <a:defRPr sz="1575" b="0">
                <a:solidFill>
                  <a:srgbClr val="9B3024"/>
                </a:solidFill>
                <a:latin typeface="Noto Serif CJK SC"/>
                <a:ea typeface="Noto Serif CJK SC"/>
                <a:cs typeface="Noto Serif CJK SC"/>
              </a:defRPr>
            </a:lvl6pPr>
            <a:lvl7pPr>
              <a:defRPr sz="1575" b="0">
                <a:solidFill>
                  <a:srgbClr val="9B3024"/>
                </a:solidFill>
                <a:latin typeface="Noto Serif CJK SC"/>
                <a:ea typeface="Noto Serif CJK SC"/>
                <a:cs typeface="Noto Serif CJK SC"/>
              </a:defRPr>
            </a:lvl7pPr>
            <a:lvl8pPr>
              <a:defRPr sz="1575" b="0">
                <a:solidFill>
                  <a:srgbClr val="9B3024"/>
                </a:solidFill>
                <a:latin typeface="Noto Serif CJK SC"/>
                <a:ea typeface="Noto Serif CJK SC"/>
                <a:cs typeface="Noto Serif CJK SC"/>
              </a:defRPr>
            </a:lvl8pPr>
            <a:lvl9pPr>
              <a:defRPr sz="1575" b="0">
                <a:solidFill>
                  <a:srgbClr val="9B3024"/>
                </a:solidFill>
                <a:latin typeface="Noto Serif CJK SC"/>
                <a:ea typeface="Noto Serif CJK SC"/>
                <a:cs typeface="Noto Serif CJK SC"/>
              </a:defRPr>
            </a:lvl9pPr>
          </a:lstStyle>
          <a:p xmlns:a="http://schemas.openxmlformats.org/drawingml/2006/main">
            <a:pPr>
              <a:defRPr sz="1575" b="0">
                <a:solidFill>
                  <a:srgbClr val="9B3024"/>
                </a:solidFill>
                <a:latin typeface="Noto Serif CJK SC"/>
                <a:ea typeface="Noto Serif CJK SC"/>
                <a:cs typeface="Noto Serif CJK SC"/>
              </a:defRPr>
            </a:pPr>
            <a:r>
              <a:rPr sz="1575" b="0">
                <a:solidFill>
                  <a:srgbClr val="9B3024"/>
                </a:solidFill>
                <a:latin typeface="Noto Serif CJK SC"/>
                <a:ea typeface="Noto Serif CJK SC"/>
                <a:cs typeface="Noto Serif CJK SC"/>
              </a:rPr>
              <a:t>11</a:t>
            </a:r>
          </a:p>
        </p:txBody>
      </p:sp>
      <p:sp>
        <p:nvSpPr>
          <p:cNvPr id="8" name="Text">
            <a:extLst xmlns:a="http://schemas.openxmlformats.org/drawingml/2006/main">
              <a:ext uri="{FF2B5EF4-FFF2-40B4-BE49-F238E27FC236}">
                <a16:creationId xmlns:a16="http://schemas.microsoft.com/office/drawing/2014/main" id="{95AA1627-3E76-4EC5-B9DB-5A85944036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3510534"/>
            <a:ext cx="10515600" cy="962406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2550" b="0">
                <a:solidFill>
                  <a:srgbClr val="30291F"/>
                </a:solidFill>
                <a:latin typeface="LXGW WenKai TC"/>
                <a:ea typeface="LXGW WenKai TC"/>
                <a:cs typeface="LXGW WenKai TC"/>
              </a:defRPr>
            </a:defPPr>
            <a:lvl1pPr>
              <a:defRPr sz="2550" b="0">
                <a:solidFill>
                  <a:srgbClr val="30291F"/>
                </a:solidFill>
                <a:latin typeface="LXGW WenKai TC"/>
                <a:ea typeface="LXGW WenKai TC"/>
                <a:cs typeface="LXGW WenKai TC"/>
              </a:defRPr>
            </a:lvl1pPr>
            <a:lvl2pPr>
              <a:defRPr sz="2550" b="0">
                <a:solidFill>
                  <a:srgbClr val="30291F"/>
                </a:solidFill>
                <a:latin typeface="LXGW WenKai TC"/>
                <a:ea typeface="LXGW WenKai TC"/>
                <a:cs typeface="LXGW WenKai TC"/>
              </a:defRPr>
            </a:lvl2pPr>
            <a:lvl3pPr>
              <a:defRPr sz="2550" b="0">
                <a:solidFill>
                  <a:srgbClr val="30291F"/>
                </a:solidFill>
                <a:latin typeface="LXGW WenKai TC"/>
                <a:ea typeface="LXGW WenKai TC"/>
                <a:cs typeface="LXGW WenKai TC"/>
              </a:defRPr>
            </a:lvl3pPr>
            <a:lvl4pPr>
              <a:defRPr sz="2550" b="0">
                <a:solidFill>
                  <a:srgbClr val="30291F"/>
                </a:solidFill>
                <a:latin typeface="LXGW WenKai TC"/>
                <a:ea typeface="LXGW WenKai TC"/>
                <a:cs typeface="LXGW WenKai TC"/>
              </a:defRPr>
            </a:lvl4pPr>
            <a:lvl5pPr>
              <a:defRPr sz="2550" b="0">
                <a:solidFill>
                  <a:srgbClr val="30291F"/>
                </a:solidFill>
                <a:latin typeface="LXGW WenKai TC"/>
                <a:ea typeface="LXGW WenKai TC"/>
                <a:cs typeface="LXGW WenKai TC"/>
              </a:defRPr>
            </a:lvl5pPr>
            <a:lvl6pPr>
              <a:defRPr sz="2550" b="0">
                <a:solidFill>
                  <a:srgbClr val="30291F"/>
                </a:solidFill>
                <a:latin typeface="LXGW WenKai TC"/>
                <a:ea typeface="LXGW WenKai TC"/>
                <a:cs typeface="LXGW WenKai TC"/>
              </a:defRPr>
            </a:lvl6pPr>
            <a:lvl7pPr>
              <a:defRPr sz="2550" b="0">
                <a:solidFill>
                  <a:srgbClr val="30291F"/>
                </a:solidFill>
                <a:latin typeface="LXGW WenKai TC"/>
                <a:ea typeface="LXGW WenKai TC"/>
                <a:cs typeface="LXGW WenKai TC"/>
              </a:defRPr>
            </a:lvl7pPr>
            <a:lvl8pPr>
              <a:defRPr sz="2550" b="0">
                <a:solidFill>
                  <a:srgbClr val="30291F"/>
                </a:solidFill>
                <a:latin typeface="LXGW WenKai TC"/>
                <a:ea typeface="LXGW WenKai TC"/>
                <a:cs typeface="LXGW WenKai TC"/>
              </a:defRPr>
            </a:lvl8pPr>
            <a:lvl9pPr>
              <a:defRPr sz="2550" b="0">
                <a:solidFill>
                  <a:srgbClr val="30291F"/>
                </a:solidFill>
                <a:latin typeface="LXGW WenKai TC"/>
                <a:ea typeface="LXGW WenKai TC"/>
                <a:cs typeface="LXGW WenKai TC"/>
              </a:defRPr>
            </a:lvl9pPr>
          </a:lstStyle>
          <a:p xmlns:a="http://schemas.openxmlformats.org/drawingml/2006/main">
            <a:pPr>
              <a:defRPr sz="2550" b="0">
                <a:solidFill>
                  <a:srgbClr val="30291F"/>
                </a:solidFill>
                <a:latin typeface="LXGW WenKai TC"/>
                <a:ea typeface="LXGW WenKai TC"/>
                <a:cs typeface="LXGW WenKai TC"/>
              </a:defRPr>
            </a:pPr>
            <a:r>
              <a:rPr sz="2550" b="0">
                <a:solidFill>
                  <a:srgbClr val="30291F"/>
                </a:solidFill>
                <a:latin typeface="LXGW WenKai TC"/>
                <a:ea typeface="LXGW WenKai TC"/>
                <a:cs typeface="LXGW WenKai TC"/>
              </a:rPr>
              <a:t>“我们会给你们一个大大的电子红包！”姐姐和姐夫的承诺中带着几分歉</a:t>
            </a:r>
          </a:p>
          <a:p xmlns:a="http://schemas.openxmlformats.org/drawingml/2006/main">
            <a:pPr>
              <a:defRPr sz="2550" b="0">
                <a:solidFill>
                  <a:srgbClr val="30291F"/>
                </a:solidFill>
                <a:latin typeface="LXGW WenKai TC"/>
                <a:ea typeface="LXGW WenKai TC"/>
                <a:cs typeface="LXGW WenKai TC"/>
              </a:defRPr>
            </a:pPr>
            <a:r>
              <a:rPr sz="2550" b="0">
                <a:solidFill>
                  <a:srgbClr val="30291F"/>
                </a:solidFill>
                <a:latin typeface="LXGW WenKai TC"/>
                <a:ea typeface="LXGW WenKai TC"/>
                <a:cs typeface="LXGW WenKai TC"/>
              </a:rPr>
              <a:t>意。</a:t>
            </a:r>
          </a:p>
        </p:txBody>
      </p:sp>
      <p:sp>
        <p:nvSpPr>
          <p:cNvPr id="9" name="Text">
            <a:extLst xmlns:a="http://schemas.openxmlformats.org/drawingml/2006/main">
              <a:ext uri="{FF2B5EF4-FFF2-40B4-BE49-F238E27FC236}">
                <a16:creationId xmlns:a16="http://schemas.microsoft.com/office/drawing/2014/main" id="{EC29E077-C09C-4B67-9EB9-BE7C02008D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25200" y="6477000"/>
            <a:ext cx="4572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1350" b="0">
                <a:solidFill>
                  <a:srgbClr val="776C60"/>
                </a:solidFill>
                <a:latin typeface="Noto Serif CJK SC"/>
                <a:ea typeface="Noto Serif CJK SC"/>
                <a:cs typeface="Noto Serif CJK SC"/>
              </a:defRPr>
            </a:defPPr>
            <a:lvl1pPr>
              <a:defRPr sz="1350" b="0">
                <a:solidFill>
                  <a:srgbClr val="776C60"/>
                </a:solidFill>
                <a:latin typeface="Noto Serif CJK SC"/>
                <a:ea typeface="Noto Serif CJK SC"/>
                <a:cs typeface="Noto Serif CJK SC"/>
              </a:defRPr>
            </a:lvl1pPr>
            <a:lvl2pPr>
              <a:defRPr sz="1350" b="0">
                <a:solidFill>
                  <a:srgbClr val="776C60"/>
                </a:solidFill>
                <a:latin typeface="Noto Serif CJK SC"/>
                <a:ea typeface="Noto Serif CJK SC"/>
                <a:cs typeface="Noto Serif CJK SC"/>
              </a:defRPr>
            </a:lvl2pPr>
            <a:lvl3pPr>
              <a:defRPr sz="1350" b="0">
                <a:solidFill>
                  <a:srgbClr val="776C60"/>
                </a:solidFill>
                <a:latin typeface="Noto Serif CJK SC"/>
                <a:ea typeface="Noto Serif CJK SC"/>
                <a:cs typeface="Noto Serif CJK SC"/>
              </a:defRPr>
            </a:lvl3pPr>
            <a:lvl4pPr>
              <a:defRPr sz="1350" b="0">
                <a:solidFill>
                  <a:srgbClr val="776C60"/>
                </a:solidFill>
                <a:latin typeface="Noto Serif CJK SC"/>
                <a:ea typeface="Noto Serif CJK SC"/>
                <a:cs typeface="Noto Serif CJK SC"/>
              </a:defRPr>
            </a:lvl4pPr>
            <a:lvl5pPr>
              <a:defRPr sz="1350" b="0">
                <a:solidFill>
                  <a:srgbClr val="776C60"/>
                </a:solidFill>
                <a:latin typeface="Noto Serif CJK SC"/>
                <a:ea typeface="Noto Serif CJK SC"/>
                <a:cs typeface="Noto Serif CJK SC"/>
              </a:defRPr>
            </a:lvl5pPr>
            <a:lvl6pPr>
              <a:defRPr sz="1350" b="0">
                <a:solidFill>
                  <a:srgbClr val="776C60"/>
                </a:solidFill>
                <a:latin typeface="Noto Serif CJK SC"/>
                <a:ea typeface="Noto Serif CJK SC"/>
                <a:cs typeface="Noto Serif CJK SC"/>
              </a:defRPr>
            </a:lvl6pPr>
            <a:lvl7pPr>
              <a:defRPr sz="1350" b="0">
                <a:solidFill>
                  <a:srgbClr val="776C60"/>
                </a:solidFill>
                <a:latin typeface="Noto Serif CJK SC"/>
                <a:ea typeface="Noto Serif CJK SC"/>
                <a:cs typeface="Noto Serif CJK SC"/>
              </a:defRPr>
            </a:lvl7pPr>
            <a:lvl8pPr>
              <a:defRPr sz="1350" b="0">
                <a:solidFill>
                  <a:srgbClr val="776C60"/>
                </a:solidFill>
                <a:latin typeface="Noto Serif CJK SC"/>
                <a:ea typeface="Noto Serif CJK SC"/>
                <a:cs typeface="Noto Serif CJK SC"/>
              </a:defRPr>
            </a:lvl8pPr>
            <a:lvl9pPr>
              <a:defRPr sz="1350" b="0">
                <a:solidFill>
                  <a:srgbClr val="776C60"/>
                </a:solidFill>
                <a:latin typeface="Noto Serif CJK SC"/>
                <a:ea typeface="Noto Serif CJK SC"/>
                <a:cs typeface="Noto Serif CJK SC"/>
              </a:defRPr>
            </a:lvl9pPr>
          </a:lstStyle>
          <a:p xmlns:a="http://schemas.openxmlformats.org/drawingml/2006/main">
            <a:pPr>
              <a:defRPr sz="1350" b="0">
                <a:solidFill>
                  <a:srgbClr val="776C60"/>
                </a:solidFill>
                <a:latin typeface="Noto Serif CJK SC"/>
                <a:ea typeface="Noto Serif CJK SC"/>
                <a:cs typeface="Noto Serif CJK SC"/>
              </a:defRPr>
            </a:pPr>
            <a:r>
              <a:rPr sz="1350" b="0">
                <a:solidFill>
                  <a:srgbClr val="776C60"/>
                </a:solidFill>
                <a:latin typeface="Noto Serif CJK SC"/>
                <a:ea typeface="Noto Serif CJK SC"/>
                <a:cs typeface="Noto Serif CJK SC"/>
              </a:rPr>
              <a:t>06</a:t>
            </a:r>
          </a:p>
        </p:txBody>
      </p:sp>
    </p:spTree>
    <p:extLst>
      <p:ext uri="{BB962C8B-B14F-4D97-AF65-F5344CB8AC3E}">
        <p14:creationId xmlns:p14="http://schemas.microsoft.com/office/powerpoint/2010/main" val="1486150875"/>
      </p:ext>
    </p:extLst>
  </p:cSld>
</p:sld>
</file>

<file path=ppt/slides/slide7.xml><?xml version="1.0" encoding="utf-8"?>
<p:sld xmlns:p="http://schemas.openxmlformats.org/presentationml/2006/main">
  <p:cSld>
    <p:bg>
      <p:bgPr>
        <a:solidFill xmlns:a="http://schemas.openxmlformats.org/drawingml/2006/main">
          <a:srgbClr val="FFFAF2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0" name="Text">
            <a:extLst xmlns:a="http://schemas.openxmlformats.org/drawingml/2006/main">
              <a:ext uri="{FF2B5EF4-FFF2-40B4-BE49-F238E27FC236}">
                <a16:creationId xmlns:a16="http://schemas.microsoft.com/office/drawing/2014/main" id="{52BFE22F-4E3A-47BB-9778-2839AD65FB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33375"/>
            <a:ext cx="85725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1575" b="0">
                <a:solidFill>
                  <a:srgbClr val="9B3024"/>
                </a:solidFill>
                <a:latin typeface="Noto Serif CJK SC"/>
                <a:ea typeface="Noto Serif CJK SC"/>
                <a:cs typeface="Noto Serif CJK SC"/>
              </a:defRPr>
            </a:defPPr>
            <a:lvl1pPr>
              <a:defRPr sz="1575" b="0">
                <a:solidFill>
                  <a:srgbClr val="9B3024"/>
                </a:solidFill>
                <a:latin typeface="Noto Serif CJK SC"/>
                <a:ea typeface="Noto Serif CJK SC"/>
                <a:cs typeface="Noto Serif CJK SC"/>
              </a:defRPr>
            </a:lvl1pPr>
            <a:lvl2pPr>
              <a:defRPr sz="1575" b="0">
                <a:solidFill>
                  <a:srgbClr val="9B3024"/>
                </a:solidFill>
                <a:latin typeface="Noto Serif CJK SC"/>
                <a:ea typeface="Noto Serif CJK SC"/>
                <a:cs typeface="Noto Serif CJK SC"/>
              </a:defRPr>
            </a:lvl2pPr>
            <a:lvl3pPr>
              <a:defRPr sz="1575" b="0">
                <a:solidFill>
                  <a:srgbClr val="9B3024"/>
                </a:solidFill>
                <a:latin typeface="Noto Serif CJK SC"/>
                <a:ea typeface="Noto Serif CJK SC"/>
                <a:cs typeface="Noto Serif CJK SC"/>
              </a:defRPr>
            </a:lvl3pPr>
            <a:lvl4pPr>
              <a:defRPr sz="1575" b="0">
                <a:solidFill>
                  <a:srgbClr val="9B3024"/>
                </a:solidFill>
                <a:latin typeface="Noto Serif CJK SC"/>
                <a:ea typeface="Noto Serif CJK SC"/>
                <a:cs typeface="Noto Serif CJK SC"/>
              </a:defRPr>
            </a:lvl4pPr>
            <a:lvl5pPr>
              <a:defRPr sz="1575" b="0">
                <a:solidFill>
                  <a:srgbClr val="9B3024"/>
                </a:solidFill>
                <a:latin typeface="Noto Serif CJK SC"/>
                <a:ea typeface="Noto Serif CJK SC"/>
                <a:cs typeface="Noto Serif CJK SC"/>
              </a:defRPr>
            </a:lvl5pPr>
            <a:lvl6pPr>
              <a:defRPr sz="1575" b="0">
                <a:solidFill>
                  <a:srgbClr val="9B3024"/>
                </a:solidFill>
                <a:latin typeface="Noto Serif CJK SC"/>
                <a:ea typeface="Noto Serif CJK SC"/>
                <a:cs typeface="Noto Serif CJK SC"/>
              </a:defRPr>
            </a:lvl6pPr>
            <a:lvl7pPr>
              <a:defRPr sz="1575" b="0">
                <a:solidFill>
                  <a:srgbClr val="9B3024"/>
                </a:solidFill>
                <a:latin typeface="Noto Serif CJK SC"/>
                <a:ea typeface="Noto Serif CJK SC"/>
                <a:cs typeface="Noto Serif CJK SC"/>
              </a:defRPr>
            </a:lvl7pPr>
            <a:lvl8pPr>
              <a:defRPr sz="1575" b="0">
                <a:solidFill>
                  <a:srgbClr val="9B3024"/>
                </a:solidFill>
                <a:latin typeface="Noto Serif CJK SC"/>
                <a:ea typeface="Noto Serif CJK SC"/>
                <a:cs typeface="Noto Serif CJK SC"/>
              </a:defRPr>
            </a:lvl8pPr>
            <a:lvl9pPr>
              <a:defRPr sz="1575" b="0">
                <a:solidFill>
                  <a:srgbClr val="9B3024"/>
                </a:solidFill>
                <a:latin typeface="Noto Serif CJK SC"/>
                <a:ea typeface="Noto Serif CJK SC"/>
                <a:cs typeface="Noto Serif CJK SC"/>
              </a:defRPr>
            </a:lvl9pPr>
          </a:lstStyle>
          <a:p xmlns:a="http://schemas.openxmlformats.org/drawingml/2006/main">
            <a:pPr>
              <a:defRPr sz="1575" b="0">
                <a:solidFill>
                  <a:srgbClr val="9B3024"/>
                </a:solidFill>
                <a:latin typeface="Noto Serif CJK SC"/>
                <a:ea typeface="Noto Serif CJK SC"/>
                <a:cs typeface="Noto Serif CJK SC"/>
              </a:defRPr>
            </a:pPr>
            <a:r>
              <a:rPr sz="1575" b="0">
                <a:solidFill>
                  <a:srgbClr val="9B3024"/>
                </a:solidFill>
                <a:latin typeface="Noto Serif CJK SC"/>
                <a:ea typeface="Noto Serif CJK SC"/>
                <a:cs typeface="Noto Serif CJK SC"/>
              </a:rPr>
              <a:t>初读全文</a:t>
            </a:r>
          </a:p>
        </p:txBody>
      </p:sp>
      <p:sp>
        <p:nvSpPr>
          <p:cNvPr id="2" name="Text">
            <a:extLst xmlns:a="http://schemas.openxmlformats.org/drawingml/2006/main">
              <a:ext uri="{FF2B5EF4-FFF2-40B4-BE49-F238E27FC236}">
                <a16:creationId xmlns:a16="http://schemas.microsoft.com/office/drawing/2014/main" id="{A08E8F39-A9B9-413A-9246-E612963461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790575"/>
            <a:ext cx="109728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3225" b="1">
                <a:solidFill>
                  <a:srgbClr val="30291F"/>
                </a:solidFill>
                <a:latin typeface="Noto Serif CJK SC"/>
                <a:ea typeface="Noto Serif CJK SC"/>
                <a:cs typeface="Noto Serif CJK SC"/>
              </a:defRPr>
            </a:defPPr>
            <a:lvl1pPr>
              <a:defRPr sz="3225" b="1">
                <a:solidFill>
                  <a:srgbClr val="30291F"/>
                </a:solidFill>
                <a:latin typeface="Noto Serif CJK SC"/>
                <a:ea typeface="Noto Serif CJK SC"/>
                <a:cs typeface="Noto Serif CJK SC"/>
              </a:defRPr>
            </a:lvl1pPr>
            <a:lvl2pPr>
              <a:defRPr sz="3225" b="1">
                <a:solidFill>
                  <a:srgbClr val="30291F"/>
                </a:solidFill>
                <a:latin typeface="Noto Serif CJK SC"/>
                <a:ea typeface="Noto Serif CJK SC"/>
                <a:cs typeface="Noto Serif CJK SC"/>
              </a:defRPr>
            </a:lvl2pPr>
            <a:lvl3pPr>
              <a:defRPr sz="3225" b="1">
                <a:solidFill>
                  <a:srgbClr val="30291F"/>
                </a:solidFill>
                <a:latin typeface="Noto Serif CJK SC"/>
                <a:ea typeface="Noto Serif CJK SC"/>
                <a:cs typeface="Noto Serif CJK SC"/>
              </a:defRPr>
            </a:lvl3pPr>
            <a:lvl4pPr>
              <a:defRPr sz="3225" b="1">
                <a:solidFill>
                  <a:srgbClr val="30291F"/>
                </a:solidFill>
                <a:latin typeface="Noto Serif CJK SC"/>
                <a:ea typeface="Noto Serif CJK SC"/>
                <a:cs typeface="Noto Serif CJK SC"/>
              </a:defRPr>
            </a:lvl4pPr>
            <a:lvl5pPr>
              <a:defRPr sz="3225" b="1">
                <a:solidFill>
                  <a:srgbClr val="30291F"/>
                </a:solidFill>
                <a:latin typeface="Noto Serif CJK SC"/>
                <a:ea typeface="Noto Serif CJK SC"/>
                <a:cs typeface="Noto Serif CJK SC"/>
              </a:defRPr>
            </a:lvl5pPr>
            <a:lvl6pPr>
              <a:defRPr sz="3225" b="1">
                <a:solidFill>
                  <a:srgbClr val="30291F"/>
                </a:solidFill>
                <a:latin typeface="Noto Serif CJK SC"/>
                <a:ea typeface="Noto Serif CJK SC"/>
                <a:cs typeface="Noto Serif CJK SC"/>
              </a:defRPr>
            </a:lvl6pPr>
            <a:lvl7pPr>
              <a:defRPr sz="3225" b="1">
                <a:solidFill>
                  <a:srgbClr val="30291F"/>
                </a:solidFill>
                <a:latin typeface="Noto Serif CJK SC"/>
                <a:ea typeface="Noto Serif CJK SC"/>
                <a:cs typeface="Noto Serif CJK SC"/>
              </a:defRPr>
            </a:lvl7pPr>
            <a:lvl8pPr>
              <a:defRPr sz="3225" b="1">
                <a:solidFill>
                  <a:srgbClr val="30291F"/>
                </a:solidFill>
                <a:latin typeface="Noto Serif CJK SC"/>
                <a:ea typeface="Noto Serif CJK SC"/>
                <a:cs typeface="Noto Serif CJK SC"/>
              </a:defRPr>
            </a:lvl8pPr>
            <a:lvl9pPr>
              <a:defRPr sz="3225" b="1">
                <a:solidFill>
                  <a:srgbClr val="30291F"/>
                </a:solidFill>
                <a:latin typeface="Noto Serif CJK SC"/>
                <a:ea typeface="Noto Serif CJK SC"/>
                <a:cs typeface="Noto Serif CJK SC"/>
              </a:defRPr>
            </a:lvl9pPr>
          </a:lstStyle>
          <a:p xmlns:a="http://schemas.openxmlformats.org/drawingml/2006/main">
            <a:pPr>
              <a:defRPr sz="3225" b="1">
                <a:solidFill>
                  <a:srgbClr val="30291F"/>
                </a:solidFill>
                <a:latin typeface="Noto Serif CJK SC"/>
                <a:ea typeface="Noto Serif CJK SC"/>
                <a:cs typeface="Noto Serif CJK SC"/>
              </a:defRPr>
            </a:pPr>
            <a:r>
              <a:rPr sz="3225" b="1">
                <a:solidFill>
                  <a:srgbClr val="30291F"/>
                </a:solidFill>
                <a:latin typeface="Noto Serif CJK SC"/>
                <a:ea typeface="Noto Serif CJK SC"/>
                <a:cs typeface="Noto Serif CJK SC"/>
              </a:rPr>
              <a:t>初读  第12—14段</a:t>
            </a:r>
          </a:p>
        </p:txBody>
      </p:sp>
      <p:sp>
        <p:nvSpPr>
          <p:cNvPr id="3" name="Text">
            <a:extLst xmlns:a="http://schemas.openxmlformats.org/drawingml/2006/main">
              <a:ext uri="{FF2B5EF4-FFF2-40B4-BE49-F238E27FC236}">
                <a16:creationId xmlns:a16="http://schemas.microsoft.com/office/drawing/2014/main" id="{DA661FBE-24DE-469B-B4AA-AD854C7B18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733550"/>
            <a:ext cx="34290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1575" b="0">
                <a:solidFill>
                  <a:srgbClr val="9B3024"/>
                </a:solidFill>
                <a:latin typeface="Noto Serif CJK SC"/>
                <a:ea typeface="Noto Serif CJK SC"/>
                <a:cs typeface="Noto Serif CJK SC"/>
              </a:defRPr>
            </a:defPPr>
            <a:lvl1pPr>
              <a:defRPr sz="1575" b="0">
                <a:solidFill>
                  <a:srgbClr val="9B3024"/>
                </a:solidFill>
                <a:latin typeface="Noto Serif CJK SC"/>
                <a:ea typeface="Noto Serif CJK SC"/>
                <a:cs typeface="Noto Serif CJK SC"/>
              </a:defRPr>
            </a:lvl1pPr>
            <a:lvl2pPr>
              <a:defRPr sz="1575" b="0">
                <a:solidFill>
                  <a:srgbClr val="9B3024"/>
                </a:solidFill>
                <a:latin typeface="Noto Serif CJK SC"/>
                <a:ea typeface="Noto Serif CJK SC"/>
                <a:cs typeface="Noto Serif CJK SC"/>
              </a:defRPr>
            </a:lvl2pPr>
            <a:lvl3pPr>
              <a:defRPr sz="1575" b="0">
                <a:solidFill>
                  <a:srgbClr val="9B3024"/>
                </a:solidFill>
                <a:latin typeface="Noto Serif CJK SC"/>
                <a:ea typeface="Noto Serif CJK SC"/>
                <a:cs typeface="Noto Serif CJK SC"/>
              </a:defRPr>
            </a:lvl3pPr>
            <a:lvl4pPr>
              <a:defRPr sz="1575" b="0">
                <a:solidFill>
                  <a:srgbClr val="9B3024"/>
                </a:solidFill>
                <a:latin typeface="Noto Serif CJK SC"/>
                <a:ea typeface="Noto Serif CJK SC"/>
                <a:cs typeface="Noto Serif CJK SC"/>
              </a:defRPr>
            </a:lvl4pPr>
            <a:lvl5pPr>
              <a:defRPr sz="1575" b="0">
                <a:solidFill>
                  <a:srgbClr val="9B3024"/>
                </a:solidFill>
                <a:latin typeface="Noto Serif CJK SC"/>
                <a:ea typeface="Noto Serif CJK SC"/>
                <a:cs typeface="Noto Serif CJK SC"/>
              </a:defRPr>
            </a:lvl5pPr>
            <a:lvl6pPr>
              <a:defRPr sz="1575" b="0">
                <a:solidFill>
                  <a:srgbClr val="9B3024"/>
                </a:solidFill>
                <a:latin typeface="Noto Serif CJK SC"/>
                <a:ea typeface="Noto Serif CJK SC"/>
                <a:cs typeface="Noto Serif CJK SC"/>
              </a:defRPr>
            </a:lvl6pPr>
            <a:lvl7pPr>
              <a:defRPr sz="1575" b="0">
                <a:solidFill>
                  <a:srgbClr val="9B3024"/>
                </a:solidFill>
                <a:latin typeface="Noto Serif CJK SC"/>
                <a:ea typeface="Noto Serif CJK SC"/>
                <a:cs typeface="Noto Serif CJK SC"/>
              </a:defRPr>
            </a:lvl7pPr>
            <a:lvl8pPr>
              <a:defRPr sz="1575" b="0">
                <a:solidFill>
                  <a:srgbClr val="9B3024"/>
                </a:solidFill>
                <a:latin typeface="Noto Serif CJK SC"/>
                <a:ea typeface="Noto Serif CJK SC"/>
                <a:cs typeface="Noto Serif CJK SC"/>
              </a:defRPr>
            </a:lvl8pPr>
            <a:lvl9pPr>
              <a:defRPr sz="1575" b="0">
                <a:solidFill>
                  <a:srgbClr val="9B3024"/>
                </a:solidFill>
                <a:latin typeface="Noto Serif CJK SC"/>
                <a:ea typeface="Noto Serif CJK SC"/>
                <a:cs typeface="Noto Serif CJK SC"/>
              </a:defRPr>
            </a:lvl9pPr>
          </a:lstStyle>
          <a:p xmlns:a="http://schemas.openxmlformats.org/drawingml/2006/main">
            <a:pPr>
              <a:defRPr sz="1575" b="0">
                <a:solidFill>
                  <a:srgbClr val="9B3024"/>
                </a:solidFill>
                <a:latin typeface="Noto Serif CJK SC"/>
                <a:ea typeface="Noto Serif CJK SC"/>
                <a:cs typeface="Noto Serif CJK SC"/>
              </a:defRPr>
            </a:pPr>
            <a:r>
              <a:rPr sz="1575" b="0">
                <a:solidFill>
                  <a:srgbClr val="9B3024"/>
                </a:solidFill>
                <a:latin typeface="Noto Serif CJK SC"/>
                <a:ea typeface="Noto Serif CJK SC"/>
                <a:cs typeface="Noto Serif CJK SC"/>
              </a:rPr>
              <a:t>12</a:t>
            </a:r>
          </a:p>
        </p:txBody>
      </p:sp>
      <p:sp>
        <p:nvSpPr>
          <p:cNvPr id="4" name="Text">
            <a:extLst xmlns:a="http://schemas.openxmlformats.org/drawingml/2006/main">
              <a:ext uri="{FF2B5EF4-FFF2-40B4-BE49-F238E27FC236}">
                <a16:creationId xmlns:a16="http://schemas.microsoft.com/office/drawing/2014/main" id="{D13399CC-0CCF-4C15-8D41-0CDB57853E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1695450"/>
            <a:ext cx="10515600" cy="1376934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2550" b="0">
                <a:solidFill>
                  <a:srgbClr val="30291F"/>
                </a:solidFill>
                <a:latin typeface="LXGW WenKai TC"/>
                <a:ea typeface="LXGW WenKai TC"/>
                <a:cs typeface="LXGW WenKai TC"/>
              </a:defRPr>
            </a:defPPr>
            <a:lvl1pPr>
              <a:defRPr sz="2550" b="0">
                <a:solidFill>
                  <a:srgbClr val="30291F"/>
                </a:solidFill>
                <a:latin typeface="LXGW WenKai TC"/>
                <a:ea typeface="LXGW WenKai TC"/>
                <a:cs typeface="LXGW WenKai TC"/>
              </a:defRPr>
            </a:lvl1pPr>
            <a:lvl2pPr>
              <a:defRPr sz="2550" b="0">
                <a:solidFill>
                  <a:srgbClr val="30291F"/>
                </a:solidFill>
                <a:latin typeface="LXGW WenKai TC"/>
                <a:ea typeface="LXGW WenKai TC"/>
                <a:cs typeface="LXGW WenKai TC"/>
              </a:defRPr>
            </a:lvl2pPr>
            <a:lvl3pPr>
              <a:defRPr sz="2550" b="0">
                <a:solidFill>
                  <a:srgbClr val="30291F"/>
                </a:solidFill>
                <a:latin typeface="LXGW WenKai TC"/>
                <a:ea typeface="LXGW WenKai TC"/>
                <a:cs typeface="LXGW WenKai TC"/>
              </a:defRPr>
            </a:lvl3pPr>
            <a:lvl4pPr>
              <a:defRPr sz="2550" b="0">
                <a:solidFill>
                  <a:srgbClr val="30291F"/>
                </a:solidFill>
                <a:latin typeface="LXGW WenKai TC"/>
                <a:ea typeface="LXGW WenKai TC"/>
                <a:cs typeface="LXGW WenKai TC"/>
              </a:defRPr>
            </a:lvl4pPr>
            <a:lvl5pPr>
              <a:defRPr sz="2550" b="0">
                <a:solidFill>
                  <a:srgbClr val="30291F"/>
                </a:solidFill>
                <a:latin typeface="LXGW WenKai TC"/>
                <a:ea typeface="LXGW WenKai TC"/>
                <a:cs typeface="LXGW WenKai TC"/>
              </a:defRPr>
            </a:lvl5pPr>
            <a:lvl6pPr>
              <a:defRPr sz="2550" b="0">
                <a:solidFill>
                  <a:srgbClr val="30291F"/>
                </a:solidFill>
                <a:latin typeface="LXGW WenKai TC"/>
                <a:ea typeface="LXGW WenKai TC"/>
                <a:cs typeface="LXGW WenKai TC"/>
              </a:defRPr>
            </a:lvl6pPr>
            <a:lvl7pPr>
              <a:defRPr sz="2550" b="0">
                <a:solidFill>
                  <a:srgbClr val="30291F"/>
                </a:solidFill>
                <a:latin typeface="LXGW WenKai TC"/>
                <a:ea typeface="LXGW WenKai TC"/>
                <a:cs typeface="LXGW WenKai TC"/>
              </a:defRPr>
            </a:lvl7pPr>
            <a:lvl8pPr>
              <a:defRPr sz="2550" b="0">
                <a:solidFill>
                  <a:srgbClr val="30291F"/>
                </a:solidFill>
                <a:latin typeface="LXGW WenKai TC"/>
                <a:ea typeface="LXGW WenKai TC"/>
                <a:cs typeface="LXGW WenKai TC"/>
              </a:defRPr>
            </a:lvl8pPr>
            <a:lvl9pPr>
              <a:defRPr sz="2550" b="0">
                <a:solidFill>
                  <a:srgbClr val="30291F"/>
                </a:solidFill>
                <a:latin typeface="LXGW WenKai TC"/>
                <a:ea typeface="LXGW WenKai TC"/>
                <a:cs typeface="LXGW WenKai TC"/>
              </a:defRPr>
            </a:lvl9pPr>
          </a:lstStyle>
          <a:p xmlns:a="http://schemas.openxmlformats.org/drawingml/2006/main">
            <a:pPr>
              <a:defRPr sz="2550" b="0">
                <a:solidFill>
                  <a:srgbClr val="30291F"/>
                </a:solidFill>
                <a:latin typeface="LXGW WenKai TC"/>
                <a:ea typeface="LXGW WenKai TC"/>
                <a:cs typeface="LXGW WenKai TC"/>
              </a:defRPr>
            </a:pPr>
            <a:r>
              <a:rPr sz="2550" b="0">
                <a:solidFill>
                  <a:srgbClr val="30291F"/>
                </a:solidFill>
                <a:latin typeface="LXGW WenKai TC"/>
                <a:ea typeface="LXGW WenKai TC"/>
                <a:cs typeface="LXGW WenKai TC"/>
              </a:rPr>
              <a:t>这是姐姐第一次不和爸妈一起过新年。除了姐姐，剃了光头正在当兵的哥</a:t>
            </a:r>
          </a:p>
          <a:p xmlns:a="http://schemas.openxmlformats.org/drawingml/2006/main">
            <a:pPr>
              <a:defRPr sz="2550" b="0">
                <a:solidFill>
                  <a:srgbClr val="30291F"/>
                </a:solidFill>
                <a:latin typeface="LXGW WenKai TC"/>
                <a:ea typeface="LXGW WenKai TC"/>
                <a:cs typeface="LXGW WenKai TC"/>
              </a:defRPr>
            </a:pPr>
            <a:r>
              <a:rPr sz="2550" b="0">
                <a:solidFill>
                  <a:srgbClr val="30291F"/>
                </a:solidFill>
                <a:latin typeface="LXGW WenKai TC"/>
                <a:ea typeface="LXGW WenKai TC"/>
                <a:cs typeface="LXGW WenKai TC"/>
              </a:rPr>
              <a:t>哥因为出国受训，也不能回来吃团圆饭。以前他们在家，虽然经常斗嘴，</a:t>
            </a:r>
          </a:p>
          <a:p xmlns:a="http://schemas.openxmlformats.org/drawingml/2006/main">
            <a:pPr>
              <a:defRPr sz="2550" b="0">
                <a:solidFill>
                  <a:srgbClr val="30291F"/>
                </a:solidFill>
                <a:latin typeface="LXGW WenKai TC"/>
                <a:ea typeface="LXGW WenKai TC"/>
                <a:cs typeface="LXGW WenKai TC"/>
              </a:defRPr>
            </a:pPr>
            <a:r>
              <a:rPr sz="2550" b="0">
                <a:solidFill>
                  <a:srgbClr val="30291F"/>
                </a:solidFill>
                <a:latin typeface="LXGW WenKai TC"/>
                <a:ea typeface="LXGW WenKai TC"/>
                <a:cs typeface="LXGW WenKai TC"/>
              </a:rPr>
              <a:t>却很热闹。今年两个“冤家”无法在圆桌上聚头，团圆饭也会冷清不少。</a:t>
            </a:r>
          </a:p>
        </p:txBody>
      </p:sp>
      <p:sp>
        <p:nvSpPr>
          <p:cNvPr id="5" name="Text">
            <a:extLst xmlns:a="http://schemas.openxmlformats.org/drawingml/2006/main">
              <a:ext uri="{FF2B5EF4-FFF2-40B4-BE49-F238E27FC236}">
                <a16:creationId xmlns:a16="http://schemas.microsoft.com/office/drawing/2014/main" id="{44ACD94D-3397-4E2E-8971-C7860C6340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262884"/>
            <a:ext cx="34290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1575" b="0">
                <a:solidFill>
                  <a:srgbClr val="9B3024"/>
                </a:solidFill>
                <a:latin typeface="Noto Serif CJK SC"/>
                <a:ea typeface="Noto Serif CJK SC"/>
                <a:cs typeface="Noto Serif CJK SC"/>
              </a:defRPr>
            </a:defPPr>
            <a:lvl1pPr>
              <a:defRPr sz="1575" b="0">
                <a:solidFill>
                  <a:srgbClr val="9B3024"/>
                </a:solidFill>
                <a:latin typeface="Noto Serif CJK SC"/>
                <a:ea typeface="Noto Serif CJK SC"/>
                <a:cs typeface="Noto Serif CJK SC"/>
              </a:defRPr>
            </a:lvl1pPr>
            <a:lvl2pPr>
              <a:defRPr sz="1575" b="0">
                <a:solidFill>
                  <a:srgbClr val="9B3024"/>
                </a:solidFill>
                <a:latin typeface="Noto Serif CJK SC"/>
                <a:ea typeface="Noto Serif CJK SC"/>
                <a:cs typeface="Noto Serif CJK SC"/>
              </a:defRPr>
            </a:lvl2pPr>
            <a:lvl3pPr>
              <a:defRPr sz="1575" b="0">
                <a:solidFill>
                  <a:srgbClr val="9B3024"/>
                </a:solidFill>
                <a:latin typeface="Noto Serif CJK SC"/>
                <a:ea typeface="Noto Serif CJK SC"/>
                <a:cs typeface="Noto Serif CJK SC"/>
              </a:defRPr>
            </a:lvl3pPr>
            <a:lvl4pPr>
              <a:defRPr sz="1575" b="0">
                <a:solidFill>
                  <a:srgbClr val="9B3024"/>
                </a:solidFill>
                <a:latin typeface="Noto Serif CJK SC"/>
                <a:ea typeface="Noto Serif CJK SC"/>
                <a:cs typeface="Noto Serif CJK SC"/>
              </a:defRPr>
            </a:lvl4pPr>
            <a:lvl5pPr>
              <a:defRPr sz="1575" b="0">
                <a:solidFill>
                  <a:srgbClr val="9B3024"/>
                </a:solidFill>
                <a:latin typeface="Noto Serif CJK SC"/>
                <a:ea typeface="Noto Serif CJK SC"/>
                <a:cs typeface="Noto Serif CJK SC"/>
              </a:defRPr>
            </a:lvl5pPr>
            <a:lvl6pPr>
              <a:defRPr sz="1575" b="0">
                <a:solidFill>
                  <a:srgbClr val="9B3024"/>
                </a:solidFill>
                <a:latin typeface="Noto Serif CJK SC"/>
                <a:ea typeface="Noto Serif CJK SC"/>
                <a:cs typeface="Noto Serif CJK SC"/>
              </a:defRPr>
            </a:lvl6pPr>
            <a:lvl7pPr>
              <a:defRPr sz="1575" b="0">
                <a:solidFill>
                  <a:srgbClr val="9B3024"/>
                </a:solidFill>
                <a:latin typeface="Noto Serif CJK SC"/>
                <a:ea typeface="Noto Serif CJK SC"/>
                <a:cs typeface="Noto Serif CJK SC"/>
              </a:defRPr>
            </a:lvl7pPr>
            <a:lvl8pPr>
              <a:defRPr sz="1575" b="0">
                <a:solidFill>
                  <a:srgbClr val="9B3024"/>
                </a:solidFill>
                <a:latin typeface="Noto Serif CJK SC"/>
                <a:ea typeface="Noto Serif CJK SC"/>
                <a:cs typeface="Noto Serif CJK SC"/>
              </a:defRPr>
            </a:lvl8pPr>
            <a:lvl9pPr>
              <a:defRPr sz="1575" b="0">
                <a:solidFill>
                  <a:srgbClr val="9B3024"/>
                </a:solidFill>
                <a:latin typeface="Noto Serif CJK SC"/>
                <a:ea typeface="Noto Serif CJK SC"/>
                <a:cs typeface="Noto Serif CJK SC"/>
              </a:defRPr>
            </a:lvl9pPr>
          </a:lstStyle>
          <a:p xmlns:a="http://schemas.openxmlformats.org/drawingml/2006/main">
            <a:pPr>
              <a:defRPr sz="1575" b="0">
                <a:solidFill>
                  <a:srgbClr val="9B3024"/>
                </a:solidFill>
                <a:latin typeface="Noto Serif CJK SC"/>
                <a:ea typeface="Noto Serif CJK SC"/>
                <a:cs typeface="Noto Serif CJK SC"/>
              </a:defRPr>
            </a:pPr>
            <a:r>
              <a:rPr sz="1575" b="0">
                <a:solidFill>
                  <a:srgbClr val="9B3024"/>
                </a:solidFill>
                <a:latin typeface="Noto Serif CJK SC"/>
                <a:ea typeface="Noto Serif CJK SC"/>
                <a:cs typeface="Noto Serif CJK SC"/>
              </a:rPr>
              <a:t>13</a:t>
            </a:r>
          </a:p>
        </p:txBody>
      </p:sp>
      <p:sp>
        <p:nvSpPr>
          <p:cNvPr id="6" name="Text">
            <a:extLst xmlns:a="http://schemas.openxmlformats.org/drawingml/2006/main">
              <a:ext uri="{FF2B5EF4-FFF2-40B4-BE49-F238E27FC236}">
                <a16:creationId xmlns:a16="http://schemas.microsoft.com/office/drawing/2014/main" id="{0BB6837B-1606-4A16-B290-F02701D289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3224784"/>
            <a:ext cx="10515600" cy="1376934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2550" b="0">
                <a:solidFill>
                  <a:srgbClr val="30291F"/>
                </a:solidFill>
                <a:latin typeface="LXGW WenKai TC"/>
                <a:ea typeface="LXGW WenKai TC"/>
                <a:cs typeface="LXGW WenKai TC"/>
              </a:defRPr>
            </a:defPPr>
            <a:lvl1pPr>
              <a:defRPr sz="2550" b="0">
                <a:solidFill>
                  <a:srgbClr val="30291F"/>
                </a:solidFill>
                <a:latin typeface="LXGW WenKai TC"/>
                <a:ea typeface="LXGW WenKai TC"/>
                <a:cs typeface="LXGW WenKai TC"/>
              </a:defRPr>
            </a:lvl1pPr>
            <a:lvl2pPr>
              <a:defRPr sz="2550" b="0">
                <a:solidFill>
                  <a:srgbClr val="30291F"/>
                </a:solidFill>
                <a:latin typeface="LXGW WenKai TC"/>
                <a:ea typeface="LXGW WenKai TC"/>
                <a:cs typeface="LXGW WenKai TC"/>
              </a:defRPr>
            </a:lvl2pPr>
            <a:lvl3pPr>
              <a:defRPr sz="2550" b="0">
                <a:solidFill>
                  <a:srgbClr val="30291F"/>
                </a:solidFill>
                <a:latin typeface="LXGW WenKai TC"/>
                <a:ea typeface="LXGW WenKai TC"/>
                <a:cs typeface="LXGW WenKai TC"/>
              </a:defRPr>
            </a:lvl3pPr>
            <a:lvl4pPr>
              <a:defRPr sz="2550" b="0">
                <a:solidFill>
                  <a:srgbClr val="30291F"/>
                </a:solidFill>
                <a:latin typeface="LXGW WenKai TC"/>
                <a:ea typeface="LXGW WenKai TC"/>
                <a:cs typeface="LXGW WenKai TC"/>
              </a:defRPr>
            </a:lvl4pPr>
            <a:lvl5pPr>
              <a:defRPr sz="2550" b="0">
                <a:solidFill>
                  <a:srgbClr val="30291F"/>
                </a:solidFill>
                <a:latin typeface="LXGW WenKai TC"/>
                <a:ea typeface="LXGW WenKai TC"/>
                <a:cs typeface="LXGW WenKai TC"/>
              </a:defRPr>
            </a:lvl5pPr>
            <a:lvl6pPr>
              <a:defRPr sz="2550" b="0">
                <a:solidFill>
                  <a:srgbClr val="30291F"/>
                </a:solidFill>
                <a:latin typeface="LXGW WenKai TC"/>
                <a:ea typeface="LXGW WenKai TC"/>
                <a:cs typeface="LXGW WenKai TC"/>
              </a:defRPr>
            </a:lvl6pPr>
            <a:lvl7pPr>
              <a:defRPr sz="2550" b="0">
                <a:solidFill>
                  <a:srgbClr val="30291F"/>
                </a:solidFill>
                <a:latin typeface="LXGW WenKai TC"/>
                <a:ea typeface="LXGW WenKai TC"/>
                <a:cs typeface="LXGW WenKai TC"/>
              </a:defRPr>
            </a:lvl7pPr>
            <a:lvl8pPr>
              <a:defRPr sz="2550" b="0">
                <a:solidFill>
                  <a:srgbClr val="30291F"/>
                </a:solidFill>
                <a:latin typeface="LXGW WenKai TC"/>
                <a:ea typeface="LXGW WenKai TC"/>
                <a:cs typeface="LXGW WenKai TC"/>
              </a:defRPr>
            </a:lvl8pPr>
            <a:lvl9pPr>
              <a:defRPr sz="2550" b="0">
                <a:solidFill>
                  <a:srgbClr val="30291F"/>
                </a:solidFill>
                <a:latin typeface="LXGW WenKai TC"/>
                <a:ea typeface="LXGW WenKai TC"/>
                <a:cs typeface="LXGW WenKai TC"/>
              </a:defRPr>
            </a:lvl9pPr>
          </a:lstStyle>
          <a:p xmlns:a="http://schemas.openxmlformats.org/drawingml/2006/main">
            <a:pPr>
              <a:defRPr sz="2550" b="0">
                <a:solidFill>
                  <a:srgbClr val="30291F"/>
                </a:solidFill>
                <a:latin typeface="LXGW WenKai TC"/>
                <a:ea typeface="LXGW WenKai TC"/>
                <a:cs typeface="LXGW WenKai TC"/>
              </a:defRPr>
            </a:pPr>
            <a:r>
              <a:rPr sz="2550" b="0">
                <a:solidFill>
                  <a:srgbClr val="30291F"/>
                </a:solidFill>
                <a:latin typeface="LXGW WenKai TC"/>
                <a:ea typeface="LXGW WenKai TC"/>
                <a:cs typeface="LXGW WenKai TC"/>
              </a:rPr>
              <a:t>几年前，我们家的团圆饭已经改为吃火锅。因为妈妈觉得，一家人围炉很</a:t>
            </a:r>
          </a:p>
          <a:p xmlns:a="http://schemas.openxmlformats.org/drawingml/2006/main">
            <a:pPr>
              <a:defRPr sz="2550" b="0">
                <a:solidFill>
                  <a:srgbClr val="30291F"/>
                </a:solidFill>
                <a:latin typeface="LXGW WenKai TC"/>
                <a:ea typeface="LXGW WenKai TC"/>
                <a:cs typeface="LXGW WenKai TC"/>
              </a:defRPr>
            </a:pPr>
            <a:r>
              <a:rPr sz="2550" b="0">
                <a:solidFill>
                  <a:srgbClr val="30291F"/>
                </a:solidFill>
                <a:latin typeface="LXGW WenKai TC"/>
                <a:ea typeface="LXGW WenKai TC"/>
                <a:cs typeface="LXGW WenKai TC"/>
              </a:rPr>
              <a:t>热闹，而且吃不完的食物也不会浪费。不过，除了准备火锅料，她还是会</a:t>
            </a:r>
          </a:p>
          <a:p xmlns:a="http://schemas.openxmlformats.org/drawingml/2006/main">
            <a:pPr>
              <a:defRPr sz="2550" b="0">
                <a:solidFill>
                  <a:srgbClr val="30291F"/>
                </a:solidFill>
                <a:latin typeface="LXGW WenKai TC"/>
                <a:ea typeface="LXGW WenKai TC"/>
                <a:cs typeface="LXGW WenKai TC"/>
              </a:defRPr>
            </a:pPr>
            <a:r>
              <a:rPr sz="2550" b="0">
                <a:solidFill>
                  <a:srgbClr val="30291F"/>
                </a:solidFill>
                <a:latin typeface="LXGW WenKai TC"/>
                <a:ea typeface="LXGW WenKai TC"/>
                <a:cs typeface="LXGW WenKai TC"/>
              </a:rPr>
              <a:t>煮几道菜，鱼一定会有，海参、香菇和发菜也必不可少。</a:t>
            </a:r>
          </a:p>
        </p:txBody>
      </p:sp>
      <p:sp>
        <p:nvSpPr>
          <p:cNvPr id="7" name="Text">
            <a:extLst xmlns:a="http://schemas.openxmlformats.org/drawingml/2006/main">
              <a:ext uri="{FF2B5EF4-FFF2-40B4-BE49-F238E27FC236}">
                <a16:creationId xmlns:a16="http://schemas.microsoft.com/office/drawing/2014/main" id="{17002DA9-7AAD-428F-AC3B-20D250400E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792218"/>
            <a:ext cx="34290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1575" b="0">
                <a:solidFill>
                  <a:srgbClr val="9B3024"/>
                </a:solidFill>
                <a:latin typeface="Noto Serif CJK SC"/>
                <a:ea typeface="Noto Serif CJK SC"/>
                <a:cs typeface="Noto Serif CJK SC"/>
              </a:defRPr>
            </a:defPPr>
            <a:lvl1pPr>
              <a:defRPr sz="1575" b="0">
                <a:solidFill>
                  <a:srgbClr val="9B3024"/>
                </a:solidFill>
                <a:latin typeface="Noto Serif CJK SC"/>
                <a:ea typeface="Noto Serif CJK SC"/>
                <a:cs typeface="Noto Serif CJK SC"/>
              </a:defRPr>
            </a:lvl1pPr>
            <a:lvl2pPr>
              <a:defRPr sz="1575" b="0">
                <a:solidFill>
                  <a:srgbClr val="9B3024"/>
                </a:solidFill>
                <a:latin typeface="Noto Serif CJK SC"/>
                <a:ea typeface="Noto Serif CJK SC"/>
                <a:cs typeface="Noto Serif CJK SC"/>
              </a:defRPr>
            </a:lvl2pPr>
            <a:lvl3pPr>
              <a:defRPr sz="1575" b="0">
                <a:solidFill>
                  <a:srgbClr val="9B3024"/>
                </a:solidFill>
                <a:latin typeface="Noto Serif CJK SC"/>
                <a:ea typeface="Noto Serif CJK SC"/>
                <a:cs typeface="Noto Serif CJK SC"/>
              </a:defRPr>
            </a:lvl3pPr>
            <a:lvl4pPr>
              <a:defRPr sz="1575" b="0">
                <a:solidFill>
                  <a:srgbClr val="9B3024"/>
                </a:solidFill>
                <a:latin typeface="Noto Serif CJK SC"/>
                <a:ea typeface="Noto Serif CJK SC"/>
                <a:cs typeface="Noto Serif CJK SC"/>
              </a:defRPr>
            </a:lvl4pPr>
            <a:lvl5pPr>
              <a:defRPr sz="1575" b="0">
                <a:solidFill>
                  <a:srgbClr val="9B3024"/>
                </a:solidFill>
                <a:latin typeface="Noto Serif CJK SC"/>
                <a:ea typeface="Noto Serif CJK SC"/>
                <a:cs typeface="Noto Serif CJK SC"/>
              </a:defRPr>
            </a:lvl5pPr>
            <a:lvl6pPr>
              <a:defRPr sz="1575" b="0">
                <a:solidFill>
                  <a:srgbClr val="9B3024"/>
                </a:solidFill>
                <a:latin typeface="Noto Serif CJK SC"/>
                <a:ea typeface="Noto Serif CJK SC"/>
                <a:cs typeface="Noto Serif CJK SC"/>
              </a:defRPr>
            </a:lvl6pPr>
            <a:lvl7pPr>
              <a:defRPr sz="1575" b="0">
                <a:solidFill>
                  <a:srgbClr val="9B3024"/>
                </a:solidFill>
                <a:latin typeface="Noto Serif CJK SC"/>
                <a:ea typeface="Noto Serif CJK SC"/>
                <a:cs typeface="Noto Serif CJK SC"/>
              </a:defRPr>
            </a:lvl7pPr>
            <a:lvl8pPr>
              <a:defRPr sz="1575" b="0">
                <a:solidFill>
                  <a:srgbClr val="9B3024"/>
                </a:solidFill>
                <a:latin typeface="Noto Serif CJK SC"/>
                <a:ea typeface="Noto Serif CJK SC"/>
                <a:cs typeface="Noto Serif CJK SC"/>
              </a:defRPr>
            </a:lvl8pPr>
            <a:lvl9pPr>
              <a:defRPr sz="1575" b="0">
                <a:solidFill>
                  <a:srgbClr val="9B3024"/>
                </a:solidFill>
                <a:latin typeface="Noto Serif CJK SC"/>
                <a:ea typeface="Noto Serif CJK SC"/>
                <a:cs typeface="Noto Serif CJK SC"/>
              </a:defRPr>
            </a:lvl9pPr>
          </a:lstStyle>
          <a:p xmlns:a="http://schemas.openxmlformats.org/drawingml/2006/main">
            <a:pPr>
              <a:defRPr sz="1575" b="0">
                <a:solidFill>
                  <a:srgbClr val="9B3024"/>
                </a:solidFill>
                <a:latin typeface="Noto Serif CJK SC"/>
                <a:ea typeface="Noto Serif CJK SC"/>
                <a:cs typeface="Noto Serif CJK SC"/>
              </a:defRPr>
            </a:pPr>
            <a:r>
              <a:rPr sz="1575" b="0">
                <a:solidFill>
                  <a:srgbClr val="9B3024"/>
                </a:solidFill>
                <a:latin typeface="Noto Serif CJK SC"/>
                <a:ea typeface="Noto Serif CJK SC"/>
                <a:cs typeface="Noto Serif CJK SC"/>
              </a:rPr>
              <a:t>14</a:t>
            </a:r>
          </a:p>
        </p:txBody>
      </p:sp>
      <p:sp>
        <p:nvSpPr>
          <p:cNvPr id="8" name="Text">
            <a:extLst xmlns:a="http://schemas.openxmlformats.org/drawingml/2006/main">
              <a:ext uri="{FF2B5EF4-FFF2-40B4-BE49-F238E27FC236}">
                <a16:creationId xmlns:a16="http://schemas.microsoft.com/office/drawing/2014/main" id="{83F0571C-D468-466D-BE9B-8139871CAD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4754118"/>
            <a:ext cx="10515600" cy="1376934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2550" b="0">
                <a:solidFill>
                  <a:srgbClr val="30291F"/>
                </a:solidFill>
                <a:latin typeface="LXGW WenKai TC"/>
                <a:ea typeface="LXGW WenKai TC"/>
                <a:cs typeface="LXGW WenKai TC"/>
              </a:defRPr>
            </a:defPPr>
            <a:lvl1pPr>
              <a:defRPr sz="2550" b="0">
                <a:solidFill>
                  <a:srgbClr val="30291F"/>
                </a:solidFill>
                <a:latin typeface="LXGW WenKai TC"/>
                <a:ea typeface="LXGW WenKai TC"/>
                <a:cs typeface="LXGW WenKai TC"/>
              </a:defRPr>
            </a:lvl1pPr>
            <a:lvl2pPr>
              <a:defRPr sz="2550" b="0">
                <a:solidFill>
                  <a:srgbClr val="30291F"/>
                </a:solidFill>
                <a:latin typeface="LXGW WenKai TC"/>
                <a:ea typeface="LXGW WenKai TC"/>
                <a:cs typeface="LXGW WenKai TC"/>
              </a:defRPr>
            </a:lvl2pPr>
            <a:lvl3pPr>
              <a:defRPr sz="2550" b="0">
                <a:solidFill>
                  <a:srgbClr val="30291F"/>
                </a:solidFill>
                <a:latin typeface="LXGW WenKai TC"/>
                <a:ea typeface="LXGW WenKai TC"/>
                <a:cs typeface="LXGW WenKai TC"/>
              </a:defRPr>
            </a:lvl3pPr>
            <a:lvl4pPr>
              <a:defRPr sz="2550" b="0">
                <a:solidFill>
                  <a:srgbClr val="30291F"/>
                </a:solidFill>
                <a:latin typeface="LXGW WenKai TC"/>
                <a:ea typeface="LXGW WenKai TC"/>
                <a:cs typeface="LXGW WenKai TC"/>
              </a:defRPr>
            </a:lvl4pPr>
            <a:lvl5pPr>
              <a:defRPr sz="2550" b="0">
                <a:solidFill>
                  <a:srgbClr val="30291F"/>
                </a:solidFill>
                <a:latin typeface="LXGW WenKai TC"/>
                <a:ea typeface="LXGW WenKai TC"/>
                <a:cs typeface="LXGW WenKai TC"/>
              </a:defRPr>
            </a:lvl5pPr>
            <a:lvl6pPr>
              <a:defRPr sz="2550" b="0">
                <a:solidFill>
                  <a:srgbClr val="30291F"/>
                </a:solidFill>
                <a:latin typeface="LXGW WenKai TC"/>
                <a:ea typeface="LXGW WenKai TC"/>
                <a:cs typeface="LXGW WenKai TC"/>
              </a:defRPr>
            </a:lvl6pPr>
            <a:lvl7pPr>
              <a:defRPr sz="2550" b="0">
                <a:solidFill>
                  <a:srgbClr val="30291F"/>
                </a:solidFill>
                <a:latin typeface="LXGW WenKai TC"/>
                <a:ea typeface="LXGW WenKai TC"/>
                <a:cs typeface="LXGW WenKai TC"/>
              </a:defRPr>
            </a:lvl7pPr>
            <a:lvl8pPr>
              <a:defRPr sz="2550" b="0">
                <a:solidFill>
                  <a:srgbClr val="30291F"/>
                </a:solidFill>
                <a:latin typeface="LXGW WenKai TC"/>
                <a:ea typeface="LXGW WenKai TC"/>
                <a:cs typeface="LXGW WenKai TC"/>
              </a:defRPr>
            </a:lvl8pPr>
            <a:lvl9pPr>
              <a:defRPr sz="2550" b="0">
                <a:solidFill>
                  <a:srgbClr val="30291F"/>
                </a:solidFill>
                <a:latin typeface="LXGW WenKai TC"/>
                <a:ea typeface="LXGW WenKai TC"/>
                <a:cs typeface="LXGW WenKai TC"/>
              </a:defRPr>
            </a:lvl9pPr>
          </a:lstStyle>
          <a:p xmlns:a="http://schemas.openxmlformats.org/drawingml/2006/main">
            <a:pPr>
              <a:defRPr sz="2550" b="0">
                <a:solidFill>
                  <a:srgbClr val="30291F"/>
                </a:solidFill>
                <a:latin typeface="LXGW WenKai TC"/>
                <a:ea typeface="LXGW WenKai TC"/>
                <a:cs typeface="LXGW WenKai TC"/>
              </a:defRPr>
            </a:pPr>
            <a:r>
              <a:rPr sz="2550" b="0">
                <a:solidFill>
                  <a:srgbClr val="30291F"/>
                </a:solidFill>
                <a:latin typeface="LXGW WenKai TC"/>
                <a:ea typeface="LXGW WenKai TC"/>
                <a:cs typeface="LXGW WenKai TC"/>
              </a:rPr>
              <a:t>火锅的热气蒸腾起来，围着满满一桌美味佳肴，我们的团圆饭开始了。我</a:t>
            </a:r>
          </a:p>
          <a:p xmlns:a="http://schemas.openxmlformats.org/drawingml/2006/main">
            <a:pPr>
              <a:defRPr sz="2550" b="0">
                <a:solidFill>
                  <a:srgbClr val="30291F"/>
                </a:solidFill>
                <a:latin typeface="LXGW WenKai TC"/>
                <a:ea typeface="LXGW WenKai TC"/>
                <a:cs typeface="LXGW WenKai TC"/>
              </a:defRPr>
            </a:pPr>
            <a:r>
              <a:rPr sz="2550" b="0">
                <a:solidFill>
                  <a:srgbClr val="30291F"/>
                </a:solidFill>
                <a:latin typeface="LXGW WenKai TC"/>
                <a:ea typeface="LXGW WenKai TC"/>
                <a:cs typeface="LXGW WenKai TC"/>
              </a:rPr>
              <a:t>一边帮爸妈夹菜，一边不停地讲着学校里的种种新闻旧事，希望我的叽叽</a:t>
            </a:r>
          </a:p>
          <a:p xmlns:a="http://schemas.openxmlformats.org/drawingml/2006/main">
            <a:pPr>
              <a:defRPr sz="2550" b="0">
                <a:solidFill>
                  <a:srgbClr val="30291F"/>
                </a:solidFill>
                <a:latin typeface="LXGW WenKai TC"/>
                <a:ea typeface="LXGW WenKai TC"/>
                <a:cs typeface="LXGW WenKai TC"/>
              </a:defRPr>
            </a:pPr>
            <a:r>
              <a:rPr sz="2550" b="0">
                <a:solidFill>
                  <a:srgbClr val="30291F"/>
                </a:solidFill>
                <a:latin typeface="LXGW WenKai TC"/>
                <a:ea typeface="LXGW WenKai TC"/>
                <a:cs typeface="LXGW WenKai TC"/>
              </a:rPr>
              <a:t>喳喳能够冲淡哥哥姐姐的缺席带来的冷清。</a:t>
            </a:r>
          </a:p>
        </p:txBody>
      </p:sp>
      <p:sp>
        <p:nvSpPr>
          <p:cNvPr id="9" name="Text">
            <a:extLst xmlns:a="http://schemas.openxmlformats.org/drawingml/2006/main">
              <a:ext uri="{FF2B5EF4-FFF2-40B4-BE49-F238E27FC236}">
                <a16:creationId xmlns:a16="http://schemas.microsoft.com/office/drawing/2014/main" id="{9800A315-B4A0-4860-A64A-0CB5DB85FE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25200" y="6477000"/>
            <a:ext cx="4572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1350" b="0">
                <a:solidFill>
                  <a:srgbClr val="776C60"/>
                </a:solidFill>
                <a:latin typeface="Noto Serif CJK SC"/>
                <a:ea typeface="Noto Serif CJK SC"/>
                <a:cs typeface="Noto Serif CJK SC"/>
              </a:defRPr>
            </a:defPPr>
            <a:lvl1pPr>
              <a:defRPr sz="1350" b="0">
                <a:solidFill>
                  <a:srgbClr val="776C60"/>
                </a:solidFill>
                <a:latin typeface="Noto Serif CJK SC"/>
                <a:ea typeface="Noto Serif CJK SC"/>
                <a:cs typeface="Noto Serif CJK SC"/>
              </a:defRPr>
            </a:lvl1pPr>
            <a:lvl2pPr>
              <a:defRPr sz="1350" b="0">
                <a:solidFill>
                  <a:srgbClr val="776C60"/>
                </a:solidFill>
                <a:latin typeface="Noto Serif CJK SC"/>
                <a:ea typeface="Noto Serif CJK SC"/>
                <a:cs typeface="Noto Serif CJK SC"/>
              </a:defRPr>
            </a:lvl2pPr>
            <a:lvl3pPr>
              <a:defRPr sz="1350" b="0">
                <a:solidFill>
                  <a:srgbClr val="776C60"/>
                </a:solidFill>
                <a:latin typeface="Noto Serif CJK SC"/>
                <a:ea typeface="Noto Serif CJK SC"/>
                <a:cs typeface="Noto Serif CJK SC"/>
              </a:defRPr>
            </a:lvl3pPr>
            <a:lvl4pPr>
              <a:defRPr sz="1350" b="0">
                <a:solidFill>
                  <a:srgbClr val="776C60"/>
                </a:solidFill>
                <a:latin typeface="Noto Serif CJK SC"/>
                <a:ea typeface="Noto Serif CJK SC"/>
                <a:cs typeface="Noto Serif CJK SC"/>
              </a:defRPr>
            </a:lvl4pPr>
            <a:lvl5pPr>
              <a:defRPr sz="1350" b="0">
                <a:solidFill>
                  <a:srgbClr val="776C60"/>
                </a:solidFill>
                <a:latin typeface="Noto Serif CJK SC"/>
                <a:ea typeface="Noto Serif CJK SC"/>
                <a:cs typeface="Noto Serif CJK SC"/>
              </a:defRPr>
            </a:lvl5pPr>
            <a:lvl6pPr>
              <a:defRPr sz="1350" b="0">
                <a:solidFill>
                  <a:srgbClr val="776C60"/>
                </a:solidFill>
                <a:latin typeface="Noto Serif CJK SC"/>
                <a:ea typeface="Noto Serif CJK SC"/>
                <a:cs typeface="Noto Serif CJK SC"/>
              </a:defRPr>
            </a:lvl6pPr>
            <a:lvl7pPr>
              <a:defRPr sz="1350" b="0">
                <a:solidFill>
                  <a:srgbClr val="776C60"/>
                </a:solidFill>
                <a:latin typeface="Noto Serif CJK SC"/>
                <a:ea typeface="Noto Serif CJK SC"/>
                <a:cs typeface="Noto Serif CJK SC"/>
              </a:defRPr>
            </a:lvl7pPr>
            <a:lvl8pPr>
              <a:defRPr sz="1350" b="0">
                <a:solidFill>
                  <a:srgbClr val="776C60"/>
                </a:solidFill>
                <a:latin typeface="Noto Serif CJK SC"/>
                <a:ea typeface="Noto Serif CJK SC"/>
                <a:cs typeface="Noto Serif CJK SC"/>
              </a:defRPr>
            </a:lvl8pPr>
            <a:lvl9pPr>
              <a:defRPr sz="1350" b="0">
                <a:solidFill>
                  <a:srgbClr val="776C60"/>
                </a:solidFill>
                <a:latin typeface="Noto Serif CJK SC"/>
                <a:ea typeface="Noto Serif CJK SC"/>
                <a:cs typeface="Noto Serif CJK SC"/>
              </a:defRPr>
            </a:lvl9pPr>
          </a:lstStyle>
          <a:p xmlns:a="http://schemas.openxmlformats.org/drawingml/2006/main">
            <a:pPr>
              <a:defRPr sz="1350" b="0">
                <a:solidFill>
                  <a:srgbClr val="776C60"/>
                </a:solidFill>
                <a:latin typeface="Noto Serif CJK SC"/>
                <a:ea typeface="Noto Serif CJK SC"/>
                <a:cs typeface="Noto Serif CJK SC"/>
              </a:defRPr>
            </a:pPr>
            <a:r>
              <a:rPr sz="1350" b="0">
                <a:solidFill>
                  <a:srgbClr val="776C60"/>
                </a:solidFill>
                <a:latin typeface="Noto Serif CJK SC"/>
                <a:ea typeface="Noto Serif CJK SC"/>
                <a:cs typeface="Noto Serif CJK SC"/>
              </a:rPr>
              <a:t>07</a:t>
            </a:r>
          </a:p>
        </p:txBody>
      </p:sp>
    </p:spTree>
    <p:extLst>
      <p:ext uri="{BB962C8B-B14F-4D97-AF65-F5344CB8AC3E}">
        <p14:creationId xmlns:p14="http://schemas.microsoft.com/office/powerpoint/2010/main" val="1377708904"/>
      </p:ext>
    </p:extLst>
  </p:cSld>
</p:sld>
</file>

<file path=ppt/slides/slide8.xml><?xml version="1.0" encoding="utf-8"?>
<p:sld xmlns:p="http://schemas.openxmlformats.org/presentationml/2006/main">
  <p:cSld>
    <p:bg>
      <p:bgPr>
        <a:solidFill xmlns:a="http://schemas.openxmlformats.org/drawingml/2006/main">
          <a:srgbClr val="FFFAF2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8" name="Text">
            <a:extLst xmlns:a="http://schemas.openxmlformats.org/drawingml/2006/main">
              <a:ext uri="{FF2B5EF4-FFF2-40B4-BE49-F238E27FC236}">
                <a16:creationId xmlns:a16="http://schemas.microsoft.com/office/drawing/2014/main" id="{D9697932-0F9E-4693-B1F6-BC07757F88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33375"/>
            <a:ext cx="85725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1575" b="0">
                <a:solidFill>
                  <a:srgbClr val="9B3024"/>
                </a:solidFill>
                <a:latin typeface="Noto Serif CJK SC"/>
                <a:ea typeface="Noto Serif CJK SC"/>
                <a:cs typeface="Noto Serif CJK SC"/>
              </a:defRPr>
            </a:defPPr>
            <a:lvl1pPr>
              <a:defRPr sz="1575" b="0">
                <a:solidFill>
                  <a:srgbClr val="9B3024"/>
                </a:solidFill>
                <a:latin typeface="Noto Serif CJK SC"/>
                <a:ea typeface="Noto Serif CJK SC"/>
                <a:cs typeface="Noto Serif CJK SC"/>
              </a:defRPr>
            </a:lvl1pPr>
            <a:lvl2pPr>
              <a:defRPr sz="1575" b="0">
                <a:solidFill>
                  <a:srgbClr val="9B3024"/>
                </a:solidFill>
                <a:latin typeface="Noto Serif CJK SC"/>
                <a:ea typeface="Noto Serif CJK SC"/>
                <a:cs typeface="Noto Serif CJK SC"/>
              </a:defRPr>
            </a:lvl2pPr>
            <a:lvl3pPr>
              <a:defRPr sz="1575" b="0">
                <a:solidFill>
                  <a:srgbClr val="9B3024"/>
                </a:solidFill>
                <a:latin typeface="Noto Serif CJK SC"/>
                <a:ea typeface="Noto Serif CJK SC"/>
                <a:cs typeface="Noto Serif CJK SC"/>
              </a:defRPr>
            </a:lvl3pPr>
            <a:lvl4pPr>
              <a:defRPr sz="1575" b="0">
                <a:solidFill>
                  <a:srgbClr val="9B3024"/>
                </a:solidFill>
                <a:latin typeface="Noto Serif CJK SC"/>
                <a:ea typeface="Noto Serif CJK SC"/>
                <a:cs typeface="Noto Serif CJK SC"/>
              </a:defRPr>
            </a:lvl4pPr>
            <a:lvl5pPr>
              <a:defRPr sz="1575" b="0">
                <a:solidFill>
                  <a:srgbClr val="9B3024"/>
                </a:solidFill>
                <a:latin typeface="Noto Serif CJK SC"/>
                <a:ea typeface="Noto Serif CJK SC"/>
                <a:cs typeface="Noto Serif CJK SC"/>
              </a:defRPr>
            </a:lvl5pPr>
            <a:lvl6pPr>
              <a:defRPr sz="1575" b="0">
                <a:solidFill>
                  <a:srgbClr val="9B3024"/>
                </a:solidFill>
                <a:latin typeface="Noto Serif CJK SC"/>
                <a:ea typeface="Noto Serif CJK SC"/>
                <a:cs typeface="Noto Serif CJK SC"/>
              </a:defRPr>
            </a:lvl6pPr>
            <a:lvl7pPr>
              <a:defRPr sz="1575" b="0">
                <a:solidFill>
                  <a:srgbClr val="9B3024"/>
                </a:solidFill>
                <a:latin typeface="Noto Serif CJK SC"/>
                <a:ea typeface="Noto Serif CJK SC"/>
                <a:cs typeface="Noto Serif CJK SC"/>
              </a:defRPr>
            </a:lvl7pPr>
            <a:lvl8pPr>
              <a:defRPr sz="1575" b="0">
                <a:solidFill>
                  <a:srgbClr val="9B3024"/>
                </a:solidFill>
                <a:latin typeface="Noto Serif CJK SC"/>
                <a:ea typeface="Noto Serif CJK SC"/>
                <a:cs typeface="Noto Serif CJK SC"/>
              </a:defRPr>
            </a:lvl8pPr>
            <a:lvl9pPr>
              <a:defRPr sz="1575" b="0">
                <a:solidFill>
                  <a:srgbClr val="9B3024"/>
                </a:solidFill>
                <a:latin typeface="Noto Serif CJK SC"/>
                <a:ea typeface="Noto Serif CJK SC"/>
                <a:cs typeface="Noto Serif CJK SC"/>
              </a:defRPr>
            </a:lvl9pPr>
          </a:lstStyle>
          <a:p xmlns:a="http://schemas.openxmlformats.org/drawingml/2006/main">
            <a:pPr>
              <a:defRPr sz="1575" b="0">
                <a:solidFill>
                  <a:srgbClr val="9B3024"/>
                </a:solidFill>
                <a:latin typeface="Noto Serif CJK SC"/>
                <a:ea typeface="Noto Serif CJK SC"/>
                <a:cs typeface="Noto Serif CJK SC"/>
              </a:defRPr>
            </a:pPr>
            <a:r>
              <a:rPr sz="1575" b="0">
                <a:solidFill>
                  <a:srgbClr val="9B3024"/>
                </a:solidFill>
                <a:latin typeface="Noto Serif CJK SC"/>
                <a:ea typeface="Noto Serif CJK SC"/>
                <a:cs typeface="Noto Serif CJK SC"/>
              </a:rPr>
              <a:t>初读全文</a:t>
            </a:r>
          </a:p>
        </p:txBody>
      </p:sp>
      <p:sp>
        <p:nvSpPr>
          <p:cNvPr id="2" name="Text">
            <a:extLst xmlns:a="http://schemas.openxmlformats.org/drawingml/2006/main">
              <a:ext uri="{FF2B5EF4-FFF2-40B4-BE49-F238E27FC236}">
                <a16:creationId xmlns:a16="http://schemas.microsoft.com/office/drawing/2014/main" id="{FE6C5210-C32A-415C-A0CC-10027FB2DE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790575"/>
            <a:ext cx="109728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3225" b="1">
                <a:solidFill>
                  <a:srgbClr val="30291F"/>
                </a:solidFill>
                <a:latin typeface="Noto Serif CJK SC"/>
                <a:ea typeface="Noto Serif CJK SC"/>
                <a:cs typeface="Noto Serif CJK SC"/>
              </a:defRPr>
            </a:defPPr>
            <a:lvl1pPr>
              <a:defRPr sz="3225" b="1">
                <a:solidFill>
                  <a:srgbClr val="30291F"/>
                </a:solidFill>
                <a:latin typeface="Noto Serif CJK SC"/>
                <a:ea typeface="Noto Serif CJK SC"/>
                <a:cs typeface="Noto Serif CJK SC"/>
              </a:defRPr>
            </a:lvl1pPr>
            <a:lvl2pPr>
              <a:defRPr sz="3225" b="1">
                <a:solidFill>
                  <a:srgbClr val="30291F"/>
                </a:solidFill>
                <a:latin typeface="Noto Serif CJK SC"/>
                <a:ea typeface="Noto Serif CJK SC"/>
                <a:cs typeface="Noto Serif CJK SC"/>
              </a:defRPr>
            </a:lvl2pPr>
            <a:lvl3pPr>
              <a:defRPr sz="3225" b="1">
                <a:solidFill>
                  <a:srgbClr val="30291F"/>
                </a:solidFill>
                <a:latin typeface="Noto Serif CJK SC"/>
                <a:ea typeface="Noto Serif CJK SC"/>
                <a:cs typeface="Noto Serif CJK SC"/>
              </a:defRPr>
            </a:lvl3pPr>
            <a:lvl4pPr>
              <a:defRPr sz="3225" b="1">
                <a:solidFill>
                  <a:srgbClr val="30291F"/>
                </a:solidFill>
                <a:latin typeface="Noto Serif CJK SC"/>
                <a:ea typeface="Noto Serif CJK SC"/>
                <a:cs typeface="Noto Serif CJK SC"/>
              </a:defRPr>
            </a:lvl4pPr>
            <a:lvl5pPr>
              <a:defRPr sz="3225" b="1">
                <a:solidFill>
                  <a:srgbClr val="30291F"/>
                </a:solidFill>
                <a:latin typeface="Noto Serif CJK SC"/>
                <a:ea typeface="Noto Serif CJK SC"/>
                <a:cs typeface="Noto Serif CJK SC"/>
              </a:defRPr>
            </a:lvl5pPr>
            <a:lvl6pPr>
              <a:defRPr sz="3225" b="1">
                <a:solidFill>
                  <a:srgbClr val="30291F"/>
                </a:solidFill>
                <a:latin typeface="Noto Serif CJK SC"/>
                <a:ea typeface="Noto Serif CJK SC"/>
                <a:cs typeface="Noto Serif CJK SC"/>
              </a:defRPr>
            </a:lvl6pPr>
            <a:lvl7pPr>
              <a:defRPr sz="3225" b="1">
                <a:solidFill>
                  <a:srgbClr val="30291F"/>
                </a:solidFill>
                <a:latin typeface="Noto Serif CJK SC"/>
                <a:ea typeface="Noto Serif CJK SC"/>
                <a:cs typeface="Noto Serif CJK SC"/>
              </a:defRPr>
            </a:lvl7pPr>
            <a:lvl8pPr>
              <a:defRPr sz="3225" b="1">
                <a:solidFill>
                  <a:srgbClr val="30291F"/>
                </a:solidFill>
                <a:latin typeface="Noto Serif CJK SC"/>
                <a:ea typeface="Noto Serif CJK SC"/>
                <a:cs typeface="Noto Serif CJK SC"/>
              </a:defRPr>
            </a:lvl8pPr>
            <a:lvl9pPr>
              <a:defRPr sz="3225" b="1">
                <a:solidFill>
                  <a:srgbClr val="30291F"/>
                </a:solidFill>
                <a:latin typeface="Noto Serif CJK SC"/>
                <a:ea typeface="Noto Serif CJK SC"/>
                <a:cs typeface="Noto Serif CJK SC"/>
              </a:defRPr>
            </a:lvl9pPr>
          </a:lstStyle>
          <a:p xmlns:a="http://schemas.openxmlformats.org/drawingml/2006/main">
            <a:pPr>
              <a:defRPr sz="3225" b="1">
                <a:solidFill>
                  <a:srgbClr val="30291F"/>
                </a:solidFill>
                <a:latin typeface="Noto Serif CJK SC"/>
                <a:ea typeface="Noto Serif CJK SC"/>
                <a:cs typeface="Noto Serif CJK SC"/>
              </a:defRPr>
            </a:pPr>
            <a:r>
              <a:rPr sz="3225" b="1">
                <a:solidFill>
                  <a:srgbClr val="30291F"/>
                </a:solidFill>
                <a:latin typeface="Noto Serif CJK SC"/>
                <a:ea typeface="Noto Serif CJK SC"/>
                <a:cs typeface="Noto Serif CJK SC"/>
              </a:rPr>
              <a:t>初读  第15—16段</a:t>
            </a:r>
          </a:p>
        </p:txBody>
      </p:sp>
      <p:sp>
        <p:nvSpPr>
          <p:cNvPr id="3" name="Text">
            <a:extLst xmlns:a="http://schemas.openxmlformats.org/drawingml/2006/main">
              <a:ext uri="{FF2B5EF4-FFF2-40B4-BE49-F238E27FC236}">
                <a16:creationId xmlns:a16="http://schemas.microsoft.com/office/drawing/2014/main" id="{1869E397-E6C5-492D-9FFC-2149480986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733550"/>
            <a:ext cx="34290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1575" b="0">
                <a:solidFill>
                  <a:srgbClr val="9B3024"/>
                </a:solidFill>
                <a:latin typeface="Noto Serif CJK SC"/>
                <a:ea typeface="Noto Serif CJK SC"/>
                <a:cs typeface="Noto Serif CJK SC"/>
              </a:defRPr>
            </a:defPPr>
            <a:lvl1pPr>
              <a:defRPr sz="1575" b="0">
                <a:solidFill>
                  <a:srgbClr val="9B3024"/>
                </a:solidFill>
                <a:latin typeface="Noto Serif CJK SC"/>
                <a:ea typeface="Noto Serif CJK SC"/>
                <a:cs typeface="Noto Serif CJK SC"/>
              </a:defRPr>
            </a:lvl1pPr>
            <a:lvl2pPr>
              <a:defRPr sz="1575" b="0">
                <a:solidFill>
                  <a:srgbClr val="9B3024"/>
                </a:solidFill>
                <a:latin typeface="Noto Serif CJK SC"/>
                <a:ea typeface="Noto Serif CJK SC"/>
                <a:cs typeface="Noto Serif CJK SC"/>
              </a:defRPr>
            </a:lvl2pPr>
            <a:lvl3pPr>
              <a:defRPr sz="1575" b="0">
                <a:solidFill>
                  <a:srgbClr val="9B3024"/>
                </a:solidFill>
                <a:latin typeface="Noto Serif CJK SC"/>
                <a:ea typeface="Noto Serif CJK SC"/>
                <a:cs typeface="Noto Serif CJK SC"/>
              </a:defRPr>
            </a:lvl3pPr>
            <a:lvl4pPr>
              <a:defRPr sz="1575" b="0">
                <a:solidFill>
                  <a:srgbClr val="9B3024"/>
                </a:solidFill>
                <a:latin typeface="Noto Serif CJK SC"/>
                <a:ea typeface="Noto Serif CJK SC"/>
                <a:cs typeface="Noto Serif CJK SC"/>
              </a:defRPr>
            </a:lvl4pPr>
            <a:lvl5pPr>
              <a:defRPr sz="1575" b="0">
                <a:solidFill>
                  <a:srgbClr val="9B3024"/>
                </a:solidFill>
                <a:latin typeface="Noto Serif CJK SC"/>
                <a:ea typeface="Noto Serif CJK SC"/>
                <a:cs typeface="Noto Serif CJK SC"/>
              </a:defRPr>
            </a:lvl5pPr>
            <a:lvl6pPr>
              <a:defRPr sz="1575" b="0">
                <a:solidFill>
                  <a:srgbClr val="9B3024"/>
                </a:solidFill>
                <a:latin typeface="Noto Serif CJK SC"/>
                <a:ea typeface="Noto Serif CJK SC"/>
                <a:cs typeface="Noto Serif CJK SC"/>
              </a:defRPr>
            </a:lvl6pPr>
            <a:lvl7pPr>
              <a:defRPr sz="1575" b="0">
                <a:solidFill>
                  <a:srgbClr val="9B3024"/>
                </a:solidFill>
                <a:latin typeface="Noto Serif CJK SC"/>
                <a:ea typeface="Noto Serif CJK SC"/>
                <a:cs typeface="Noto Serif CJK SC"/>
              </a:defRPr>
            </a:lvl7pPr>
            <a:lvl8pPr>
              <a:defRPr sz="1575" b="0">
                <a:solidFill>
                  <a:srgbClr val="9B3024"/>
                </a:solidFill>
                <a:latin typeface="Noto Serif CJK SC"/>
                <a:ea typeface="Noto Serif CJK SC"/>
                <a:cs typeface="Noto Serif CJK SC"/>
              </a:defRPr>
            </a:lvl8pPr>
            <a:lvl9pPr>
              <a:defRPr sz="1575" b="0">
                <a:solidFill>
                  <a:srgbClr val="9B3024"/>
                </a:solidFill>
                <a:latin typeface="Noto Serif CJK SC"/>
                <a:ea typeface="Noto Serif CJK SC"/>
                <a:cs typeface="Noto Serif CJK SC"/>
              </a:defRPr>
            </a:lvl9pPr>
          </a:lstStyle>
          <a:p xmlns:a="http://schemas.openxmlformats.org/drawingml/2006/main">
            <a:pPr>
              <a:defRPr sz="1575" b="0">
                <a:solidFill>
                  <a:srgbClr val="9B3024"/>
                </a:solidFill>
                <a:latin typeface="Noto Serif CJK SC"/>
                <a:ea typeface="Noto Serif CJK SC"/>
                <a:cs typeface="Noto Serif CJK SC"/>
              </a:defRPr>
            </a:pPr>
            <a:r>
              <a:rPr sz="1575" b="0">
                <a:solidFill>
                  <a:srgbClr val="9B3024"/>
                </a:solidFill>
                <a:latin typeface="Noto Serif CJK SC"/>
                <a:ea typeface="Noto Serif CJK SC"/>
                <a:cs typeface="Noto Serif CJK SC"/>
              </a:rPr>
              <a:t>15</a:t>
            </a:r>
          </a:p>
        </p:txBody>
      </p:sp>
      <p:sp>
        <p:nvSpPr>
          <p:cNvPr id="4" name="Text">
            <a:extLst xmlns:a="http://schemas.openxmlformats.org/drawingml/2006/main">
              <a:ext uri="{FF2B5EF4-FFF2-40B4-BE49-F238E27FC236}">
                <a16:creationId xmlns:a16="http://schemas.microsoft.com/office/drawing/2014/main" id="{B7739E1C-BE9C-4460-AD01-09FB3F7F0A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1695450"/>
            <a:ext cx="10515600" cy="962406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2550" b="0">
                <a:solidFill>
                  <a:srgbClr val="30291F"/>
                </a:solidFill>
                <a:latin typeface="LXGW WenKai TC"/>
                <a:ea typeface="LXGW WenKai TC"/>
                <a:cs typeface="LXGW WenKai TC"/>
              </a:defRPr>
            </a:defPPr>
            <a:lvl1pPr>
              <a:defRPr sz="2550" b="0">
                <a:solidFill>
                  <a:srgbClr val="30291F"/>
                </a:solidFill>
                <a:latin typeface="LXGW WenKai TC"/>
                <a:ea typeface="LXGW WenKai TC"/>
                <a:cs typeface="LXGW WenKai TC"/>
              </a:defRPr>
            </a:lvl1pPr>
            <a:lvl2pPr>
              <a:defRPr sz="2550" b="0">
                <a:solidFill>
                  <a:srgbClr val="30291F"/>
                </a:solidFill>
                <a:latin typeface="LXGW WenKai TC"/>
                <a:ea typeface="LXGW WenKai TC"/>
                <a:cs typeface="LXGW WenKai TC"/>
              </a:defRPr>
            </a:lvl2pPr>
            <a:lvl3pPr>
              <a:defRPr sz="2550" b="0">
                <a:solidFill>
                  <a:srgbClr val="30291F"/>
                </a:solidFill>
                <a:latin typeface="LXGW WenKai TC"/>
                <a:ea typeface="LXGW WenKai TC"/>
                <a:cs typeface="LXGW WenKai TC"/>
              </a:defRPr>
            </a:lvl3pPr>
            <a:lvl4pPr>
              <a:defRPr sz="2550" b="0">
                <a:solidFill>
                  <a:srgbClr val="30291F"/>
                </a:solidFill>
                <a:latin typeface="LXGW WenKai TC"/>
                <a:ea typeface="LXGW WenKai TC"/>
                <a:cs typeface="LXGW WenKai TC"/>
              </a:defRPr>
            </a:lvl4pPr>
            <a:lvl5pPr>
              <a:defRPr sz="2550" b="0">
                <a:solidFill>
                  <a:srgbClr val="30291F"/>
                </a:solidFill>
                <a:latin typeface="LXGW WenKai TC"/>
                <a:ea typeface="LXGW WenKai TC"/>
                <a:cs typeface="LXGW WenKai TC"/>
              </a:defRPr>
            </a:lvl5pPr>
            <a:lvl6pPr>
              <a:defRPr sz="2550" b="0">
                <a:solidFill>
                  <a:srgbClr val="30291F"/>
                </a:solidFill>
                <a:latin typeface="LXGW WenKai TC"/>
                <a:ea typeface="LXGW WenKai TC"/>
                <a:cs typeface="LXGW WenKai TC"/>
              </a:defRPr>
            </a:lvl6pPr>
            <a:lvl7pPr>
              <a:defRPr sz="2550" b="0">
                <a:solidFill>
                  <a:srgbClr val="30291F"/>
                </a:solidFill>
                <a:latin typeface="LXGW WenKai TC"/>
                <a:ea typeface="LXGW WenKai TC"/>
                <a:cs typeface="LXGW WenKai TC"/>
              </a:defRPr>
            </a:lvl7pPr>
            <a:lvl8pPr>
              <a:defRPr sz="2550" b="0">
                <a:solidFill>
                  <a:srgbClr val="30291F"/>
                </a:solidFill>
                <a:latin typeface="LXGW WenKai TC"/>
                <a:ea typeface="LXGW WenKai TC"/>
                <a:cs typeface="LXGW WenKai TC"/>
              </a:defRPr>
            </a:lvl8pPr>
            <a:lvl9pPr>
              <a:defRPr sz="2550" b="0">
                <a:solidFill>
                  <a:srgbClr val="30291F"/>
                </a:solidFill>
                <a:latin typeface="LXGW WenKai TC"/>
                <a:ea typeface="LXGW WenKai TC"/>
                <a:cs typeface="LXGW WenKai TC"/>
              </a:defRPr>
            </a:lvl9pPr>
          </a:lstStyle>
          <a:p xmlns:a="http://schemas.openxmlformats.org/drawingml/2006/main">
            <a:pPr>
              <a:defRPr sz="2550" b="0">
                <a:solidFill>
                  <a:srgbClr val="30291F"/>
                </a:solidFill>
                <a:latin typeface="LXGW WenKai TC"/>
                <a:ea typeface="LXGW WenKai TC"/>
                <a:cs typeface="LXGW WenKai TC"/>
              </a:defRPr>
            </a:pPr>
            <a:r>
              <a:rPr sz="2550" b="0">
                <a:solidFill>
                  <a:srgbClr val="30291F"/>
                </a:solidFill>
                <a:latin typeface="LXGW WenKai TC"/>
                <a:ea typeface="LXGW WenKai TC"/>
                <a:cs typeface="LXGW WenKai TC"/>
              </a:rPr>
              <a:t>突然，一阵悦耳的门铃声响起。大家的目光齐齐投向门口，家里的贵宾狗</a:t>
            </a:r>
          </a:p>
          <a:p xmlns:a="http://schemas.openxmlformats.org/drawingml/2006/main">
            <a:pPr>
              <a:defRPr sz="2550" b="0">
                <a:solidFill>
                  <a:srgbClr val="30291F"/>
                </a:solidFill>
                <a:latin typeface="LXGW WenKai TC"/>
                <a:ea typeface="LXGW WenKai TC"/>
                <a:cs typeface="LXGW WenKai TC"/>
              </a:defRPr>
            </a:pPr>
            <a:r>
              <a:rPr sz="2550" b="0">
                <a:solidFill>
                  <a:srgbClr val="30291F"/>
                </a:solidFill>
                <a:latin typeface="LXGW WenKai TC"/>
                <a:ea typeface="LXGW WenKai TC"/>
                <a:cs typeface="LXGW WenKai TC"/>
              </a:rPr>
              <a:t>小瘦开心地叫了起来，摇着尾巴，冲向大门。</a:t>
            </a:r>
          </a:p>
        </p:txBody>
      </p:sp>
      <p:sp>
        <p:nvSpPr>
          <p:cNvPr id="5" name="Text">
            <a:extLst xmlns:a="http://schemas.openxmlformats.org/drawingml/2006/main">
              <a:ext uri="{FF2B5EF4-FFF2-40B4-BE49-F238E27FC236}">
                <a16:creationId xmlns:a16="http://schemas.microsoft.com/office/drawing/2014/main" id="{F75815BB-DE98-4832-A97D-B82B536AB9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848356"/>
            <a:ext cx="34290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1575" b="0">
                <a:solidFill>
                  <a:srgbClr val="9B3024"/>
                </a:solidFill>
                <a:latin typeface="Noto Serif CJK SC"/>
                <a:ea typeface="Noto Serif CJK SC"/>
                <a:cs typeface="Noto Serif CJK SC"/>
              </a:defRPr>
            </a:defPPr>
            <a:lvl1pPr>
              <a:defRPr sz="1575" b="0">
                <a:solidFill>
                  <a:srgbClr val="9B3024"/>
                </a:solidFill>
                <a:latin typeface="Noto Serif CJK SC"/>
                <a:ea typeface="Noto Serif CJK SC"/>
                <a:cs typeface="Noto Serif CJK SC"/>
              </a:defRPr>
            </a:lvl1pPr>
            <a:lvl2pPr>
              <a:defRPr sz="1575" b="0">
                <a:solidFill>
                  <a:srgbClr val="9B3024"/>
                </a:solidFill>
                <a:latin typeface="Noto Serif CJK SC"/>
                <a:ea typeface="Noto Serif CJK SC"/>
                <a:cs typeface="Noto Serif CJK SC"/>
              </a:defRPr>
            </a:lvl2pPr>
            <a:lvl3pPr>
              <a:defRPr sz="1575" b="0">
                <a:solidFill>
                  <a:srgbClr val="9B3024"/>
                </a:solidFill>
                <a:latin typeface="Noto Serif CJK SC"/>
                <a:ea typeface="Noto Serif CJK SC"/>
                <a:cs typeface="Noto Serif CJK SC"/>
              </a:defRPr>
            </a:lvl3pPr>
            <a:lvl4pPr>
              <a:defRPr sz="1575" b="0">
                <a:solidFill>
                  <a:srgbClr val="9B3024"/>
                </a:solidFill>
                <a:latin typeface="Noto Serif CJK SC"/>
                <a:ea typeface="Noto Serif CJK SC"/>
                <a:cs typeface="Noto Serif CJK SC"/>
              </a:defRPr>
            </a:lvl4pPr>
            <a:lvl5pPr>
              <a:defRPr sz="1575" b="0">
                <a:solidFill>
                  <a:srgbClr val="9B3024"/>
                </a:solidFill>
                <a:latin typeface="Noto Serif CJK SC"/>
                <a:ea typeface="Noto Serif CJK SC"/>
                <a:cs typeface="Noto Serif CJK SC"/>
              </a:defRPr>
            </a:lvl5pPr>
            <a:lvl6pPr>
              <a:defRPr sz="1575" b="0">
                <a:solidFill>
                  <a:srgbClr val="9B3024"/>
                </a:solidFill>
                <a:latin typeface="Noto Serif CJK SC"/>
                <a:ea typeface="Noto Serif CJK SC"/>
                <a:cs typeface="Noto Serif CJK SC"/>
              </a:defRPr>
            </a:lvl6pPr>
            <a:lvl7pPr>
              <a:defRPr sz="1575" b="0">
                <a:solidFill>
                  <a:srgbClr val="9B3024"/>
                </a:solidFill>
                <a:latin typeface="Noto Serif CJK SC"/>
                <a:ea typeface="Noto Serif CJK SC"/>
                <a:cs typeface="Noto Serif CJK SC"/>
              </a:defRPr>
            </a:lvl7pPr>
            <a:lvl8pPr>
              <a:defRPr sz="1575" b="0">
                <a:solidFill>
                  <a:srgbClr val="9B3024"/>
                </a:solidFill>
                <a:latin typeface="Noto Serif CJK SC"/>
                <a:ea typeface="Noto Serif CJK SC"/>
                <a:cs typeface="Noto Serif CJK SC"/>
              </a:defRPr>
            </a:lvl8pPr>
            <a:lvl9pPr>
              <a:defRPr sz="1575" b="0">
                <a:solidFill>
                  <a:srgbClr val="9B3024"/>
                </a:solidFill>
                <a:latin typeface="Noto Serif CJK SC"/>
                <a:ea typeface="Noto Serif CJK SC"/>
                <a:cs typeface="Noto Serif CJK SC"/>
              </a:defRPr>
            </a:lvl9pPr>
          </a:lstStyle>
          <a:p xmlns:a="http://schemas.openxmlformats.org/drawingml/2006/main">
            <a:pPr>
              <a:defRPr sz="1575" b="0">
                <a:solidFill>
                  <a:srgbClr val="9B3024"/>
                </a:solidFill>
                <a:latin typeface="Noto Serif CJK SC"/>
                <a:ea typeface="Noto Serif CJK SC"/>
                <a:cs typeface="Noto Serif CJK SC"/>
              </a:defRPr>
            </a:pPr>
            <a:r>
              <a:rPr sz="1575" b="0">
                <a:solidFill>
                  <a:srgbClr val="9B3024"/>
                </a:solidFill>
                <a:latin typeface="Noto Serif CJK SC"/>
                <a:ea typeface="Noto Serif CJK SC"/>
                <a:cs typeface="Noto Serif CJK SC"/>
              </a:rPr>
              <a:t>16</a:t>
            </a:r>
          </a:p>
        </p:txBody>
      </p:sp>
      <p:sp>
        <p:nvSpPr>
          <p:cNvPr id="6" name="Text">
            <a:extLst xmlns:a="http://schemas.openxmlformats.org/drawingml/2006/main">
              <a:ext uri="{FF2B5EF4-FFF2-40B4-BE49-F238E27FC236}">
                <a16:creationId xmlns:a16="http://schemas.microsoft.com/office/drawing/2014/main" id="{D5EAAB8A-CEE4-4AD8-92DA-5A564CE77E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2810256"/>
            <a:ext cx="10515600" cy="547878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2550" b="0">
                <a:solidFill>
                  <a:srgbClr val="30291F"/>
                </a:solidFill>
                <a:latin typeface="LXGW WenKai TC"/>
                <a:ea typeface="LXGW WenKai TC"/>
                <a:cs typeface="LXGW WenKai TC"/>
              </a:defRPr>
            </a:defPPr>
            <a:lvl1pPr>
              <a:defRPr sz="2550" b="0">
                <a:solidFill>
                  <a:srgbClr val="30291F"/>
                </a:solidFill>
                <a:latin typeface="LXGW WenKai TC"/>
                <a:ea typeface="LXGW WenKai TC"/>
                <a:cs typeface="LXGW WenKai TC"/>
              </a:defRPr>
            </a:lvl1pPr>
            <a:lvl2pPr>
              <a:defRPr sz="2550" b="0">
                <a:solidFill>
                  <a:srgbClr val="30291F"/>
                </a:solidFill>
                <a:latin typeface="LXGW WenKai TC"/>
                <a:ea typeface="LXGW WenKai TC"/>
                <a:cs typeface="LXGW WenKai TC"/>
              </a:defRPr>
            </a:lvl2pPr>
            <a:lvl3pPr>
              <a:defRPr sz="2550" b="0">
                <a:solidFill>
                  <a:srgbClr val="30291F"/>
                </a:solidFill>
                <a:latin typeface="LXGW WenKai TC"/>
                <a:ea typeface="LXGW WenKai TC"/>
                <a:cs typeface="LXGW WenKai TC"/>
              </a:defRPr>
            </a:lvl3pPr>
            <a:lvl4pPr>
              <a:defRPr sz="2550" b="0">
                <a:solidFill>
                  <a:srgbClr val="30291F"/>
                </a:solidFill>
                <a:latin typeface="LXGW WenKai TC"/>
                <a:ea typeface="LXGW WenKai TC"/>
                <a:cs typeface="LXGW WenKai TC"/>
              </a:defRPr>
            </a:lvl4pPr>
            <a:lvl5pPr>
              <a:defRPr sz="2550" b="0">
                <a:solidFill>
                  <a:srgbClr val="30291F"/>
                </a:solidFill>
                <a:latin typeface="LXGW WenKai TC"/>
                <a:ea typeface="LXGW WenKai TC"/>
                <a:cs typeface="LXGW WenKai TC"/>
              </a:defRPr>
            </a:lvl5pPr>
            <a:lvl6pPr>
              <a:defRPr sz="2550" b="0">
                <a:solidFill>
                  <a:srgbClr val="30291F"/>
                </a:solidFill>
                <a:latin typeface="LXGW WenKai TC"/>
                <a:ea typeface="LXGW WenKai TC"/>
                <a:cs typeface="LXGW WenKai TC"/>
              </a:defRPr>
            </a:lvl6pPr>
            <a:lvl7pPr>
              <a:defRPr sz="2550" b="0">
                <a:solidFill>
                  <a:srgbClr val="30291F"/>
                </a:solidFill>
                <a:latin typeface="LXGW WenKai TC"/>
                <a:ea typeface="LXGW WenKai TC"/>
                <a:cs typeface="LXGW WenKai TC"/>
              </a:defRPr>
            </a:lvl7pPr>
            <a:lvl8pPr>
              <a:defRPr sz="2550" b="0">
                <a:solidFill>
                  <a:srgbClr val="30291F"/>
                </a:solidFill>
                <a:latin typeface="LXGW WenKai TC"/>
                <a:ea typeface="LXGW WenKai TC"/>
                <a:cs typeface="LXGW WenKai TC"/>
              </a:defRPr>
            </a:lvl8pPr>
            <a:lvl9pPr>
              <a:defRPr sz="2550" b="0">
                <a:solidFill>
                  <a:srgbClr val="30291F"/>
                </a:solidFill>
                <a:latin typeface="LXGW WenKai TC"/>
                <a:ea typeface="LXGW WenKai TC"/>
                <a:cs typeface="LXGW WenKai TC"/>
              </a:defRPr>
            </a:lvl9pPr>
          </a:lstStyle>
          <a:p xmlns:a="http://schemas.openxmlformats.org/drawingml/2006/main">
            <a:pPr>
              <a:defRPr sz="2550" b="0">
                <a:solidFill>
                  <a:srgbClr val="30291F"/>
                </a:solidFill>
                <a:latin typeface="LXGW WenKai TC"/>
                <a:ea typeface="LXGW WenKai TC"/>
                <a:cs typeface="LXGW WenKai TC"/>
              </a:defRPr>
            </a:pPr>
            <a:r>
              <a:rPr sz="2550" b="0">
                <a:solidFill>
                  <a:srgbClr val="30291F"/>
                </a:solidFill>
                <a:latin typeface="LXGW WenKai TC"/>
                <a:ea typeface="LXGW WenKai TC"/>
                <a:cs typeface="LXGW WenKai TC"/>
              </a:rPr>
              <a:t>火锅还在滚着，似乎在期待着全家的大团圆。</a:t>
            </a:r>
          </a:p>
        </p:txBody>
      </p:sp>
      <p:sp>
        <p:nvSpPr>
          <p:cNvPr id="7" name="Text">
            <a:extLst xmlns:a="http://schemas.openxmlformats.org/drawingml/2006/main">
              <a:ext uri="{FF2B5EF4-FFF2-40B4-BE49-F238E27FC236}">
                <a16:creationId xmlns:a16="http://schemas.microsoft.com/office/drawing/2014/main" id="{1353B4EC-AFBB-4B1E-B2DC-978BE4A11A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25200" y="6477000"/>
            <a:ext cx="4572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1350" b="0">
                <a:solidFill>
                  <a:srgbClr val="776C60"/>
                </a:solidFill>
                <a:latin typeface="Noto Serif CJK SC"/>
                <a:ea typeface="Noto Serif CJK SC"/>
                <a:cs typeface="Noto Serif CJK SC"/>
              </a:defRPr>
            </a:defPPr>
            <a:lvl1pPr>
              <a:defRPr sz="1350" b="0">
                <a:solidFill>
                  <a:srgbClr val="776C60"/>
                </a:solidFill>
                <a:latin typeface="Noto Serif CJK SC"/>
                <a:ea typeface="Noto Serif CJK SC"/>
                <a:cs typeface="Noto Serif CJK SC"/>
              </a:defRPr>
            </a:lvl1pPr>
            <a:lvl2pPr>
              <a:defRPr sz="1350" b="0">
                <a:solidFill>
                  <a:srgbClr val="776C60"/>
                </a:solidFill>
                <a:latin typeface="Noto Serif CJK SC"/>
                <a:ea typeface="Noto Serif CJK SC"/>
                <a:cs typeface="Noto Serif CJK SC"/>
              </a:defRPr>
            </a:lvl2pPr>
            <a:lvl3pPr>
              <a:defRPr sz="1350" b="0">
                <a:solidFill>
                  <a:srgbClr val="776C60"/>
                </a:solidFill>
                <a:latin typeface="Noto Serif CJK SC"/>
                <a:ea typeface="Noto Serif CJK SC"/>
                <a:cs typeface="Noto Serif CJK SC"/>
              </a:defRPr>
            </a:lvl3pPr>
            <a:lvl4pPr>
              <a:defRPr sz="1350" b="0">
                <a:solidFill>
                  <a:srgbClr val="776C60"/>
                </a:solidFill>
                <a:latin typeface="Noto Serif CJK SC"/>
                <a:ea typeface="Noto Serif CJK SC"/>
                <a:cs typeface="Noto Serif CJK SC"/>
              </a:defRPr>
            </a:lvl4pPr>
            <a:lvl5pPr>
              <a:defRPr sz="1350" b="0">
                <a:solidFill>
                  <a:srgbClr val="776C60"/>
                </a:solidFill>
                <a:latin typeface="Noto Serif CJK SC"/>
                <a:ea typeface="Noto Serif CJK SC"/>
                <a:cs typeface="Noto Serif CJK SC"/>
              </a:defRPr>
            </a:lvl5pPr>
            <a:lvl6pPr>
              <a:defRPr sz="1350" b="0">
                <a:solidFill>
                  <a:srgbClr val="776C60"/>
                </a:solidFill>
                <a:latin typeface="Noto Serif CJK SC"/>
                <a:ea typeface="Noto Serif CJK SC"/>
                <a:cs typeface="Noto Serif CJK SC"/>
              </a:defRPr>
            </a:lvl6pPr>
            <a:lvl7pPr>
              <a:defRPr sz="1350" b="0">
                <a:solidFill>
                  <a:srgbClr val="776C60"/>
                </a:solidFill>
                <a:latin typeface="Noto Serif CJK SC"/>
                <a:ea typeface="Noto Serif CJK SC"/>
                <a:cs typeface="Noto Serif CJK SC"/>
              </a:defRPr>
            </a:lvl7pPr>
            <a:lvl8pPr>
              <a:defRPr sz="1350" b="0">
                <a:solidFill>
                  <a:srgbClr val="776C60"/>
                </a:solidFill>
                <a:latin typeface="Noto Serif CJK SC"/>
                <a:ea typeface="Noto Serif CJK SC"/>
                <a:cs typeface="Noto Serif CJK SC"/>
              </a:defRPr>
            </a:lvl8pPr>
            <a:lvl9pPr>
              <a:defRPr sz="1350" b="0">
                <a:solidFill>
                  <a:srgbClr val="776C60"/>
                </a:solidFill>
                <a:latin typeface="Noto Serif CJK SC"/>
                <a:ea typeface="Noto Serif CJK SC"/>
                <a:cs typeface="Noto Serif CJK SC"/>
              </a:defRPr>
            </a:lvl9pPr>
          </a:lstStyle>
          <a:p xmlns:a="http://schemas.openxmlformats.org/drawingml/2006/main">
            <a:pPr>
              <a:defRPr sz="1350" b="0">
                <a:solidFill>
                  <a:srgbClr val="776C60"/>
                </a:solidFill>
                <a:latin typeface="Noto Serif CJK SC"/>
                <a:ea typeface="Noto Serif CJK SC"/>
                <a:cs typeface="Noto Serif CJK SC"/>
              </a:defRPr>
            </a:pPr>
            <a:r>
              <a:rPr sz="1350" b="0">
                <a:solidFill>
                  <a:srgbClr val="776C60"/>
                </a:solidFill>
                <a:latin typeface="Noto Serif CJK SC"/>
                <a:ea typeface="Noto Serif CJK SC"/>
                <a:cs typeface="Noto Serif CJK SC"/>
              </a:rPr>
              <a:t>08</a:t>
            </a:r>
          </a:p>
        </p:txBody>
      </p:sp>
    </p:spTree>
    <p:extLst>
      <p:ext uri="{BB962C8B-B14F-4D97-AF65-F5344CB8AC3E}">
        <p14:creationId xmlns:p14="http://schemas.microsoft.com/office/powerpoint/2010/main" val="1709388254"/>
      </p:ext>
    </p:extLst>
  </p:cSld>
</p:sld>
</file>

<file path=ppt/slides/slide9.xml><?xml version="1.0" encoding="utf-8"?>
<p:sld xmlns:p="http://schemas.openxmlformats.org/presentationml/2006/main">
  <p:cSld>
    <p:bg>
      <p:bgPr>
        <a:solidFill xmlns:a="http://schemas.openxmlformats.org/drawingml/2006/main">
          <a:srgbClr val="FFFAF2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73232E03-D8DC-4BFD-8CB7-88DDD8CBF4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33375"/>
            <a:ext cx="762000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1575" b="0">
                <a:solidFill>
                  <a:srgbClr val="9B3024"/>
                </a:solidFill>
                <a:latin typeface="Noto Serif CJK SC"/>
                <a:ea typeface="Noto Serif CJK SC"/>
                <a:cs typeface="Noto Serif CJK SC"/>
              </a:defRPr>
            </a:defPPr>
            <a:lvl1pPr>
              <a:defRPr sz="1575" b="0">
                <a:solidFill>
                  <a:srgbClr val="9B3024"/>
                </a:solidFill>
                <a:latin typeface="Noto Serif CJK SC"/>
                <a:ea typeface="Noto Serif CJK SC"/>
                <a:cs typeface="Noto Serif CJK SC"/>
              </a:defRPr>
            </a:lvl1pPr>
            <a:lvl2pPr>
              <a:defRPr sz="1575" b="0">
                <a:solidFill>
                  <a:srgbClr val="9B3024"/>
                </a:solidFill>
                <a:latin typeface="Noto Serif CJK SC"/>
                <a:ea typeface="Noto Serif CJK SC"/>
                <a:cs typeface="Noto Serif CJK SC"/>
              </a:defRPr>
            </a:lvl2pPr>
            <a:lvl3pPr>
              <a:defRPr sz="1575" b="0">
                <a:solidFill>
                  <a:srgbClr val="9B3024"/>
                </a:solidFill>
                <a:latin typeface="Noto Serif CJK SC"/>
                <a:ea typeface="Noto Serif CJK SC"/>
                <a:cs typeface="Noto Serif CJK SC"/>
              </a:defRPr>
            </a:lvl3pPr>
            <a:lvl4pPr>
              <a:defRPr sz="1575" b="0">
                <a:solidFill>
                  <a:srgbClr val="9B3024"/>
                </a:solidFill>
                <a:latin typeface="Noto Serif CJK SC"/>
                <a:ea typeface="Noto Serif CJK SC"/>
                <a:cs typeface="Noto Serif CJK SC"/>
              </a:defRPr>
            </a:lvl4pPr>
            <a:lvl5pPr>
              <a:defRPr sz="1575" b="0">
                <a:solidFill>
                  <a:srgbClr val="9B3024"/>
                </a:solidFill>
                <a:latin typeface="Noto Serif CJK SC"/>
                <a:ea typeface="Noto Serif CJK SC"/>
                <a:cs typeface="Noto Serif CJK SC"/>
              </a:defRPr>
            </a:lvl5pPr>
            <a:lvl6pPr>
              <a:defRPr sz="1575" b="0">
                <a:solidFill>
                  <a:srgbClr val="9B3024"/>
                </a:solidFill>
                <a:latin typeface="Noto Serif CJK SC"/>
                <a:ea typeface="Noto Serif CJK SC"/>
                <a:cs typeface="Noto Serif CJK SC"/>
              </a:defRPr>
            </a:lvl6pPr>
            <a:lvl7pPr>
              <a:defRPr sz="1575" b="0">
                <a:solidFill>
                  <a:srgbClr val="9B3024"/>
                </a:solidFill>
                <a:latin typeface="Noto Serif CJK SC"/>
                <a:ea typeface="Noto Serif CJK SC"/>
                <a:cs typeface="Noto Serif CJK SC"/>
              </a:defRPr>
            </a:lvl7pPr>
            <a:lvl8pPr>
              <a:defRPr sz="1575" b="0">
                <a:solidFill>
                  <a:srgbClr val="9B3024"/>
                </a:solidFill>
                <a:latin typeface="Noto Serif CJK SC"/>
                <a:ea typeface="Noto Serif CJK SC"/>
                <a:cs typeface="Noto Serif CJK SC"/>
              </a:defRPr>
            </a:lvl8pPr>
            <a:lvl9pPr>
              <a:defRPr sz="1575" b="0">
                <a:solidFill>
                  <a:srgbClr val="9B3024"/>
                </a:solidFill>
                <a:latin typeface="Noto Serif CJK SC"/>
                <a:ea typeface="Noto Serif CJK SC"/>
                <a:cs typeface="Noto Serif CJK SC"/>
              </a:defRPr>
            </a:lvl9pPr>
          </a:lstStyle>
          <a:p xmlns:a="http://schemas.openxmlformats.org/drawingml/2006/main">
            <a:pPr>
              <a:defRPr sz="1575" b="0">
                <a:solidFill>
                  <a:srgbClr val="9B3024"/>
                </a:solidFill>
                <a:latin typeface="Noto Serif CJK SC"/>
                <a:ea typeface="Noto Serif CJK SC"/>
                <a:cs typeface="Noto Serif CJK SC"/>
              </a:defRPr>
            </a:pPr>
            <a:r>
              <a:rPr sz="1575" b="0">
                <a:solidFill>
                  <a:srgbClr val="9B3024"/>
                </a:solidFill>
                <a:latin typeface="Noto Serif CJK SC"/>
                <a:ea typeface="Noto Serif CJK SC"/>
                <a:cs typeface="Noto Serif CJK SC"/>
              </a:rPr>
              <a:t>第一课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2687291A-0B32-4CC3-A96C-81C2DE0B54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781050"/>
            <a:ext cx="109728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3150" b="1">
                <a:solidFill>
                  <a:srgbClr val="30291F"/>
                </a:solidFill>
                <a:latin typeface="Noto Serif CJK SC"/>
                <a:ea typeface="Noto Serif CJK SC"/>
                <a:cs typeface="Noto Serif CJK SC"/>
              </a:defRPr>
            </a:defPPr>
            <a:lvl1pPr>
              <a:defRPr sz="3150" b="1">
                <a:solidFill>
                  <a:srgbClr val="30291F"/>
                </a:solidFill>
                <a:latin typeface="Noto Serif CJK SC"/>
                <a:ea typeface="Noto Serif CJK SC"/>
                <a:cs typeface="Noto Serif CJK SC"/>
              </a:defRPr>
            </a:lvl1pPr>
            <a:lvl2pPr>
              <a:defRPr sz="3150" b="1">
                <a:solidFill>
                  <a:srgbClr val="30291F"/>
                </a:solidFill>
                <a:latin typeface="Noto Serif CJK SC"/>
                <a:ea typeface="Noto Serif CJK SC"/>
                <a:cs typeface="Noto Serif CJK SC"/>
              </a:defRPr>
            </a:lvl2pPr>
            <a:lvl3pPr>
              <a:defRPr sz="3150" b="1">
                <a:solidFill>
                  <a:srgbClr val="30291F"/>
                </a:solidFill>
                <a:latin typeface="Noto Serif CJK SC"/>
                <a:ea typeface="Noto Serif CJK SC"/>
                <a:cs typeface="Noto Serif CJK SC"/>
              </a:defRPr>
            </a:lvl3pPr>
            <a:lvl4pPr>
              <a:defRPr sz="3150" b="1">
                <a:solidFill>
                  <a:srgbClr val="30291F"/>
                </a:solidFill>
                <a:latin typeface="Noto Serif CJK SC"/>
                <a:ea typeface="Noto Serif CJK SC"/>
                <a:cs typeface="Noto Serif CJK SC"/>
              </a:defRPr>
            </a:lvl4pPr>
            <a:lvl5pPr>
              <a:defRPr sz="3150" b="1">
                <a:solidFill>
                  <a:srgbClr val="30291F"/>
                </a:solidFill>
                <a:latin typeface="Noto Serif CJK SC"/>
                <a:ea typeface="Noto Serif CJK SC"/>
                <a:cs typeface="Noto Serif CJK SC"/>
              </a:defRPr>
            </a:lvl5pPr>
            <a:lvl6pPr>
              <a:defRPr sz="3150" b="1">
                <a:solidFill>
                  <a:srgbClr val="30291F"/>
                </a:solidFill>
                <a:latin typeface="Noto Serif CJK SC"/>
                <a:ea typeface="Noto Serif CJK SC"/>
                <a:cs typeface="Noto Serif CJK SC"/>
              </a:defRPr>
            </a:lvl6pPr>
            <a:lvl7pPr>
              <a:defRPr sz="3150" b="1">
                <a:solidFill>
                  <a:srgbClr val="30291F"/>
                </a:solidFill>
                <a:latin typeface="Noto Serif CJK SC"/>
                <a:ea typeface="Noto Serif CJK SC"/>
                <a:cs typeface="Noto Serif CJK SC"/>
              </a:defRPr>
            </a:lvl7pPr>
            <a:lvl8pPr>
              <a:defRPr sz="3150" b="1">
                <a:solidFill>
                  <a:srgbClr val="30291F"/>
                </a:solidFill>
                <a:latin typeface="Noto Serif CJK SC"/>
                <a:ea typeface="Noto Serif CJK SC"/>
                <a:cs typeface="Noto Serif CJK SC"/>
              </a:defRPr>
            </a:lvl8pPr>
            <a:lvl9pPr>
              <a:defRPr sz="3150" b="1">
                <a:solidFill>
                  <a:srgbClr val="30291F"/>
                </a:solidFill>
                <a:latin typeface="Noto Serif CJK SC"/>
                <a:ea typeface="Noto Serif CJK SC"/>
                <a:cs typeface="Noto Serif CJK SC"/>
              </a:defRPr>
            </a:lvl9pPr>
          </a:lstStyle>
          <a:p xmlns:a="http://schemas.openxmlformats.org/drawingml/2006/main">
            <a:pPr>
              <a:defRPr sz="3150" b="1">
                <a:solidFill>
                  <a:srgbClr val="30291F"/>
                </a:solidFill>
                <a:latin typeface="Noto Serif CJK SC"/>
                <a:ea typeface="Noto Serif CJK SC"/>
                <a:cs typeface="Noto Serif CJK SC"/>
              </a:defRPr>
            </a:pPr>
            <a:r>
              <a:rPr sz="3150" b="1">
                <a:solidFill>
                  <a:srgbClr val="30291F"/>
                </a:solidFill>
                <a:latin typeface="Noto Serif CJK SC"/>
                <a:ea typeface="Noto Serif CJK SC"/>
                <a:cs typeface="Noto Serif CJK SC"/>
              </a:rPr>
              <a:t>任务1  时间与成长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761C2471-B362-4DAB-8EB4-F35F600987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714500"/>
            <a:ext cx="10972800" cy="628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2775" b="0">
                <a:solidFill>
                  <a:srgbClr val="30291F"/>
                </a:solidFill>
                <a:latin typeface="LXGW WenKai TC"/>
                <a:ea typeface="LXGW WenKai TC"/>
                <a:cs typeface="LXGW WenKai TC"/>
              </a:defRPr>
            </a:defPPr>
            <a:lvl1pPr>
              <a:defRPr sz="2775" b="0">
                <a:solidFill>
                  <a:srgbClr val="30291F"/>
                </a:solidFill>
                <a:latin typeface="LXGW WenKai TC"/>
                <a:ea typeface="LXGW WenKai TC"/>
                <a:cs typeface="LXGW WenKai TC"/>
              </a:defRPr>
            </a:lvl1pPr>
            <a:lvl2pPr>
              <a:defRPr sz="2775" b="0">
                <a:solidFill>
                  <a:srgbClr val="30291F"/>
                </a:solidFill>
                <a:latin typeface="LXGW WenKai TC"/>
                <a:ea typeface="LXGW WenKai TC"/>
                <a:cs typeface="LXGW WenKai TC"/>
              </a:defRPr>
            </a:lvl2pPr>
            <a:lvl3pPr>
              <a:defRPr sz="2775" b="0">
                <a:solidFill>
                  <a:srgbClr val="30291F"/>
                </a:solidFill>
                <a:latin typeface="LXGW WenKai TC"/>
                <a:ea typeface="LXGW WenKai TC"/>
                <a:cs typeface="LXGW WenKai TC"/>
              </a:defRPr>
            </a:lvl3pPr>
            <a:lvl4pPr>
              <a:defRPr sz="2775" b="0">
                <a:solidFill>
                  <a:srgbClr val="30291F"/>
                </a:solidFill>
                <a:latin typeface="LXGW WenKai TC"/>
                <a:ea typeface="LXGW WenKai TC"/>
                <a:cs typeface="LXGW WenKai TC"/>
              </a:defRPr>
            </a:lvl4pPr>
            <a:lvl5pPr>
              <a:defRPr sz="2775" b="0">
                <a:solidFill>
                  <a:srgbClr val="30291F"/>
                </a:solidFill>
                <a:latin typeface="LXGW WenKai TC"/>
                <a:ea typeface="LXGW WenKai TC"/>
                <a:cs typeface="LXGW WenKai TC"/>
              </a:defRPr>
            </a:lvl5pPr>
            <a:lvl6pPr>
              <a:defRPr sz="2775" b="0">
                <a:solidFill>
                  <a:srgbClr val="30291F"/>
                </a:solidFill>
                <a:latin typeface="LXGW WenKai TC"/>
                <a:ea typeface="LXGW WenKai TC"/>
                <a:cs typeface="LXGW WenKai TC"/>
              </a:defRPr>
            </a:lvl6pPr>
            <a:lvl7pPr>
              <a:defRPr sz="2775" b="0">
                <a:solidFill>
                  <a:srgbClr val="30291F"/>
                </a:solidFill>
                <a:latin typeface="LXGW WenKai TC"/>
                <a:ea typeface="LXGW WenKai TC"/>
                <a:cs typeface="LXGW WenKai TC"/>
              </a:defRPr>
            </a:lvl7pPr>
            <a:lvl8pPr>
              <a:defRPr sz="2775" b="0">
                <a:solidFill>
                  <a:srgbClr val="30291F"/>
                </a:solidFill>
                <a:latin typeface="LXGW WenKai TC"/>
                <a:ea typeface="LXGW WenKai TC"/>
                <a:cs typeface="LXGW WenKai TC"/>
              </a:defRPr>
            </a:lvl8pPr>
            <a:lvl9pPr>
              <a:defRPr sz="2775" b="0">
                <a:solidFill>
                  <a:srgbClr val="30291F"/>
                </a:solidFill>
                <a:latin typeface="LXGW WenKai TC"/>
                <a:ea typeface="LXGW WenKai TC"/>
                <a:cs typeface="LXGW WenKai TC"/>
              </a:defRPr>
            </a:lvl9pPr>
          </a:lstStyle>
          <a:p xmlns:a="http://schemas.openxmlformats.org/drawingml/2006/main">
            <a:pPr>
              <a:defRPr sz="2775" b="0">
                <a:solidFill>
                  <a:srgbClr val="30291F"/>
                </a:solidFill>
                <a:latin typeface="LXGW WenKai TC"/>
                <a:ea typeface="LXGW WenKai TC"/>
                <a:cs typeface="LXGW WenKai TC"/>
              </a:defRPr>
            </a:pPr>
            <a:r>
              <a:rPr sz="2775" b="0">
                <a:solidFill>
                  <a:srgbClr val="30291F"/>
                </a:solidFill>
                <a:latin typeface="LXGW WenKai TC"/>
                <a:ea typeface="LXGW WenKai TC"/>
                <a:cs typeface="LXGW WenKai TC"/>
              </a:rPr>
              <a:t>为什么说时间是个神偷？作者所谓的“成长的定律”指的是什么？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19533FAA-9036-4814-BBDF-B9E976A2ED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667125"/>
            <a:ext cx="10972800" cy="1619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2325" b="0">
                <a:solidFill>
                  <a:srgbClr val="31695F"/>
                </a:solidFill>
                <a:latin typeface="Noto Serif CJK SC"/>
                <a:ea typeface="Noto Serif CJK SC"/>
                <a:cs typeface="Noto Serif CJK SC"/>
              </a:defRPr>
            </a:defPPr>
            <a:lvl1pPr>
              <a:defRPr sz="2325" b="0">
                <a:solidFill>
                  <a:srgbClr val="31695F"/>
                </a:solidFill>
                <a:latin typeface="Noto Serif CJK SC"/>
                <a:ea typeface="Noto Serif CJK SC"/>
                <a:cs typeface="Noto Serif CJK SC"/>
              </a:defRPr>
            </a:lvl1pPr>
            <a:lvl2pPr>
              <a:defRPr sz="2325" b="0">
                <a:solidFill>
                  <a:srgbClr val="31695F"/>
                </a:solidFill>
                <a:latin typeface="Noto Serif CJK SC"/>
                <a:ea typeface="Noto Serif CJK SC"/>
                <a:cs typeface="Noto Serif CJK SC"/>
              </a:defRPr>
            </a:lvl2pPr>
            <a:lvl3pPr>
              <a:defRPr sz="2325" b="0">
                <a:solidFill>
                  <a:srgbClr val="31695F"/>
                </a:solidFill>
                <a:latin typeface="Noto Serif CJK SC"/>
                <a:ea typeface="Noto Serif CJK SC"/>
                <a:cs typeface="Noto Serif CJK SC"/>
              </a:defRPr>
            </a:lvl3pPr>
            <a:lvl4pPr>
              <a:defRPr sz="2325" b="0">
                <a:solidFill>
                  <a:srgbClr val="31695F"/>
                </a:solidFill>
                <a:latin typeface="Noto Serif CJK SC"/>
                <a:ea typeface="Noto Serif CJK SC"/>
                <a:cs typeface="Noto Serif CJK SC"/>
              </a:defRPr>
            </a:lvl4pPr>
            <a:lvl5pPr>
              <a:defRPr sz="2325" b="0">
                <a:solidFill>
                  <a:srgbClr val="31695F"/>
                </a:solidFill>
                <a:latin typeface="Noto Serif CJK SC"/>
                <a:ea typeface="Noto Serif CJK SC"/>
                <a:cs typeface="Noto Serif CJK SC"/>
              </a:defRPr>
            </a:lvl5pPr>
            <a:lvl6pPr>
              <a:defRPr sz="2325" b="0">
                <a:solidFill>
                  <a:srgbClr val="31695F"/>
                </a:solidFill>
                <a:latin typeface="Noto Serif CJK SC"/>
                <a:ea typeface="Noto Serif CJK SC"/>
                <a:cs typeface="Noto Serif CJK SC"/>
              </a:defRPr>
            </a:lvl6pPr>
            <a:lvl7pPr>
              <a:defRPr sz="2325" b="0">
                <a:solidFill>
                  <a:srgbClr val="31695F"/>
                </a:solidFill>
                <a:latin typeface="Noto Serif CJK SC"/>
                <a:ea typeface="Noto Serif CJK SC"/>
                <a:cs typeface="Noto Serif CJK SC"/>
              </a:defRPr>
            </a:lvl7pPr>
            <a:lvl8pPr>
              <a:defRPr sz="2325" b="0">
                <a:solidFill>
                  <a:srgbClr val="31695F"/>
                </a:solidFill>
                <a:latin typeface="Noto Serif CJK SC"/>
                <a:ea typeface="Noto Serif CJK SC"/>
                <a:cs typeface="Noto Serif CJK SC"/>
              </a:defRPr>
            </a:lvl8pPr>
            <a:lvl9pPr>
              <a:defRPr sz="2325" b="0">
                <a:solidFill>
                  <a:srgbClr val="31695F"/>
                </a:solidFill>
                <a:latin typeface="Noto Serif CJK SC"/>
                <a:ea typeface="Noto Serif CJK SC"/>
                <a:cs typeface="Noto Serif CJK SC"/>
              </a:defRPr>
            </a:lvl9pPr>
          </a:lstStyle>
          <a:p xmlns:a="http://schemas.openxmlformats.org/drawingml/2006/main">
            <a:pPr>
              <a:defRPr sz="2325" b="0">
                <a:solidFill>
                  <a:srgbClr val="31695F"/>
                </a:solidFill>
                <a:latin typeface="Noto Serif CJK SC"/>
                <a:ea typeface="Noto Serif CJK SC"/>
                <a:cs typeface="Noto Serif CJK SC"/>
              </a:defRPr>
            </a:pPr>
            <a:r>
              <a:rPr sz="2325" b="0">
                <a:solidFill>
                  <a:srgbClr val="31695F"/>
                </a:solidFill>
                <a:latin typeface="Noto Serif CJK SC"/>
                <a:ea typeface="Noto Serif CJK SC"/>
                <a:cs typeface="Noto Serif CJK SC"/>
              </a:rPr>
              <a:t>读第一段和第三段，分别回答两个问题。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D0D940FE-5DB4-4178-BE85-7BA1BF0944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734050"/>
            <a:ext cx="10972800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2100" b="0">
                <a:solidFill>
                  <a:srgbClr val="9B3024"/>
                </a:solidFill>
                <a:latin typeface="Noto Serif CJK SC"/>
                <a:ea typeface="Noto Serif CJK SC"/>
                <a:cs typeface="Noto Serif CJK SC"/>
              </a:defRPr>
            </a:defPPr>
            <a:lvl1pPr>
              <a:defRPr sz="2100" b="0">
                <a:solidFill>
                  <a:srgbClr val="9B3024"/>
                </a:solidFill>
                <a:latin typeface="Noto Serif CJK SC"/>
                <a:ea typeface="Noto Serif CJK SC"/>
                <a:cs typeface="Noto Serif CJK SC"/>
              </a:defRPr>
            </a:lvl1pPr>
            <a:lvl2pPr>
              <a:defRPr sz="2100" b="0">
                <a:solidFill>
                  <a:srgbClr val="9B3024"/>
                </a:solidFill>
                <a:latin typeface="Noto Serif CJK SC"/>
                <a:ea typeface="Noto Serif CJK SC"/>
                <a:cs typeface="Noto Serif CJK SC"/>
              </a:defRPr>
            </a:lvl2pPr>
            <a:lvl3pPr>
              <a:defRPr sz="2100" b="0">
                <a:solidFill>
                  <a:srgbClr val="9B3024"/>
                </a:solidFill>
                <a:latin typeface="Noto Serif CJK SC"/>
                <a:ea typeface="Noto Serif CJK SC"/>
                <a:cs typeface="Noto Serif CJK SC"/>
              </a:defRPr>
            </a:lvl3pPr>
            <a:lvl4pPr>
              <a:defRPr sz="2100" b="0">
                <a:solidFill>
                  <a:srgbClr val="9B3024"/>
                </a:solidFill>
                <a:latin typeface="Noto Serif CJK SC"/>
                <a:ea typeface="Noto Serif CJK SC"/>
                <a:cs typeface="Noto Serif CJK SC"/>
              </a:defRPr>
            </a:lvl4pPr>
            <a:lvl5pPr>
              <a:defRPr sz="2100" b="0">
                <a:solidFill>
                  <a:srgbClr val="9B3024"/>
                </a:solidFill>
                <a:latin typeface="Noto Serif CJK SC"/>
                <a:ea typeface="Noto Serif CJK SC"/>
                <a:cs typeface="Noto Serif CJK SC"/>
              </a:defRPr>
            </a:lvl5pPr>
            <a:lvl6pPr>
              <a:defRPr sz="2100" b="0">
                <a:solidFill>
                  <a:srgbClr val="9B3024"/>
                </a:solidFill>
                <a:latin typeface="Noto Serif CJK SC"/>
                <a:ea typeface="Noto Serif CJK SC"/>
                <a:cs typeface="Noto Serif CJK SC"/>
              </a:defRPr>
            </a:lvl6pPr>
            <a:lvl7pPr>
              <a:defRPr sz="2100" b="0">
                <a:solidFill>
                  <a:srgbClr val="9B3024"/>
                </a:solidFill>
                <a:latin typeface="Noto Serif CJK SC"/>
                <a:ea typeface="Noto Serif CJK SC"/>
                <a:cs typeface="Noto Serif CJK SC"/>
              </a:defRPr>
            </a:lvl7pPr>
            <a:lvl8pPr>
              <a:defRPr sz="2100" b="0">
                <a:solidFill>
                  <a:srgbClr val="9B3024"/>
                </a:solidFill>
                <a:latin typeface="Noto Serif CJK SC"/>
                <a:ea typeface="Noto Serif CJK SC"/>
                <a:cs typeface="Noto Serif CJK SC"/>
              </a:defRPr>
            </a:lvl8pPr>
            <a:lvl9pPr>
              <a:defRPr sz="2100" b="0">
                <a:solidFill>
                  <a:srgbClr val="9B3024"/>
                </a:solidFill>
                <a:latin typeface="Noto Serif CJK SC"/>
                <a:ea typeface="Noto Serif CJK SC"/>
                <a:cs typeface="Noto Serif CJK SC"/>
              </a:defRPr>
            </a:lvl9pPr>
          </a:lstStyle>
          <a:p xmlns:a="http://schemas.openxmlformats.org/drawingml/2006/main">
            <a:pPr>
              <a:defRPr sz="2100" b="0">
                <a:solidFill>
                  <a:srgbClr val="9B3024"/>
                </a:solidFill>
                <a:latin typeface="Noto Serif CJK SC"/>
                <a:ea typeface="Noto Serif CJK SC"/>
                <a:cs typeface="Noto Serif CJK SC"/>
              </a:defRPr>
            </a:pPr>
            <a:r>
              <a:rPr sz="2100" b="0">
                <a:solidFill>
                  <a:srgbClr val="9B3024"/>
                </a:solidFill>
                <a:latin typeface="Noto Serif CJK SC"/>
                <a:ea typeface="Noto Serif CJK SC"/>
                <a:cs typeface="Noto Serif CJK SC"/>
              </a:rPr>
              <a:t>先独立回答，再比较与订正。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081F0DAF-3368-45CA-8C0A-EDF4176621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25200" y="6477000"/>
            <a:ext cx="4572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1350" b="0">
                <a:solidFill>
                  <a:srgbClr val="776C60"/>
                </a:solidFill>
                <a:latin typeface="Noto Serif CJK SC"/>
                <a:ea typeface="Noto Serif CJK SC"/>
                <a:cs typeface="Noto Serif CJK SC"/>
              </a:defRPr>
            </a:defPPr>
            <a:lvl1pPr>
              <a:defRPr sz="1350" b="0">
                <a:solidFill>
                  <a:srgbClr val="776C60"/>
                </a:solidFill>
                <a:latin typeface="Noto Serif CJK SC"/>
                <a:ea typeface="Noto Serif CJK SC"/>
                <a:cs typeface="Noto Serif CJK SC"/>
              </a:defRPr>
            </a:lvl1pPr>
            <a:lvl2pPr>
              <a:defRPr sz="1350" b="0">
                <a:solidFill>
                  <a:srgbClr val="776C60"/>
                </a:solidFill>
                <a:latin typeface="Noto Serif CJK SC"/>
                <a:ea typeface="Noto Serif CJK SC"/>
                <a:cs typeface="Noto Serif CJK SC"/>
              </a:defRPr>
            </a:lvl2pPr>
            <a:lvl3pPr>
              <a:defRPr sz="1350" b="0">
                <a:solidFill>
                  <a:srgbClr val="776C60"/>
                </a:solidFill>
                <a:latin typeface="Noto Serif CJK SC"/>
                <a:ea typeface="Noto Serif CJK SC"/>
                <a:cs typeface="Noto Serif CJK SC"/>
              </a:defRPr>
            </a:lvl3pPr>
            <a:lvl4pPr>
              <a:defRPr sz="1350" b="0">
                <a:solidFill>
                  <a:srgbClr val="776C60"/>
                </a:solidFill>
                <a:latin typeface="Noto Serif CJK SC"/>
                <a:ea typeface="Noto Serif CJK SC"/>
                <a:cs typeface="Noto Serif CJK SC"/>
              </a:defRPr>
            </a:lvl4pPr>
            <a:lvl5pPr>
              <a:defRPr sz="1350" b="0">
                <a:solidFill>
                  <a:srgbClr val="776C60"/>
                </a:solidFill>
                <a:latin typeface="Noto Serif CJK SC"/>
                <a:ea typeface="Noto Serif CJK SC"/>
                <a:cs typeface="Noto Serif CJK SC"/>
              </a:defRPr>
            </a:lvl5pPr>
            <a:lvl6pPr>
              <a:defRPr sz="1350" b="0">
                <a:solidFill>
                  <a:srgbClr val="776C60"/>
                </a:solidFill>
                <a:latin typeface="Noto Serif CJK SC"/>
                <a:ea typeface="Noto Serif CJK SC"/>
                <a:cs typeface="Noto Serif CJK SC"/>
              </a:defRPr>
            </a:lvl6pPr>
            <a:lvl7pPr>
              <a:defRPr sz="1350" b="0">
                <a:solidFill>
                  <a:srgbClr val="776C60"/>
                </a:solidFill>
                <a:latin typeface="Noto Serif CJK SC"/>
                <a:ea typeface="Noto Serif CJK SC"/>
                <a:cs typeface="Noto Serif CJK SC"/>
              </a:defRPr>
            </a:lvl7pPr>
            <a:lvl8pPr>
              <a:defRPr sz="1350" b="0">
                <a:solidFill>
                  <a:srgbClr val="776C60"/>
                </a:solidFill>
                <a:latin typeface="Noto Serif CJK SC"/>
                <a:ea typeface="Noto Serif CJK SC"/>
                <a:cs typeface="Noto Serif CJK SC"/>
              </a:defRPr>
            </a:lvl8pPr>
            <a:lvl9pPr>
              <a:defRPr sz="1350" b="0">
                <a:solidFill>
                  <a:srgbClr val="776C60"/>
                </a:solidFill>
                <a:latin typeface="Noto Serif CJK SC"/>
                <a:ea typeface="Noto Serif CJK SC"/>
                <a:cs typeface="Noto Serif CJK SC"/>
              </a:defRPr>
            </a:lvl9pPr>
          </a:lstStyle>
          <a:p xmlns:a="http://schemas.openxmlformats.org/drawingml/2006/main">
            <a:pPr>
              <a:defRPr sz="1350" b="0">
                <a:solidFill>
                  <a:srgbClr val="776C60"/>
                </a:solidFill>
                <a:latin typeface="Noto Serif CJK SC"/>
                <a:ea typeface="Noto Serif CJK SC"/>
                <a:cs typeface="Noto Serif CJK SC"/>
              </a:defRPr>
            </a:pPr>
            <a:r>
              <a:rPr sz="1350" b="0">
                <a:solidFill>
                  <a:srgbClr val="776C60"/>
                </a:solidFill>
                <a:latin typeface="Noto Serif CJK SC"/>
                <a:ea typeface="Noto Serif CJK SC"/>
                <a:cs typeface="Noto Serif CJK SC"/>
              </a:rPr>
              <a:t>09</a:t>
            </a:r>
          </a:p>
        </p:txBody>
      </p:sp>
    </p:spTree>
    <p:extLst>
      <p:ext uri="{BB962C8B-B14F-4D97-AF65-F5344CB8AC3E}">
        <p14:creationId xmlns:p14="http://schemas.microsoft.com/office/powerpoint/2010/main" val="949154590"/>
      </p:ext>
    </p:extLst>
  </p:cSld>
</p:sld>
</file>

<file path=ppt/slides/slide10.xml><?xml version="1.0" encoding="utf-8"?>
<p:sld xmlns:p="http://schemas.openxmlformats.org/presentationml/2006/main">
  <p:cSld>
    <p:bg>
      <p:bgPr>
        <a:solidFill xmlns:a="http://schemas.openxmlformats.org/drawingml/2006/main">
          <a:srgbClr val="FFFAF2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D553F5C2-88C0-4E2B-B700-1D69142F9D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33375"/>
            <a:ext cx="762000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1575" b="0">
                <a:solidFill>
                  <a:srgbClr val="9B3024"/>
                </a:solidFill>
                <a:latin typeface="Noto Serif CJK SC"/>
                <a:ea typeface="Noto Serif CJK SC"/>
                <a:cs typeface="Noto Serif CJK SC"/>
              </a:defRPr>
            </a:defPPr>
            <a:lvl1pPr>
              <a:defRPr sz="1575" b="0">
                <a:solidFill>
                  <a:srgbClr val="9B3024"/>
                </a:solidFill>
                <a:latin typeface="Noto Serif CJK SC"/>
                <a:ea typeface="Noto Serif CJK SC"/>
                <a:cs typeface="Noto Serif CJK SC"/>
              </a:defRPr>
            </a:lvl1pPr>
            <a:lvl2pPr>
              <a:defRPr sz="1575" b="0">
                <a:solidFill>
                  <a:srgbClr val="9B3024"/>
                </a:solidFill>
                <a:latin typeface="Noto Serif CJK SC"/>
                <a:ea typeface="Noto Serif CJK SC"/>
                <a:cs typeface="Noto Serif CJK SC"/>
              </a:defRPr>
            </a:lvl2pPr>
            <a:lvl3pPr>
              <a:defRPr sz="1575" b="0">
                <a:solidFill>
                  <a:srgbClr val="9B3024"/>
                </a:solidFill>
                <a:latin typeface="Noto Serif CJK SC"/>
                <a:ea typeface="Noto Serif CJK SC"/>
                <a:cs typeface="Noto Serif CJK SC"/>
              </a:defRPr>
            </a:lvl3pPr>
            <a:lvl4pPr>
              <a:defRPr sz="1575" b="0">
                <a:solidFill>
                  <a:srgbClr val="9B3024"/>
                </a:solidFill>
                <a:latin typeface="Noto Serif CJK SC"/>
                <a:ea typeface="Noto Serif CJK SC"/>
                <a:cs typeface="Noto Serif CJK SC"/>
              </a:defRPr>
            </a:lvl4pPr>
            <a:lvl5pPr>
              <a:defRPr sz="1575" b="0">
                <a:solidFill>
                  <a:srgbClr val="9B3024"/>
                </a:solidFill>
                <a:latin typeface="Noto Serif CJK SC"/>
                <a:ea typeface="Noto Serif CJK SC"/>
                <a:cs typeface="Noto Serif CJK SC"/>
              </a:defRPr>
            </a:lvl5pPr>
            <a:lvl6pPr>
              <a:defRPr sz="1575" b="0">
                <a:solidFill>
                  <a:srgbClr val="9B3024"/>
                </a:solidFill>
                <a:latin typeface="Noto Serif CJK SC"/>
                <a:ea typeface="Noto Serif CJK SC"/>
                <a:cs typeface="Noto Serif CJK SC"/>
              </a:defRPr>
            </a:lvl6pPr>
            <a:lvl7pPr>
              <a:defRPr sz="1575" b="0">
                <a:solidFill>
                  <a:srgbClr val="9B3024"/>
                </a:solidFill>
                <a:latin typeface="Noto Serif CJK SC"/>
                <a:ea typeface="Noto Serif CJK SC"/>
                <a:cs typeface="Noto Serif CJK SC"/>
              </a:defRPr>
            </a:lvl7pPr>
            <a:lvl8pPr>
              <a:defRPr sz="1575" b="0">
                <a:solidFill>
                  <a:srgbClr val="9B3024"/>
                </a:solidFill>
                <a:latin typeface="Noto Serif CJK SC"/>
                <a:ea typeface="Noto Serif CJK SC"/>
                <a:cs typeface="Noto Serif CJK SC"/>
              </a:defRPr>
            </a:lvl8pPr>
            <a:lvl9pPr>
              <a:defRPr sz="1575" b="0">
                <a:solidFill>
                  <a:srgbClr val="9B3024"/>
                </a:solidFill>
                <a:latin typeface="Noto Serif CJK SC"/>
                <a:ea typeface="Noto Serif CJK SC"/>
                <a:cs typeface="Noto Serif CJK SC"/>
              </a:defRPr>
            </a:lvl9pPr>
          </a:lstStyle>
          <a:p xmlns:a="http://schemas.openxmlformats.org/drawingml/2006/main">
            <a:pPr>
              <a:defRPr sz="1575" b="0">
                <a:solidFill>
                  <a:srgbClr val="9B3024"/>
                </a:solidFill>
                <a:latin typeface="Noto Serif CJK SC"/>
                <a:ea typeface="Noto Serif CJK SC"/>
                <a:cs typeface="Noto Serif CJK SC"/>
              </a:defRPr>
            </a:pPr>
            <a:r>
              <a:rPr sz="1575" b="0">
                <a:solidFill>
                  <a:srgbClr val="9B3024"/>
                </a:solidFill>
                <a:latin typeface="Noto Serif CJK SC"/>
                <a:ea typeface="Noto Serif CJK SC"/>
                <a:cs typeface="Noto Serif CJK SC"/>
              </a:rPr>
              <a:t>第一课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F777DB56-11A0-4767-A19C-3C0A925992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781050"/>
            <a:ext cx="109728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3150" b="1">
                <a:solidFill>
                  <a:srgbClr val="30291F"/>
                </a:solidFill>
                <a:latin typeface="Noto Serif CJK SC"/>
                <a:ea typeface="Noto Serif CJK SC"/>
                <a:cs typeface="Noto Serif CJK SC"/>
              </a:defRPr>
            </a:defPPr>
            <a:lvl1pPr>
              <a:defRPr sz="3150" b="1">
                <a:solidFill>
                  <a:srgbClr val="30291F"/>
                </a:solidFill>
                <a:latin typeface="Noto Serif CJK SC"/>
                <a:ea typeface="Noto Serif CJK SC"/>
                <a:cs typeface="Noto Serif CJK SC"/>
              </a:defRPr>
            </a:lvl1pPr>
            <a:lvl2pPr>
              <a:defRPr sz="3150" b="1">
                <a:solidFill>
                  <a:srgbClr val="30291F"/>
                </a:solidFill>
                <a:latin typeface="Noto Serif CJK SC"/>
                <a:ea typeface="Noto Serif CJK SC"/>
                <a:cs typeface="Noto Serif CJK SC"/>
              </a:defRPr>
            </a:lvl2pPr>
            <a:lvl3pPr>
              <a:defRPr sz="3150" b="1">
                <a:solidFill>
                  <a:srgbClr val="30291F"/>
                </a:solidFill>
                <a:latin typeface="Noto Serif CJK SC"/>
                <a:ea typeface="Noto Serif CJK SC"/>
                <a:cs typeface="Noto Serif CJK SC"/>
              </a:defRPr>
            </a:lvl3pPr>
            <a:lvl4pPr>
              <a:defRPr sz="3150" b="1">
                <a:solidFill>
                  <a:srgbClr val="30291F"/>
                </a:solidFill>
                <a:latin typeface="Noto Serif CJK SC"/>
                <a:ea typeface="Noto Serif CJK SC"/>
                <a:cs typeface="Noto Serif CJK SC"/>
              </a:defRPr>
            </a:lvl4pPr>
            <a:lvl5pPr>
              <a:defRPr sz="3150" b="1">
                <a:solidFill>
                  <a:srgbClr val="30291F"/>
                </a:solidFill>
                <a:latin typeface="Noto Serif CJK SC"/>
                <a:ea typeface="Noto Serif CJK SC"/>
                <a:cs typeface="Noto Serif CJK SC"/>
              </a:defRPr>
            </a:lvl5pPr>
            <a:lvl6pPr>
              <a:defRPr sz="3150" b="1">
                <a:solidFill>
                  <a:srgbClr val="30291F"/>
                </a:solidFill>
                <a:latin typeface="Noto Serif CJK SC"/>
                <a:ea typeface="Noto Serif CJK SC"/>
                <a:cs typeface="Noto Serif CJK SC"/>
              </a:defRPr>
            </a:lvl6pPr>
            <a:lvl7pPr>
              <a:defRPr sz="3150" b="1">
                <a:solidFill>
                  <a:srgbClr val="30291F"/>
                </a:solidFill>
                <a:latin typeface="Noto Serif CJK SC"/>
                <a:ea typeface="Noto Serif CJK SC"/>
                <a:cs typeface="Noto Serif CJK SC"/>
              </a:defRPr>
            </a:lvl7pPr>
            <a:lvl8pPr>
              <a:defRPr sz="3150" b="1">
                <a:solidFill>
                  <a:srgbClr val="30291F"/>
                </a:solidFill>
                <a:latin typeface="Noto Serif CJK SC"/>
                <a:ea typeface="Noto Serif CJK SC"/>
                <a:cs typeface="Noto Serif CJK SC"/>
              </a:defRPr>
            </a:lvl8pPr>
            <a:lvl9pPr>
              <a:defRPr sz="3150" b="1">
                <a:solidFill>
                  <a:srgbClr val="30291F"/>
                </a:solidFill>
                <a:latin typeface="Noto Serif CJK SC"/>
                <a:ea typeface="Noto Serif CJK SC"/>
                <a:cs typeface="Noto Serif CJK SC"/>
              </a:defRPr>
            </a:lvl9pPr>
          </a:lstStyle>
          <a:p xmlns:a="http://schemas.openxmlformats.org/drawingml/2006/main">
            <a:pPr>
              <a:defRPr sz="3150" b="1">
                <a:solidFill>
                  <a:srgbClr val="30291F"/>
                </a:solidFill>
                <a:latin typeface="Noto Serif CJK SC"/>
                <a:ea typeface="Noto Serif CJK SC"/>
                <a:cs typeface="Noto Serif CJK SC"/>
              </a:defRPr>
            </a:pPr>
            <a:r>
              <a:rPr sz="3150" b="1">
                <a:solidFill>
                  <a:srgbClr val="30291F"/>
                </a:solidFill>
                <a:latin typeface="Noto Serif CJK SC"/>
                <a:ea typeface="Noto Serif CJK SC"/>
                <a:cs typeface="Noto Serif CJK SC"/>
              </a:rPr>
              <a:t>任务1  依据与解释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2F468BB4-A0E8-4856-BB7A-C873C9183A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714500"/>
            <a:ext cx="10972800" cy="15144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2625" b="0">
                <a:solidFill>
                  <a:srgbClr val="31695F"/>
                </a:solidFill>
                <a:latin typeface="LXGW WenKai TC"/>
                <a:ea typeface="LXGW WenKai TC"/>
                <a:cs typeface="LXGW WenKai TC"/>
              </a:defRPr>
            </a:defPPr>
            <a:lvl1pPr>
              <a:defRPr sz="2625" b="0">
                <a:solidFill>
                  <a:srgbClr val="31695F"/>
                </a:solidFill>
                <a:latin typeface="LXGW WenKai TC"/>
                <a:ea typeface="LXGW WenKai TC"/>
                <a:cs typeface="LXGW WenKai TC"/>
              </a:defRPr>
            </a:lvl1pPr>
            <a:lvl2pPr>
              <a:defRPr sz="2625" b="0">
                <a:solidFill>
                  <a:srgbClr val="31695F"/>
                </a:solidFill>
                <a:latin typeface="LXGW WenKai TC"/>
                <a:ea typeface="LXGW WenKai TC"/>
                <a:cs typeface="LXGW WenKai TC"/>
              </a:defRPr>
            </a:lvl2pPr>
            <a:lvl3pPr>
              <a:defRPr sz="2625" b="0">
                <a:solidFill>
                  <a:srgbClr val="31695F"/>
                </a:solidFill>
                <a:latin typeface="LXGW WenKai TC"/>
                <a:ea typeface="LXGW WenKai TC"/>
                <a:cs typeface="LXGW WenKai TC"/>
              </a:defRPr>
            </a:lvl3pPr>
            <a:lvl4pPr>
              <a:defRPr sz="2625" b="0">
                <a:solidFill>
                  <a:srgbClr val="31695F"/>
                </a:solidFill>
                <a:latin typeface="LXGW WenKai TC"/>
                <a:ea typeface="LXGW WenKai TC"/>
                <a:cs typeface="LXGW WenKai TC"/>
              </a:defRPr>
            </a:lvl4pPr>
            <a:lvl5pPr>
              <a:defRPr sz="2625" b="0">
                <a:solidFill>
                  <a:srgbClr val="31695F"/>
                </a:solidFill>
                <a:latin typeface="LXGW WenKai TC"/>
                <a:ea typeface="LXGW WenKai TC"/>
                <a:cs typeface="LXGW WenKai TC"/>
              </a:defRPr>
            </a:lvl5pPr>
            <a:lvl6pPr>
              <a:defRPr sz="2625" b="0">
                <a:solidFill>
                  <a:srgbClr val="31695F"/>
                </a:solidFill>
                <a:latin typeface="LXGW WenKai TC"/>
                <a:ea typeface="LXGW WenKai TC"/>
                <a:cs typeface="LXGW WenKai TC"/>
              </a:defRPr>
            </a:lvl6pPr>
            <a:lvl7pPr>
              <a:defRPr sz="2625" b="0">
                <a:solidFill>
                  <a:srgbClr val="31695F"/>
                </a:solidFill>
                <a:latin typeface="LXGW WenKai TC"/>
                <a:ea typeface="LXGW WenKai TC"/>
                <a:cs typeface="LXGW WenKai TC"/>
              </a:defRPr>
            </a:lvl7pPr>
            <a:lvl8pPr>
              <a:defRPr sz="2625" b="0">
                <a:solidFill>
                  <a:srgbClr val="31695F"/>
                </a:solidFill>
                <a:latin typeface="LXGW WenKai TC"/>
                <a:ea typeface="LXGW WenKai TC"/>
                <a:cs typeface="LXGW WenKai TC"/>
              </a:defRPr>
            </a:lvl8pPr>
            <a:lvl9pPr>
              <a:defRPr sz="2625" b="0">
                <a:solidFill>
                  <a:srgbClr val="31695F"/>
                </a:solidFill>
                <a:latin typeface="LXGW WenKai TC"/>
                <a:ea typeface="LXGW WenKai TC"/>
                <a:cs typeface="LXGW WenKai TC"/>
              </a:defRPr>
            </a:lvl9pPr>
          </a:lstStyle>
          <a:p xmlns:a="http://schemas.openxmlformats.org/drawingml/2006/main">
            <a:pPr>
              <a:defRPr sz="2625" b="0">
                <a:solidFill>
                  <a:srgbClr val="31695F"/>
                </a:solidFill>
                <a:latin typeface="LXGW WenKai TC"/>
                <a:ea typeface="LXGW WenKai TC"/>
                <a:cs typeface="LXGW WenKai TC"/>
              </a:defRPr>
            </a:pPr>
            <a:r>
              <a:rPr sz="2625" b="0">
                <a:solidFill>
                  <a:srgbClr val="31695F"/>
                </a:solidFill>
                <a:latin typeface="LXGW WenKai TC"/>
                <a:ea typeface="LXGW WenKai TC"/>
                <a:cs typeface="LXGW WenKai TC"/>
              </a:rPr>
              <a:t>时间在人们不知不觉中使妈妈衰老，悄悄带走她的青春，所以说它是“神</a:t>
            </a:r>
          </a:p>
          <a:p xmlns:a="http://schemas.openxmlformats.org/drawingml/2006/main">
            <a:pPr>
              <a:defRPr sz="2625" b="0">
                <a:solidFill>
                  <a:srgbClr val="31695F"/>
                </a:solidFill>
                <a:latin typeface="LXGW WenKai TC"/>
                <a:ea typeface="LXGW WenKai TC"/>
                <a:cs typeface="LXGW WenKai TC"/>
              </a:defRPr>
            </a:pPr>
            <a:r>
              <a:rPr sz="2625" b="0">
                <a:solidFill>
                  <a:srgbClr val="31695F"/>
                </a:solidFill>
                <a:latin typeface="LXGW WenKai TC"/>
                <a:ea typeface="LXGW WenKai TC"/>
                <a:cs typeface="LXGW WenKai TC"/>
              </a:rPr>
              <a:t>偷”。“成长的定律”指“我”长大后逐渐有自己的想法和审美，与妈妈</a:t>
            </a:r>
          </a:p>
          <a:p xmlns:a="http://schemas.openxmlformats.org/drawingml/2006/main">
            <a:pPr>
              <a:defRPr sz="2625" b="0">
                <a:solidFill>
                  <a:srgbClr val="31695F"/>
                </a:solidFill>
                <a:latin typeface="LXGW WenKai TC"/>
                <a:ea typeface="LXGW WenKai TC"/>
                <a:cs typeface="LXGW WenKai TC"/>
              </a:defRPr>
            </a:pPr>
            <a:r>
              <a:rPr sz="2625" b="0">
                <a:solidFill>
                  <a:srgbClr val="31695F"/>
                </a:solidFill>
                <a:latin typeface="LXGW WenKai TC"/>
                <a:ea typeface="LXGW WenKai TC"/>
                <a:cs typeface="LXGW WenKai TC"/>
              </a:rPr>
              <a:t>不同：妈妈喜欢大红色，“我”却觉得它有点土气。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991686A8-0932-4128-A607-8F6A22A5B8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457575"/>
            <a:ext cx="1082040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2100" b="0">
                <a:solidFill>
                  <a:srgbClr val="30291F"/>
                </a:solidFill>
                <a:latin typeface="Noto Serif CJK SC"/>
                <a:ea typeface="Noto Serif CJK SC"/>
                <a:cs typeface="Noto Serif CJK SC"/>
              </a:defRPr>
            </a:defPPr>
            <a:lvl1pPr>
              <a:defRPr sz="2100" b="0">
                <a:solidFill>
                  <a:srgbClr val="30291F"/>
                </a:solidFill>
                <a:latin typeface="Noto Serif CJK SC"/>
                <a:ea typeface="Noto Serif CJK SC"/>
                <a:cs typeface="Noto Serif CJK SC"/>
              </a:defRPr>
            </a:lvl1pPr>
            <a:lvl2pPr>
              <a:defRPr sz="2100" b="0">
                <a:solidFill>
                  <a:srgbClr val="30291F"/>
                </a:solidFill>
                <a:latin typeface="Noto Serif CJK SC"/>
                <a:ea typeface="Noto Serif CJK SC"/>
                <a:cs typeface="Noto Serif CJK SC"/>
              </a:defRPr>
            </a:lvl2pPr>
            <a:lvl3pPr>
              <a:defRPr sz="2100" b="0">
                <a:solidFill>
                  <a:srgbClr val="30291F"/>
                </a:solidFill>
                <a:latin typeface="Noto Serif CJK SC"/>
                <a:ea typeface="Noto Serif CJK SC"/>
                <a:cs typeface="Noto Serif CJK SC"/>
              </a:defRPr>
            </a:lvl3pPr>
            <a:lvl4pPr>
              <a:defRPr sz="2100" b="0">
                <a:solidFill>
                  <a:srgbClr val="30291F"/>
                </a:solidFill>
                <a:latin typeface="Noto Serif CJK SC"/>
                <a:ea typeface="Noto Serif CJK SC"/>
                <a:cs typeface="Noto Serif CJK SC"/>
              </a:defRPr>
            </a:lvl4pPr>
            <a:lvl5pPr>
              <a:defRPr sz="2100" b="0">
                <a:solidFill>
                  <a:srgbClr val="30291F"/>
                </a:solidFill>
                <a:latin typeface="Noto Serif CJK SC"/>
                <a:ea typeface="Noto Serif CJK SC"/>
                <a:cs typeface="Noto Serif CJK SC"/>
              </a:defRPr>
            </a:lvl5pPr>
            <a:lvl6pPr>
              <a:defRPr sz="2100" b="0">
                <a:solidFill>
                  <a:srgbClr val="30291F"/>
                </a:solidFill>
                <a:latin typeface="Noto Serif CJK SC"/>
                <a:ea typeface="Noto Serif CJK SC"/>
                <a:cs typeface="Noto Serif CJK SC"/>
              </a:defRPr>
            </a:lvl6pPr>
            <a:lvl7pPr>
              <a:defRPr sz="2100" b="0">
                <a:solidFill>
                  <a:srgbClr val="30291F"/>
                </a:solidFill>
                <a:latin typeface="Noto Serif CJK SC"/>
                <a:ea typeface="Noto Serif CJK SC"/>
                <a:cs typeface="Noto Serif CJK SC"/>
              </a:defRPr>
            </a:lvl7pPr>
            <a:lvl8pPr>
              <a:defRPr sz="2100" b="0">
                <a:solidFill>
                  <a:srgbClr val="30291F"/>
                </a:solidFill>
                <a:latin typeface="Noto Serif CJK SC"/>
                <a:ea typeface="Noto Serif CJK SC"/>
                <a:cs typeface="Noto Serif CJK SC"/>
              </a:defRPr>
            </a:lvl8pPr>
            <a:lvl9pPr>
              <a:defRPr sz="2100" b="0">
                <a:solidFill>
                  <a:srgbClr val="30291F"/>
                </a:solidFill>
                <a:latin typeface="Noto Serif CJK SC"/>
                <a:ea typeface="Noto Serif CJK SC"/>
                <a:cs typeface="Noto Serif CJK SC"/>
              </a:defRPr>
            </a:lvl9pPr>
          </a:lstStyle>
          <a:p xmlns:a="http://schemas.openxmlformats.org/drawingml/2006/main">
            <a:pPr>
              <a:defRPr sz="2100" b="0">
                <a:solidFill>
                  <a:srgbClr val="30291F"/>
                </a:solidFill>
                <a:latin typeface="Noto Serif CJK SC"/>
                <a:ea typeface="Noto Serif CJK SC"/>
                <a:cs typeface="Noto Serif CJK SC"/>
              </a:defRPr>
            </a:pPr>
            <a:r>
              <a:rPr sz="2100" b="0">
                <a:solidFill>
                  <a:srgbClr val="30291F"/>
                </a:solidFill>
                <a:latin typeface="Noto Serif CJK SC"/>
                <a:ea typeface="Noto Serif CJK SC"/>
                <a:cs typeface="Noto Serif CJK SC"/>
              </a:rPr>
              <a:t>第一段的“白发更多”“添了新的鱼尾纹”写妈妈逐渐衰老；“神偷”突出时间的变化不易</a:t>
            </a:r>
          </a:p>
          <a:p xmlns:a="http://schemas.openxmlformats.org/drawingml/2006/main">
            <a:pPr>
              <a:defRPr sz="2100" b="0">
                <a:solidFill>
                  <a:srgbClr val="30291F"/>
                </a:solidFill>
                <a:latin typeface="Noto Serif CJK SC"/>
                <a:ea typeface="Noto Serif CJK SC"/>
                <a:cs typeface="Noto Serif CJK SC"/>
              </a:defRPr>
            </a:pPr>
            <a:r>
              <a:rPr sz="2100" b="0">
                <a:solidFill>
                  <a:srgbClr val="30291F"/>
                </a:solidFill>
                <a:latin typeface="Noto Serif CJK SC"/>
                <a:ea typeface="Noto Serif CJK SC"/>
                <a:cs typeface="Noto Serif CJK SC"/>
              </a:rPr>
              <a:t>察觉。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0A51390E-FE05-4EDF-AD7C-A46A92BC36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429125"/>
            <a:ext cx="10820400" cy="4667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2100" b="0">
                <a:solidFill>
                  <a:srgbClr val="30291F"/>
                </a:solidFill>
                <a:latin typeface="Noto Serif CJK SC"/>
                <a:ea typeface="Noto Serif CJK SC"/>
                <a:cs typeface="Noto Serif CJK SC"/>
              </a:defRPr>
            </a:defPPr>
            <a:lvl1pPr>
              <a:defRPr sz="2100" b="0">
                <a:solidFill>
                  <a:srgbClr val="30291F"/>
                </a:solidFill>
                <a:latin typeface="Noto Serif CJK SC"/>
                <a:ea typeface="Noto Serif CJK SC"/>
                <a:cs typeface="Noto Serif CJK SC"/>
              </a:defRPr>
            </a:lvl1pPr>
            <a:lvl2pPr>
              <a:defRPr sz="2100" b="0">
                <a:solidFill>
                  <a:srgbClr val="30291F"/>
                </a:solidFill>
                <a:latin typeface="Noto Serif CJK SC"/>
                <a:ea typeface="Noto Serif CJK SC"/>
                <a:cs typeface="Noto Serif CJK SC"/>
              </a:defRPr>
            </a:lvl2pPr>
            <a:lvl3pPr>
              <a:defRPr sz="2100" b="0">
                <a:solidFill>
                  <a:srgbClr val="30291F"/>
                </a:solidFill>
                <a:latin typeface="Noto Serif CJK SC"/>
                <a:ea typeface="Noto Serif CJK SC"/>
                <a:cs typeface="Noto Serif CJK SC"/>
              </a:defRPr>
            </a:lvl3pPr>
            <a:lvl4pPr>
              <a:defRPr sz="2100" b="0">
                <a:solidFill>
                  <a:srgbClr val="30291F"/>
                </a:solidFill>
                <a:latin typeface="Noto Serif CJK SC"/>
                <a:ea typeface="Noto Serif CJK SC"/>
                <a:cs typeface="Noto Serif CJK SC"/>
              </a:defRPr>
            </a:lvl4pPr>
            <a:lvl5pPr>
              <a:defRPr sz="2100" b="0">
                <a:solidFill>
                  <a:srgbClr val="30291F"/>
                </a:solidFill>
                <a:latin typeface="Noto Serif CJK SC"/>
                <a:ea typeface="Noto Serif CJK SC"/>
                <a:cs typeface="Noto Serif CJK SC"/>
              </a:defRPr>
            </a:lvl5pPr>
            <a:lvl6pPr>
              <a:defRPr sz="2100" b="0">
                <a:solidFill>
                  <a:srgbClr val="30291F"/>
                </a:solidFill>
                <a:latin typeface="Noto Serif CJK SC"/>
                <a:ea typeface="Noto Serif CJK SC"/>
                <a:cs typeface="Noto Serif CJK SC"/>
              </a:defRPr>
            </a:lvl6pPr>
            <a:lvl7pPr>
              <a:defRPr sz="2100" b="0">
                <a:solidFill>
                  <a:srgbClr val="30291F"/>
                </a:solidFill>
                <a:latin typeface="Noto Serif CJK SC"/>
                <a:ea typeface="Noto Serif CJK SC"/>
                <a:cs typeface="Noto Serif CJK SC"/>
              </a:defRPr>
            </a:lvl7pPr>
            <a:lvl8pPr>
              <a:defRPr sz="2100" b="0">
                <a:solidFill>
                  <a:srgbClr val="30291F"/>
                </a:solidFill>
                <a:latin typeface="Noto Serif CJK SC"/>
                <a:ea typeface="Noto Serif CJK SC"/>
                <a:cs typeface="Noto Serif CJK SC"/>
              </a:defRPr>
            </a:lvl8pPr>
            <a:lvl9pPr>
              <a:defRPr sz="2100" b="0">
                <a:solidFill>
                  <a:srgbClr val="30291F"/>
                </a:solidFill>
                <a:latin typeface="Noto Serif CJK SC"/>
                <a:ea typeface="Noto Serif CJK SC"/>
                <a:cs typeface="Noto Serif CJK SC"/>
              </a:defRPr>
            </a:lvl9pPr>
          </a:lstStyle>
          <a:p xmlns:a="http://schemas.openxmlformats.org/drawingml/2006/main">
            <a:pPr>
              <a:defRPr sz="2100" b="0">
                <a:solidFill>
                  <a:srgbClr val="30291F"/>
                </a:solidFill>
                <a:latin typeface="Noto Serif CJK SC"/>
                <a:ea typeface="Noto Serif CJK SC"/>
                <a:cs typeface="Noto Serif CJK SC"/>
              </a:defRPr>
            </a:pPr>
            <a:r>
              <a:rPr sz="2100" b="0">
                <a:solidFill>
                  <a:srgbClr val="30291F"/>
                </a:solidFill>
                <a:latin typeface="Noto Serif CJK SC"/>
                <a:ea typeface="Noto Serif CJK SC"/>
                <a:cs typeface="Noto Serif CJK SC"/>
              </a:rPr>
              <a:t>第三段用母子对红色的不同看法说明成长中的变化，不能扩大成所有青少年都反对父母。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BFDD0471-8EAC-43AA-A63B-8599A07BEF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25200" y="6477000"/>
            <a:ext cx="4572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1350" b="0">
                <a:solidFill>
                  <a:srgbClr val="776C60"/>
                </a:solidFill>
                <a:latin typeface="Noto Serif CJK SC"/>
                <a:ea typeface="Noto Serif CJK SC"/>
                <a:cs typeface="Noto Serif CJK SC"/>
              </a:defRPr>
            </a:defPPr>
            <a:lvl1pPr>
              <a:defRPr sz="1350" b="0">
                <a:solidFill>
                  <a:srgbClr val="776C60"/>
                </a:solidFill>
                <a:latin typeface="Noto Serif CJK SC"/>
                <a:ea typeface="Noto Serif CJK SC"/>
                <a:cs typeface="Noto Serif CJK SC"/>
              </a:defRPr>
            </a:lvl1pPr>
            <a:lvl2pPr>
              <a:defRPr sz="1350" b="0">
                <a:solidFill>
                  <a:srgbClr val="776C60"/>
                </a:solidFill>
                <a:latin typeface="Noto Serif CJK SC"/>
                <a:ea typeface="Noto Serif CJK SC"/>
                <a:cs typeface="Noto Serif CJK SC"/>
              </a:defRPr>
            </a:lvl2pPr>
            <a:lvl3pPr>
              <a:defRPr sz="1350" b="0">
                <a:solidFill>
                  <a:srgbClr val="776C60"/>
                </a:solidFill>
                <a:latin typeface="Noto Serif CJK SC"/>
                <a:ea typeface="Noto Serif CJK SC"/>
                <a:cs typeface="Noto Serif CJK SC"/>
              </a:defRPr>
            </a:lvl3pPr>
            <a:lvl4pPr>
              <a:defRPr sz="1350" b="0">
                <a:solidFill>
                  <a:srgbClr val="776C60"/>
                </a:solidFill>
                <a:latin typeface="Noto Serif CJK SC"/>
                <a:ea typeface="Noto Serif CJK SC"/>
                <a:cs typeface="Noto Serif CJK SC"/>
              </a:defRPr>
            </a:lvl4pPr>
            <a:lvl5pPr>
              <a:defRPr sz="1350" b="0">
                <a:solidFill>
                  <a:srgbClr val="776C60"/>
                </a:solidFill>
                <a:latin typeface="Noto Serif CJK SC"/>
                <a:ea typeface="Noto Serif CJK SC"/>
                <a:cs typeface="Noto Serif CJK SC"/>
              </a:defRPr>
            </a:lvl5pPr>
            <a:lvl6pPr>
              <a:defRPr sz="1350" b="0">
                <a:solidFill>
                  <a:srgbClr val="776C60"/>
                </a:solidFill>
                <a:latin typeface="Noto Serif CJK SC"/>
                <a:ea typeface="Noto Serif CJK SC"/>
                <a:cs typeface="Noto Serif CJK SC"/>
              </a:defRPr>
            </a:lvl6pPr>
            <a:lvl7pPr>
              <a:defRPr sz="1350" b="0">
                <a:solidFill>
                  <a:srgbClr val="776C60"/>
                </a:solidFill>
                <a:latin typeface="Noto Serif CJK SC"/>
                <a:ea typeface="Noto Serif CJK SC"/>
                <a:cs typeface="Noto Serif CJK SC"/>
              </a:defRPr>
            </a:lvl7pPr>
            <a:lvl8pPr>
              <a:defRPr sz="1350" b="0">
                <a:solidFill>
                  <a:srgbClr val="776C60"/>
                </a:solidFill>
                <a:latin typeface="Noto Serif CJK SC"/>
                <a:ea typeface="Noto Serif CJK SC"/>
                <a:cs typeface="Noto Serif CJK SC"/>
              </a:defRPr>
            </a:lvl8pPr>
            <a:lvl9pPr>
              <a:defRPr sz="1350" b="0">
                <a:solidFill>
                  <a:srgbClr val="776C60"/>
                </a:solidFill>
                <a:latin typeface="Noto Serif CJK SC"/>
                <a:ea typeface="Noto Serif CJK SC"/>
                <a:cs typeface="Noto Serif CJK SC"/>
              </a:defRPr>
            </a:lvl9pPr>
          </a:lstStyle>
          <a:p xmlns:a="http://schemas.openxmlformats.org/drawingml/2006/main">
            <a:pPr>
              <a:defRPr sz="1350" b="0">
                <a:solidFill>
                  <a:srgbClr val="776C60"/>
                </a:solidFill>
                <a:latin typeface="Noto Serif CJK SC"/>
                <a:ea typeface="Noto Serif CJK SC"/>
                <a:cs typeface="Noto Serif CJK SC"/>
              </a:defRPr>
            </a:pPr>
            <a:r>
              <a:rPr sz="1350" b="0">
                <a:solidFill>
                  <a:srgbClr val="776C60"/>
                </a:solidFill>
                <a:latin typeface="Noto Serif CJK SC"/>
                <a:ea typeface="Noto Serif CJK SC"/>
                <a:cs typeface="Noto Serif CJK SC"/>
              </a:rPr>
              <a:t>10</a:t>
            </a:r>
          </a:p>
        </p:txBody>
      </p:sp>
    </p:spTree>
    <p:extLst>
      <p:ext uri="{BB962C8B-B14F-4D97-AF65-F5344CB8AC3E}">
        <p14:creationId xmlns:p14="http://schemas.microsoft.com/office/powerpoint/2010/main" val="906149590"/>
      </p:ext>
    </p:extLst>
  </p:cSld>
</p:sld>
</file>

<file path=ppt/slides/slide11.xml><?xml version="1.0" encoding="utf-8"?>
<p:sld xmlns:p="http://schemas.openxmlformats.org/presentationml/2006/main">
  <p:cSld>
    <p:bg>
      <p:bgPr>
        <a:solidFill xmlns:a="http://schemas.openxmlformats.org/drawingml/2006/main">
          <a:srgbClr val="FFFAF2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4E09AB50-9123-4E76-898E-E859D6BF65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33375"/>
            <a:ext cx="762000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1575" b="0">
                <a:solidFill>
                  <a:srgbClr val="9B3024"/>
                </a:solidFill>
                <a:latin typeface="Noto Serif CJK SC"/>
                <a:ea typeface="Noto Serif CJK SC"/>
                <a:cs typeface="Noto Serif CJK SC"/>
              </a:defRPr>
            </a:defPPr>
            <a:lvl1pPr>
              <a:defRPr sz="1575" b="0">
                <a:solidFill>
                  <a:srgbClr val="9B3024"/>
                </a:solidFill>
                <a:latin typeface="Noto Serif CJK SC"/>
                <a:ea typeface="Noto Serif CJK SC"/>
                <a:cs typeface="Noto Serif CJK SC"/>
              </a:defRPr>
            </a:lvl1pPr>
            <a:lvl2pPr>
              <a:defRPr sz="1575" b="0">
                <a:solidFill>
                  <a:srgbClr val="9B3024"/>
                </a:solidFill>
                <a:latin typeface="Noto Serif CJK SC"/>
                <a:ea typeface="Noto Serif CJK SC"/>
                <a:cs typeface="Noto Serif CJK SC"/>
              </a:defRPr>
            </a:lvl2pPr>
            <a:lvl3pPr>
              <a:defRPr sz="1575" b="0">
                <a:solidFill>
                  <a:srgbClr val="9B3024"/>
                </a:solidFill>
                <a:latin typeface="Noto Serif CJK SC"/>
                <a:ea typeface="Noto Serif CJK SC"/>
                <a:cs typeface="Noto Serif CJK SC"/>
              </a:defRPr>
            </a:lvl3pPr>
            <a:lvl4pPr>
              <a:defRPr sz="1575" b="0">
                <a:solidFill>
                  <a:srgbClr val="9B3024"/>
                </a:solidFill>
                <a:latin typeface="Noto Serif CJK SC"/>
                <a:ea typeface="Noto Serif CJK SC"/>
                <a:cs typeface="Noto Serif CJK SC"/>
              </a:defRPr>
            </a:lvl4pPr>
            <a:lvl5pPr>
              <a:defRPr sz="1575" b="0">
                <a:solidFill>
                  <a:srgbClr val="9B3024"/>
                </a:solidFill>
                <a:latin typeface="Noto Serif CJK SC"/>
                <a:ea typeface="Noto Serif CJK SC"/>
                <a:cs typeface="Noto Serif CJK SC"/>
              </a:defRPr>
            </a:lvl5pPr>
            <a:lvl6pPr>
              <a:defRPr sz="1575" b="0">
                <a:solidFill>
                  <a:srgbClr val="9B3024"/>
                </a:solidFill>
                <a:latin typeface="Noto Serif CJK SC"/>
                <a:ea typeface="Noto Serif CJK SC"/>
                <a:cs typeface="Noto Serif CJK SC"/>
              </a:defRPr>
            </a:lvl6pPr>
            <a:lvl7pPr>
              <a:defRPr sz="1575" b="0">
                <a:solidFill>
                  <a:srgbClr val="9B3024"/>
                </a:solidFill>
                <a:latin typeface="Noto Serif CJK SC"/>
                <a:ea typeface="Noto Serif CJK SC"/>
                <a:cs typeface="Noto Serif CJK SC"/>
              </a:defRPr>
            </a:lvl7pPr>
            <a:lvl8pPr>
              <a:defRPr sz="1575" b="0">
                <a:solidFill>
                  <a:srgbClr val="9B3024"/>
                </a:solidFill>
                <a:latin typeface="Noto Serif CJK SC"/>
                <a:ea typeface="Noto Serif CJK SC"/>
                <a:cs typeface="Noto Serif CJK SC"/>
              </a:defRPr>
            </a:lvl8pPr>
            <a:lvl9pPr>
              <a:defRPr sz="1575" b="0">
                <a:solidFill>
                  <a:srgbClr val="9B3024"/>
                </a:solidFill>
                <a:latin typeface="Noto Serif CJK SC"/>
                <a:ea typeface="Noto Serif CJK SC"/>
                <a:cs typeface="Noto Serif CJK SC"/>
              </a:defRPr>
            </a:lvl9pPr>
          </a:lstStyle>
          <a:p xmlns:a="http://schemas.openxmlformats.org/drawingml/2006/main">
            <a:pPr>
              <a:defRPr sz="1575" b="0">
                <a:solidFill>
                  <a:srgbClr val="9B3024"/>
                </a:solidFill>
                <a:latin typeface="Noto Serif CJK SC"/>
                <a:ea typeface="Noto Serif CJK SC"/>
                <a:cs typeface="Noto Serif CJK SC"/>
              </a:defRPr>
            </a:pPr>
            <a:r>
              <a:rPr sz="1575" b="0">
                <a:solidFill>
                  <a:srgbClr val="9B3024"/>
                </a:solidFill>
                <a:latin typeface="Noto Serif CJK SC"/>
                <a:ea typeface="Noto Serif CJK SC"/>
                <a:cs typeface="Noto Serif CJK SC"/>
              </a:rPr>
              <a:t>第一课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73B39498-C129-45A8-B852-64CDB3428C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781050"/>
            <a:ext cx="109728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3150" b="1">
                <a:solidFill>
                  <a:srgbClr val="30291F"/>
                </a:solidFill>
                <a:latin typeface="Noto Serif CJK SC"/>
                <a:ea typeface="Noto Serif CJK SC"/>
                <a:cs typeface="Noto Serif CJK SC"/>
              </a:defRPr>
            </a:defPPr>
            <a:lvl1pPr>
              <a:defRPr sz="3150" b="1">
                <a:solidFill>
                  <a:srgbClr val="30291F"/>
                </a:solidFill>
                <a:latin typeface="Noto Serif CJK SC"/>
                <a:ea typeface="Noto Serif CJK SC"/>
                <a:cs typeface="Noto Serif CJK SC"/>
              </a:defRPr>
            </a:lvl1pPr>
            <a:lvl2pPr>
              <a:defRPr sz="3150" b="1">
                <a:solidFill>
                  <a:srgbClr val="30291F"/>
                </a:solidFill>
                <a:latin typeface="Noto Serif CJK SC"/>
                <a:ea typeface="Noto Serif CJK SC"/>
                <a:cs typeface="Noto Serif CJK SC"/>
              </a:defRPr>
            </a:lvl2pPr>
            <a:lvl3pPr>
              <a:defRPr sz="3150" b="1">
                <a:solidFill>
                  <a:srgbClr val="30291F"/>
                </a:solidFill>
                <a:latin typeface="Noto Serif CJK SC"/>
                <a:ea typeface="Noto Serif CJK SC"/>
                <a:cs typeface="Noto Serif CJK SC"/>
              </a:defRPr>
            </a:lvl3pPr>
            <a:lvl4pPr>
              <a:defRPr sz="3150" b="1">
                <a:solidFill>
                  <a:srgbClr val="30291F"/>
                </a:solidFill>
                <a:latin typeface="Noto Serif CJK SC"/>
                <a:ea typeface="Noto Serif CJK SC"/>
                <a:cs typeface="Noto Serif CJK SC"/>
              </a:defRPr>
            </a:lvl4pPr>
            <a:lvl5pPr>
              <a:defRPr sz="3150" b="1">
                <a:solidFill>
                  <a:srgbClr val="30291F"/>
                </a:solidFill>
                <a:latin typeface="Noto Serif CJK SC"/>
                <a:ea typeface="Noto Serif CJK SC"/>
                <a:cs typeface="Noto Serif CJK SC"/>
              </a:defRPr>
            </a:lvl5pPr>
            <a:lvl6pPr>
              <a:defRPr sz="3150" b="1">
                <a:solidFill>
                  <a:srgbClr val="30291F"/>
                </a:solidFill>
                <a:latin typeface="Noto Serif CJK SC"/>
                <a:ea typeface="Noto Serif CJK SC"/>
                <a:cs typeface="Noto Serif CJK SC"/>
              </a:defRPr>
            </a:lvl6pPr>
            <a:lvl7pPr>
              <a:defRPr sz="3150" b="1">
                <a:solidFill>
                  <a:srgbClr val="30291F"/>
                </a:solidFill>
                <a:latin typeface="Noto Serif CJK SC"/>
                <a:ea typeface="Noto Serif CJK SC"/>
                <a:cs typeface="Noto Serif CJK SC"/>
              </a:defRPr>
            </a:lvl7pPr>
            <a:lvl8pPr>
              <a:defRPr sz="3150" b="1">
                <a:solidFill>
                  <a:srgbClr val="30291F"/>
                </a:solidFill>
                <a:latin typeface="Noto Serif CJK SC"/>
                <a:ea typeface="Noto Serif CJK SC"/>
                <a:cs typeface="Noto Serif CJK SC"/>
              </a:defRPr>
            </a:lvl8pPr>
            <a:lvl9pPr>
              <a:defRPr sz="3150" b="1">
                <a:solidFill>
                  <a:srgbClr val="30291F"/>
                </a:solidFill>
                <a:latin typeface="Noto Serif CJK SC"/>
                <a:ea typeface="Noto Serif CJK SC"/>
                <a:cs typeface="Noto Serif CJK SC"/>
              </a:defRPr>
            </a:lvl9pPr>
          </a:lstStyle>
          <a:p xmlns:a="http://schemas.openxmlformats.org/drawingml/2006/main">
            <a:pPr>
              <a:defRPr sz="3150" b="1">
                <a:solidFill>
                  <a:srgbClr val="30291F"/>
                </a:solidFill>
                <a:latin typeface="Noto Serif CJK SC"/>
                <a:ea typeface="Noto Serif CJK SC"/>
                <a:cs typeface="Noto Serif CJK SC"/>
              </a:defRPr>
            </a:pPr>
            <a:r>
              <a:rPr sz="3150" b="1">
                <a:solidFill>
                  <a:srgbClr val="30291F"/>
                </a:solidFill>
                <a:latin typeface="Noto Serif CJK SC"/>
                <a:ea typeface="Noto Serif CJK SC"/>
                <a:cs typeface="Noto Serif CJK SC"/>
              </a:rPr>
              <a:t>任务2  喜庆与愁容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940BAAFD-2034-4751-812C-EA87F732AA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714500"/>
            <a:ext cx="10972800" cy="628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2775" b="0">
                <a:solidFill>
                  <a:srgbClr val="30291F"/>
                </a:solidFill>
                <a:latin typeface="LXGW WenKai TC"/>
                <a:ea typeface="LXGW WenKai TC"/>
                <a:cs typeface="LXGW WenKai TC"/>
              </a:defRPr>
            </a:defPPr>
            <a:lvl1pPr>
              <a:defRPr sz="2775" b="0">
                <a:solidFill>
                  <a:srgbClr val="30291F"/>
                </a:solidFill>
                <a:latin typeface="LXGW WenKai TC"/>
                <a:ea typeface="LXGW WenKai TC"/>
                <a:cs typeface="LXGW WenKai TC"/>
              </a:defRPr>
            </a:lvl1pPr>
            <a:lvl2pPr>
              <a:defRPr sz="2775" b="0">
                <a:solidFill>
                  <a:srgbClr val="30291F"/>
                </a:solidFill>
                <a:latin typeface="LXGW WenKai TC"/>
                <a:ea typeface="LXGW WenKai TC"/>
                <a:cs typeface="LXGW WenKai TC"/>
              </a:defRPr>
            </a:lvl2pPr>
            <a:lvl3pPr>
              <a:defRPr sz="2775" b="0">
                <a:solidFill>
                  <a:srgbClr val="30291F"/>
                </a:solidFill>
                <a:latin typeface="LXGW WenKai TC"/>
                <a:ea typeface="LXGW WenKai TC"/>
                <a:cs typeface="LXGW WenKai TC"/>
              </a:defRPr>
            </a:lvl3pPr>
            <a:lvl4pPr>
              <a:defRPr sz="2775" b="0">
                <a:solidFill>
                  <a:srgbClr val="30291F"/>
                </a:solidFill>
                <a:latin typeface="LXGW WenKai TC"/>
                <a:ea typeface="LXGW WenKai TC"/>
                <a:cs typeface="LXGW WenKai TC"/>
              </a:defRPr>
            </a:lvl4pPr>
            <a:lvl5pPr>
              <a:defRPr sz="2775" b="0">
                <a:solidFill>
                  <a:srgbClr val="30291F"/>
                </a:solidFill>
                <a:latin typeface="LXGW WenKai TC"/>
                <a:ea typeface="LXGW WenKai TC"/>
                <a:cs typeface="LXGW WenKai TC"/>
              </a:defRPr>
            </a:lvl5pPr>
            <a:lvl6pPr>
              <a:defRPr sz="2775" b="0">
                <a:solidFill>
                  <a:srgbClr val="30291F"/>
                </a:solidFill>
                <a:latin typeface="LXGW WenKai TC"/>
                <a:ea typeface="LXGW WenKai TC"/>
                <a:cs typeface="LXGW WenKai TC"/>
              </a:defRPr>
            </a:lvl6pPr>
            <a:lvl7pPr>
              <a:defRPr sz="2775" b="0">
                <a:solidFill>
                  <a:srgbClr val="30291F"/>
                </a:solidFill>
                <a:latin typeface="LXGW WenKai TC"/>
                <a:ea typeface="LXGW WenKai TC"/>
                <a:cs typeface="LXGW WenKai TC"/>
              </a:defRPr>
            </a:lvl7pPr>
            <a:lvl8pPr>
              <a:defRPr sz="2775" b="0">
                <a:solidFill>
                  <a:srgbClr val="30291F"/>
                </a:solidFill>
                <a:latin typeface="LXGW WenKai TC"/>
                <a:ea typeface="LXGW WenKai TC"/>
                <a:cs typeface="LXGW WenKai TC"/>
              </a:defRPr>
            </a:lvl8pPr>
            <a:lvl9pPr>
              <a:defRPr sz="2775" b="0">
                <a:solidFill>
                  <a:srgbClr val="30291F"/>
                </a:solidFill>
                <a:latin typeface="LXGW WenKai TC"/>
                <a:ea typeface="LXGW WenKai TC"/>
                <a:cs typeface="LXGW WenKai TC"/>
              </a:defRPr>
            </a:lvl9pPr>
          </a:lstStyle>
          <a:p xmlns:a="http://schemas.openxmlformats.org/drawingml/2006/main">
            <a:pPr>
              <a:defRPr sz="2775" b="0">
                <a:solidFill>
                  <a:srgbClr val="30291F"/>
                </a:solidFill>
                <a:latin typeface="LXGW WenKai TC"/>
                <a:ea typeface="LXGW WenKai TC"/>
                <a:cs typeface="LXGW WenKai TC"/>
              </a:defRPr>
            </a:pPr>
            <a:r>
              <a:rPr sz="2775" b="0">
                <a:solidFill>
                  <a:srgbClr val="30291F"/>
                </a:solidFill>
                <a:latin typeface="LXGW WenKai TC"/>
                <a:ea typeface="LXGW WenKai TC"/>
                <a:cs typeface="LXGW WenKai TC"/>
              </a:rPr>
              <a:t>为什么“此时的她和墙上新贴的‘年年有余’显得格格不入”？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FD0261F2-DF34-4BAC-A0CF-BDD9E96BC7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667125"/>
            <a:ext cx="10972800" cy="1619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2325" b="0">
                <a:solidFill>
                  <a:srgbClr val="31695F"/>
                </a:solidFill>
                <a:latin typeface="Noto Serif CJK SC"/>
                <a:ea typeface="Noto Serif CJK SC"/>
                <a:cs typeface="Noto Serif CJK SC"/>
              </a:defRPr>
            </a:defPPr>
            <a:lvl1pPr>
              <a:defRPr sz="2325" b="0">
                <a:solidFill>
                  <a:srgbClr val="31695F"/>
                </a:solidFill>
                <a:latin typeface="Noto Serif CJK SC"/>
                <a:ea typeface="Noto Serif CJK SC"/>
                <a:cs typeface="Noto Serif CJK SC"/>
              </a:defRPr>
            </a:lvl1pPr>
            <a:lvl2pPr>
              <a:defRPr sz="2325" b="0">
                <a:solidFill>
                  <a:srgbClr val="31695F"/>
                </a:solidFill>
                <a:latin typeface="Noto Serif CJK SC"/>
                <a:ea typeface="Noto Serif CJK SC"/>
                <a:cs typeface="Noto Serif CJK SC"/>
              </a:defRPr>
            </a:lvl2pPr>
            <a:lvl3pPr>
              <a:defRPr sz="2325" b="0">
                <a:solidFill>
                  <a:srgbClr val="31695F"/>
                </a:solidFill>
                <a:latin typeface="Noto Serif CJK SC"/>
                <a:ea typeface="Noto Serif CJK SC"/>
                <a:cs typeface="Noto Serif CJK SC"/>
              </a:defRPr>
            </a:lvl3pPr>
            <a:lvl4pPr>
              <a:defRPr sz="2325" b="0">
                <a:solidFill>
                  <a:srgbClr val="31695F"/>
                </a:solidFill>
                <a:latin typeface="Noto Serif CJK SC"/>
                <a:ea typeface="Noto Serif CJK SC"/>
                <a:cs typeface="Noto Serif CJK SC"/>
              </a:defRPr>
            </a:lvl4pPr>
            <a:lvl5pPr>
              <a:defRPr sz="2325" b="0">
                <a:solidFill>
                  <a:srgbClr val="31695F"/>
                </a:solidFill>
                <a:latin typeface="Noto Serif CJK SC"/>
                <a:ea typeface="Noto Serif CJK SC"/>
                <a:cs typeface="Noto Serif CJK SC"/>
              </a:defRPr>
            </a:lvl5pPr>
            <a:lvl6pPr>
              <a:defRPr sz="2325" b="0">
                <a:solidFill>
                  <a:srgbClr val="31695F"/>
                </a:solidFill>
                <a:latin typeface="Noto Serif CJK SC"/>
                <a:ea typeface="Noto Serif CJK SC"/>
                <a:cs typeface="Noto Serif CJK SC"/>
              </a:defRPr>
            </a:lvl6pPr>
            <a:lvl7pPr>
              <a:defRPr sz="2325" b="0">
                <a:solidFill>
                  <a:srgbClr val="31695F"/>
                </a:solidFill>
                <a:latin typeface="Noto Serif CJK SC"/>
                <a:ea typeface="Noto Serif CJK SC"/>
                <a:cs typeface="Noto Serif CJK SC"/>
              </a:defRPr>
            </a:lvl7pPr>
            <a:lvl8pPr>
              <a:defRPr sz="2325" b="0">
                <a:solidFill>
                  <a:srgbClr val="31695F"/>
                </a:solidFill>
                <a:latin typeface="Noto Serif CJK SC"/>
                <a:ea typeface="Noto Serif CJK SC"/>
                <a:cs typeface="Noto Serif CJK SC"/>
              </a:defRPr>
            </a:lvl8pPr>
            <a:lvl9pPr>
              <a:defRPr sz="2325" b="0">
                <a:solidFill>
                  <a:srgbClr val="31695F"/>
                </a:solidFill>
                <a:latin typeface="Noto Serif CJK SC"/>
                <a:ea typeface="Noto Serif CJK SC"/>
                <a:cs typeface="Noto Serif CJK SC"/>
              </a:defRPr>
            </a:lvl9pPr>
          </a:lstStyle>
          <a:p xmlns:a="http://schemas.openxmlformats.org/drawingml/2006/main">
            <a:pPr>
              <a:defRPr sz="2325" b="0">
                <a:solidFill>
                  <a:srgbClr val="31695F"/>
                </a:solidFill>
                <a:latin typeface="Noto Serif CJK SC"/>
                <a:ea typeface="Noto Serif CJK SC"/>
                <a:cs typeface="Noto Serif CJK SC"/>
              </a:defRPr>
            </a:pPr>
            <a:r>
              <a:rPr sz="2325" b="0">
                <a:solidFill>
                  <a:srgbClr val="31695F"/>
                </a:solidFill>
                <a:latin typeface="Noto Serif CJK SC"/>
                <a:ea typeface="Noto Serif CJK SC"/>
                <a:cs typeface="Noto Serif CJK SC"/>
              </a:rPr>
              <a:t>比较新年字样的气氛和妈妈的神态。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FA256872-0274-4F85-9F04-3CF8A8BE21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734050"/>
            <a:ext cx="10972800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2100" b="0">
                <a:solidFill>
                  <a:srgbClr val="9B3024"/>
                </a:solidFill>
                <a:latin typeface="Noto Serif CJK SC"/>
                <a:ea typeface="Noto Serif CJK SC"/>
                <a:cs typeface="Noto Serif CJK SC"/>
              </a:defRPr>
            </a:defPPr>
            <a:lvl1pPr>
              <a:defRPr sz="2100" b="0">
                <a:solidFill>
                  <a:srgbClr val="9B3024"/>
                </a:solidFill>
                <a:latin typeface="Noto Serif CJK SC"/>
                <a:ea typeface="Noto Serif CJK SC"/>
                <a:cs typeface="Noto Serif CJK SC"/>
              </a:defRPr>
            </a:lvl1pPr>
            <a:lvl2pPr>
              <a:defRPr sz="2100" b="0">
                <a:solidFill>
                  <a:srgbClr val="9B3024"/>
                </a:solidFill>
                <a:latin typeface="Noto Serif CJK SC"/>
                <a:ea typeface="Noto Serif CJK SC"/>
                <a:cs typeface="Noto Serif CJK SC"/>
              </a:defRPr>
            </a:lvl2pPr>
            <a:lvl3pPr>
              <a:defRPr sz="2100" b="0">
                <a:solidFill>
                  <a:srgbClr val="9B3024"/>
                </a:solidFill>
                <a:latin typeface="Noto Serif CJK SC"/>
                <a:ea typeface="Noto Serif CJK SC"/>
                <a:cs typeface="Noto Serif CJK SC"/>
              </a:defRPr>
            </a:lvl3pPr>
            <a:lvl4pPr>
              <a:defRPr sz="2100" b="0">
                <a:solidFill>
                  <a:srgbClr val="9B3024"/>
                </a:solidFill>
                <a:latin typeface="Noto Serif CJK SC"/>
                <a:ea typeface="Noto Serif CJK SC"/>
                <a:cs typeface="Noto Serif CJK SC"/>
              </a:defRPr>
            </a:lvl4pPr>
            <a:lvl5pPr>
              <a:defRPr sz="2100" b="0">
                <a:solidFill>
                  <a:srgbClr val="9B3024"/>
                </a:solidFill>
                <a:latin typeface="Noto Serif CJK SC"/>
                <a:ea typeface="Noto Serif CJK SC"/>
                <a:cs typeface="Noto Serif CJK SC"/>
              </a:defRPr>
            </a:lvl5pPr>
            <a:lvl6pPr>
              <a:defRPr sz="2100" b="0">
                <a:solidFill>
                  <a:srgbClr val="9B3024"/>
                </a:solidFill>
                <a:latin typeface="Noto Serif CJK SC"/>
                <a:ea typeface="Noto Serif CJK SC"/>
                <a:cs typeface="Noto Serif CJK SC"/>
              </a:defRPr>
            </a:lvl6pPr>
            <a:lvl7pPr>
              <a:defRPr sz="2100" b="0">
                <a:solidFill>
                  <a:srgbClr val="9B3024"/>
                </a:solidFill>
                <a:latin typeface="Noto Serif CJK SC"/>
                <a:ea typeface="Noto Serif CJK SC"/>
                <a:cs typeface="Noto Serif CJK SC"/>
              </a:defRPr>
            </a:lvl7pPr>
            <a:lvl8pPr>
              <a:defRPr sz="2100" b="0">
                <a:solidFill>
                  <a:srgbClr val="9B3024"/>
                </a:solidFill>
                <a:latin typeface="Noto Serif CJK SC"/>
                <a:ea typeface="Noto Serif CJK SC"/>
                <a:cs typeface="Noto Serif CJK SC"/>
              </a:defRPr>
            </a:lvl8pPr>
            <a:lvl9pPr>
              <a:defRPr sz="2100" b="0">
                <a:solidFill>
                  <a:srgbClr val="9B3024"/>
                </a:solidFill>
                <a:latin typeface="Noto Serif CJK SC"/>
                <a:ea typeface="Noto Serif CJK SC"/>
                <a:cs typeface="Noto Serif CJK SC"/>
              </a:defRPr>
            </a:lvl9pPr>
          </a:lstStyle>
          <a:p xmlns:a="http://schemas.openxmlformats.org/drawingml/2006/main">
            <a:pPr>
              <a:defRPr sz="2100" b="0">
                <a:solidFill>
                  <a:srgbClr val="9B3024"/>
                </a:solidFill>
                <a:latin typeface="Noto Serif CJK SC"/>
                <a:ea typeface="Noto Serif CJK SC"/>
                <a:cs typeface="Noto Serif CJK SC"/>
              </a:defRPr>
            </a:pPr>
            <a:r>
              <a:rPr sz="2100" b="0">
                <a:solidFill>
                  <a:srgbClr val="9B3024"/>
                </a:solidFill>
                <a:latin typeface="Noto Serif CJK SC"/>
                <a:ea typeface="Noto Serif CJK SC"/>
                <a:cs typeface="Noto Serif CJK SC"/>
              </a:rPr>
              <a:t>先独立回答，再比较与订正。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29A9130E-0868-43B5-8CAA-53410D90AE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25200" y="6477000"/>
            <a:ext cx="4572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1350" b="0">
                <a:solidFill>
                  <a:srgbClr val="776C60"/>
                </a:solidFill>
                <a:latin typeface="Noto Serif CJK SC"/>
                <a:ea typeface="Noto Serif CJK SC"/>
                <a:cs typeface="Noto Serif CJK SC"/>
              </a:defRPr>
            </a:defPPr>
            <a:lvl1pPr>
              <a:defRPr sz="1350" b="0">
                <a:solidFill>
                  <a:srgbClr val="776C60"/>
                </a:solidFill>
                <a:latin typeface="Noto Serif CJK SC"/>
                <a:ea typeface="Noto Serif CJK SC"/>
                <a:cs typeface="Noto Serif CJK SC"/>
              </a:defRPr>
            </a:lvl1pPr>
            <a:lvl2pPr>
              <a:defRPr sz="1350" b="0">
                <a:solidFill>
                  <a:srgbClr val="776C60"/>
                </a:solidFill>
                <a:latin typeface="Noto Serif CJK SC"/>
                <a:ea typeface="Noto Serif CJK SC"/>
                <a:cs typeface="Noto Serif CJK SC"/>
              </a:defRPr>
            </a:lvl2pPr>
            <a:lvl3pPr>
              <a:defRPr sz="1350" b="0">
                <a:solidFill>
                  <a:srgbClr val="776C60"/>
                </a:solidFill>
                <a:latin typeface="Noto Serif CJK SC"/>
                <a:ea typeface="Noto Serif CJK SC"/>
                <a:cs typeface="Noto Serif CJK SC"/>
              </a:defRPr>
            </a:lvl3pPr>
            <a:lvl4pPr>
              <a:defRPr sz="1350" b="0">
                <a:solidFill>
                  <a:srgbClr val="776C60"/>
                </a:solidFill>
                <a:latin typeface="Noto Serif CJK SC"/>
                <a:ea typeface="Noto Serif CJK SC"/>
                <a:cs typeface="Noto Serif CJK SC"/>
              </a:defRPr>
            </a:lvl4pPr>
            <a:lvl5pPr>
              <a:defRPr sz="1350" b="0">
                <a:solidFill>
                  <a:srgbClr val="776C60"/>
                </a:solidFill>
                <a:latin typeface="Noto Serif CJK SC"/>
                <a:ea typeface="Noto Serif CJK SC"/>
                <a:cs typeface="Noto Serif CJK SC"/>
              </a:defRPr>
            </a:lvl5pPr>
            <a:lvl6pPr>
              <a:defRPr sz="1350" b="0">
                <a:solidFill>
                  <a:srgbClr val="776C60"/>
                </a:solidFill>
                <a:latin typeface="Noto Serif CJK SC"/>
                <a:ea typeface="Noto Serif CJK SC"/>
                <a:cs typeface="Noto Serif CJK SC"/>
              </a:defRPr>
            </a:lvl6pPr>
            <a:lvl7pPr>
              <a:defRPr sz="1350" b="0">
                <a:solidFill>
                  <a:srgbClr val="776C60"/>
                </a:solidFill>
                <a:latin typeface="Noto Serif CJK SC"/>
                <a:ea typeface="Noto Serif CJK SC"/>
                <a:cs typeface="Noto Serif CJK SC"/>
              </a:defRPr>
            </a:lvl7pPr>
            <a:lvl8pPr>
              <a:defRPr sz="1350" b="0">
                <a:solidFill>
                  <a:srgbClr val="776C60"/>
                </a:solidFill>
                <a:latin typeface="Noto Serif CJK SC"/>
                <a:ea typeface="Noto Serif CJK SC"/>
                <a:cs typeface="Noto Serif CJK SC"/>
              </a:defRPr>
            </a:lvl8pPr>
            <a:lvl9pPr>
              <a:defRPr sz="1350" b="0">
                <a:solidFill>
                  <a:srgbClr val="776C60"/>
                </a:solidFill>
                <a:latin typeface="Noto Serif CJK SC"/>
                <a:ea typeface="Noto Serif CJK SC"/>
                <a:cs typeface="Noto Serif CJK SC"/>
              </a:defRPr>
            </a:lvl9pPr>
          </a:lstStyle>
          <a:p xmlns:a="http://schemas.openxmlformats.org/drawingml/2006/main">
            <a:pPr>
              <a:defRPr sz="1350" b="0">
                <a:solidFill>
                  <a:srgbClr val="776C60"/>
                </a:solidFill>
                <a:latin typeface="Noto Serif CJK SC"/>
                <a:ea typeface="Noto Serif CJK SC"/>
                <a:cs typeface="Noto Serif CJK SC"/>
              </a:defRPr>
            </a:pPr>
            <a:r>
              <a:rPr sz="1350" b="0">
                <a:solidFill>
                  <a:srgbClr val="776C60"/>
                </a:solidFill>
                <a:latin typeface="Noto Serif CJK SC"/>
                <a:ea typeface="Noto Serif CJK SC"/>
                <a:cs typeface="Noto Serif CJK SC"/>
              </a:rPr>
              <a:t>11</a:t>
            </a:r>
          </a:p>
        </p:txBody>
      </p:sp>
    </p:spTree>
    <p:extLst>
      <p:ext uri="{BB962C8B-B14F-4D97-AF65-F5344CB8AC3E}">
        <p14:creationId xmlns:p14="http://schemas.microsoft.com/office/powerpoint/2010/main" val="1629216478"/>
      </p:ext>
    </p:extLst>
  </p:cSld>
</p:sld>
</file>

<file path=ppt/slides/slide12.xml><?xml version="1.0" encoding="utf-8"?>
<p:sld xmlns:p="http://schemas.openxmlformats.org/presentationml/2006/main">
  <p:cSld>
    <p:bg>
      <p:bgPr>
        <a:solidFill xmlns:a="http://schemas.openxmlformats.org/drawingml/2006/main">
          <a:srgbClr val="FFFAF2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F144959B-F541-4FF2-A8C1-1010AA2700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33375"/>
            <a:ext cx="762000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1575" b="0">
                <a:solidFill>
                  <a:srgbClr val="9B3024"/>
                </a:solidFill>
                <a:latin typeface="Noto Serif CJK SC"/>
                <a:ea typeface="Noto Serif CJK SC"/>
                <a:cs typeface="Noto Serif CJK SC"/>
              </a:defRPr>
            </a:defPPr>
            <a:lvl1pPr>
              <a:defRPr sz="1575" b="0">
                <a:solidFill>
                  <a:srgbClr val="9B3024"/>
                </a:solidFill>
                <a:latin typeface="Noto Serif CJK SC"/>
                <a:ea typeface="Noto Serif CJK SC"/>
                <a:cs typeface="Noto Serif CJK SC"/>
              </a:defRPr>
            </a:lvl1pPr>
            <a:lvl2pPr>
              <a:defRPr sz="1575" b="0">
                <a:solidFill>
                  <a:srgbClr val="9B3024"/>
                </a:solidFill>
                <a:latin typeface="Noto Serif CJK SC"/>
                <a:ea typeface="Noto Serif CJK SC"/>
                <a:cs typeface="Noto Serif CJK SC"/>
              </a:defRPr>
            </a:lvl2pPr>
            <a:lvl3pPr>
              <a:defRPr sz="1575" b="0">
                <a:solidFill>
                  <a:srgbClr val="9B3024"/>
                </a:solidFill>
                <a:latin typeface="Noto Serif CJK SC"/>
                <a:ea typeface="Noto Serif CJK SC"/>
                <a:cs typeface="Noto Serif CJK SC"/>
              </a:defRPr>
            </a:lvl3pPr>
            <a:lvl4pPr>
              <a:defRPr sz="1575" b="0">
                <a:solidFill>
                  <a:srgbClr val="9B3024"/>
                </a:solidFill>
                <a:latin typeface="Noto Serif CJK SC"/>
                <a:ea typeface="Noto Serif CJK SC"/>
                <a:cs typeface="Noto Serif CJK SC"/>
              </a:defRPr>
            </a:lvl4pPr>
            <a:lvl5pPr>
              <a:defRPr sz="1575" b="0">
                <a:solidFill>
                  <a:srgbClr val="9B3024"/>
                </a:solidFill>
                <a:latin typeface="Noto Serif CJK SC"/>
                <a:ea typeface="Noto Serif CJK SC"/>
                <a:cs typeface="Noto Serif CJK SC"/>
              </a:defRPr>
            </a:lvl5pPr>
            <a:lvl6pPr>
              <a:defRPr sz="1575" b="0">
                <a:solidFill>
                  <a:srgbClr val="9B3024"/>
                </a:solidFill>
                <a:latin typeface="Noto Serif CJK SC"/>
                <a:ea typeface="Noto Serif CJK SC"/>
                <a:cs typeface="Noto Serif CJK SC"/>
              </a:defRPr>
            </a:lvl6pPr>
            <a:lvl7pPr>
              <a:defRPr sz="1575" b="0">
                <a:solidFill>
                  <a:srgbClr val="9B3024"/>
                </a:solidFill>
                <a:latin typeface="Noto Serif CJK SC"/>
                <a:ea typeface="Noto Serif CJK SC"/>
                <a:cs typeface="Noto Serif CJK SC"/>
              </a:defRPr>
            </a:lvl7pPr>
            <a:lvl8pPr>
              <a:defRPr sz="1575" b="0">
                <a:solidFill>
                  <a:srgbClr val="9B3024"/>
                </a:solidFill>
                <a:latin typeface="Noto Serif CJK SC"/>
                <a:ea typeface="Noto Serif CJK SC"/>
                <a:cs typeface="Noto Serif CJK SC"/>
              </a:defRPr>
            </a:lvl8pPr>
            <a:lvl9pPr>
              <a:defRPr sz="1575" b="0">
                <a:solidFill>
                  <a:srgbClr val="9B3024"/>
                </a:solidFill>
                <a:latin typeface="Noto Serif CJK SC"/>
                <a:ea typeface="Noto Serif CJK SC"/>
                <a:cs typeface="Noto Serif CJK SC"/>
              </a:defRPr>
            </a:lvl9pPr>
          </a:lstStyle>
          <a:p xmlns:a="http://schemas.openxmlformats.org/drawingml/2006/main">
            <a:pPr>
              <a:defRPr sz="1575" b="0">
                <a:solidFill>
                  <a:srgbClr val="9B3024"/>
                </a:solidFill>
                <a:latin typeface="Noto Serif CJK SC"/>
                <a:ea typeface="Noto Serif CJK SC"/>
                <a:cs typeface="Noto Serif CJK SC"/>
              </a:defRPr>
            </a:pPr>
            <a:r>
              <a:rPr sz="1575" b="0">
                <a:solidFill>
                  <a:srgbClr val="9B3024"/>
                </a:solidFill>
                <a:latin typeface="Noto Serif CJK SC"/>
                <a:ea typeface="Noto Serif CJK SC"/>
                <a:cs typeface="Noto Serif CJK SC"/>
              </a:rPr>
              <a:t>第一课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BA8B4053-3974-47FE-813F-14849A2429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781050"/>
            <a:ext cx="109728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3150" b="1">
                <a:solidFill>
                  <a:srgbClr val="30291F"/>
                </a:solidFill>
                <a:latin typeface="Noto Serif CJK SC"/>
                <a:ea typeface="Noto Serif CJK SC"/>
                <a:cs typeface="Noto Serif CJK SC"/>
              </a:defRPr>
            </a:defPPr>
            <a:lvl1pPr>
              <a:defRPr sz="3150" b="1">
                <a:solidFill>
                  <a:srgbClr val="30291F"/>
                </a:solidFill>
                <a:latin typeface="Noto Serif CJK SC"/>
                <a:ea typeface="Noto Serif CJK SC"/>
                <a:cs typeface="Noto Serif CJK SC"/>
              </a:defRPr>
            </a:lvl1pPr>
            <a:lvl2pPr>
              <a:defRPr sz="3150" b="1">
                <a:solidFill>
                  <a:srgbClr val="30291F"/>
                </a:solidFill>
                <a:latin typeface="Noto Serif CJK SC"/>
                <a:ea typeface="Noto Serif CJK SC"/>
                <a:cs typeface="Noto Serif CJK SC"/>
              </a:defRPr>
            </a:lvl2pPr>
            <a:lvl3pPr>
              <a:defRPr sz="3150" b="1">
                <a:solidFill>
                  <a:srgbClr val="30291F"/>
                </a:solidFill>
                <a:latin typeface="Noto Serif CJK SC"/>
                <a:ea typeface="Noto Serif CJK SC"/>
                <a:cs typeface="Noto Serif CJK SC"/>
              </a:defRPr>
            </a:lvl3pPr>
            <a:lvl4pPr>
              <a:defRPr sz="3150" b="1">
                <a:solidFill>
                  <a:srgbClr val="30291F"/>
                </a:solidFill>
                <a:latin typeface="Noto Serif CJK SC"/>
                <a:ea typeface="Noto Serif CJK SC"/>
                <a:cs typeface="Noto Serif CJK SC"/>
              </a:defRPr>
            </a:lvl4pPr>
            <a:lvl5pPr>
              <a:defRPr sz="3150" b="1">
                <a:solidFill>
                  <a:srgbClr val="30291F"/>
                </a:solidFill>
                <a:latin typeface="Noto Serif CJK SC"/>
                <a:ea typeface="Noto Serif CJK SC"/>
                <a:cs typeface="Noto Serif CJK SC"/>
              </a:defRPr>
            </a:lvl5pPr>
            <a:lvl6pPr>
              <a:defRPr sz="3150" b="1">
                <a:solidFill>
                  <a:srgbClr val="30291F"/>
                </a:solidFill>
                <a:latin typeface="Noto Serif CJK SC"/>
                <a:ea typeface="Noto Serif CJK SC"/>
                <a:cs typeface="Noto Serif CJK SC"/>
              </a:defRPr>
            </a:lvl6pPr>
            <a:lvl7pPr>
              <a:defRPr sz="3150" b="1">
                <a:solidFill>
                  <a:srgbClr val="30291F"/>
                </a:solidFill>
                <a:latin typeface="Noto Serif CJK SC"/>
                <a:ea typeface="Noto Serif CJK SC"/>
                <a:cs typeface="Noto Serif CJK SC"/>
              </a:defRPr>
            </a:lvl7pPr>
            <a:lvl8pPr>
              <a:defRPr sz="3150" b="1">
                <a:solidFill>
                  <a:srgbClr val="30291F"/>
                </a:solidFill>
                <a:latin typeface="Noto Serif CJK SC"/>
                <a:ea typeface="Noto Serif CJK SC"/>
                <a:cs typeface="Noto Serif CJK SC"/>
              </a:defRPr>
            </a:lvl8pPr>
            <a:lvl9pPr>
              <a:defRPr sz="3150" b="1">
                <a:solidFill>
                  <a:srgbClr val="30291F"/>
                </a:solidFill>
                <a:latin typeface="Noto Serif CJK SC"/>
                <a:ea typeface="Noto Serif CJK SC"/>
                <a:cs typeface="Noto Serif CJK SC"/>
              </a:defRPr>
            </a:lvl9pPr>
          </a:lstStyle>
          <a:p xmlns:a="http://schemas.openxmlformats.org/drawingml/2006/main">
            <a:pPr>
              <a:defRPr sz="3150" b="1">
                <a:solidFill>
                  <a:srgbClr val="30291F"/>
                </a:solidFill>
                <a:latin typeface="Noto Serif CJK SC"/>
                <a:ea typeface="Noto Serif CJK SC"/>
                <a:cs typeface="Noto Serif CJK SC"/>
              </a:defRPr>
            </a:pPr>
            <a:r>
              <a:rPr sz="3150" b="1">
                <a:solidFill>
                  <a:srgbClr val="30291F"/>
                </a:solidFill>
                <a:latin typeface="Noto Serif CJK SC"/>
                <a:ea typeface="Noto Serif CJK SC"/>
                <a:cs typeface="Noto Serif CJK SC"/>
              </a:rPr>
              <a:t>任务2  依据与解释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989E4F6B-154B-4B34-8679-72A6D870BE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714500"/>
            <a:ext cx="10972800" cy="10572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2625" b="0">
                <a:solidFill>
                  <a:srgbClr val="31695F"/>
                </a:solidFill>
                <a:latin typeface="LXGW WenKai TC"/>
                <a:ea typeface="LXGW WenKai TC"/>
                <a:cs typeface="LXGW WenKai TC"/>
              </a:defRPr>
            </a:defPPr>
            <a:lvl1pPr>
              <a:defRPr sz="2625" b="0">
                <a:solidFill>
                  <a:srgbClr val="31695F"/>
                </a:solidFill>
                <a:latin typeface="LXGW WenKai TC"/>
                <a:ea typeface="LXGW WenKai TC"/>
                <a:cs typeface="LXGW WenKai TC"/>
              </a:defRPr>
            </a:lvl1pPr>
            <a:lvl2pPr>
              <a:defRPr sz="2625" b="0">
                <a:solidFill>
                  <a:srgbClr val="31695F"/>
                </a:solidFill>
                <a:latin typeface="LXGW WenKai TC"/>
                <a:ea typeface="LXGW WenKai TC"/>
                <a:cs typeface="LXGW WenKai TC"/>
              </a:defRPr>
            </a:lvl2pPr>
            <a:lvl3pPr>
              <a:defRPr sz="2625" b="0">
                <a:solidFill>
                  <a:srgbClr val="31695F"/>
                </a:solidFill>
                <a:latin typeface="LXGW WenKai TC"/>
                <a:ea typeface="LXGW WenKai TC"/>
                <a:cs typeface="LXGW WenKai TC"/>
              </a:defRPr>
            </a:lvl3pPr>
            <a:lvl4pPr>
              <a:defRPr sz="2625" b="0">
                <a:solidFill>
                  <a:srgbClr val="31695F"/>
                </a:solidFill>
                <a:latin typeface="LXGW WenKai TC"/>
                <a:ea typeface="LXGW WenKai TC"/>
                <a:cs typeface="LXGW WenKai TC"/>
              </a:defRPr>
            </a:lvl4pPr>
            <a:lvl5pPr>
              <a:defRPr sz="2625" b="0">
                <a:solidFill>
                  <a:srgbClr val="31695F"/>
                </a:solidFill>
                <a:latin typeface="LXGW WenKai TC"/>
                <a:ea typeface="LXGW WenKai TC"/>
                <a:cs typeface="LXGW WenKai TC"/>
              </a:defRPr>
            </a:lvl5pPr>
            <a:lvl6pPr>
              <a:defRPr sz="2625" b="0">
                <a:solidFill>
                  <a:srgbClr val="31695F"/>
                </a:solidFill>
                <a:latin typeface="LXGW WenKai TC"/>
                <a:ea typeface="LXGW WenKai TC"/>
                <a:cs typeface="LXGW WenKai TC"/>
              </a:defRPr>
            </a:lvl6pPr>
            <a:lvl7pPr>
              <a:defRPr sz="2625" b="0">
                <a:solidFill>
                  <a:srgbClr val="31695F"/>
                </a:solidFill>
                <a:latin typeface="LXGW WenKai TC"/>
                <a:ea typeface="LXGW WenKai TC"/>
                <a:cs typeface="LXGW WenKai TC"/>
              </a:defRPr>
            </a:lvl7pPr>
            <a:lvl8pPr>
              <a:defRPr sz="2625" b="0">
                <a:solidFill>
                  <a:srgbClr val="31695F"/>
                </a:solidFill>
                <a:latin typeface="LXGW WenKai TC"/>
                <a:ea typeface="LXGW WenKai TC"/>
                <a:cs typeface="LXGW WenKai TC"/>
              </a:defRPr>
            </a:lvl8pPr>
            <a:lvl9pPr>
              <a:defRPr sz="2625" b="0">
                <a:solidFill>
                  <a:srgbClr val="31695F"/>
                </a:solidFill>
                <a:latin typeface="LXGW WenKai TC"/>
                <a:ea typeface="LXGW WenKai TC"/>
                <a:cs typeface="LXGW WenKai TC"/>
              </a:defRPr>
            </a:lvl9pPr>
          </a:lstStyle>
          <a:p xmlns:a="http://schemas.openxmlformats.org/drawingml/2006/main">
            <a:pPr>
              <a:defRPr sz="2625" b="0">
                <a:solidFill>
                  <a:srgbClr val="31695F"/>
                </a:solidFill>
                <a:latin typeface="LXGW WenKai TC"/>
                <a:ea typeface="LXGW WenKai TC"/>
                <a:cs typeface="LXGW WenKai TC"/>
              </a:defRPr>
            </a:pPr>
            <a:r>
              <a:rPr sz="2625" b="0">
                <a:solidFill>
                  <a:srgbClr val="31695F"/>
                </a:solidFill>
                <a:latin typeface="LXGW WenKai TC"/>
                <a:ea typeface="LXGW WenKai TC"/>
                <a:cs typeface="LXGW WenKai TC"/>
              </a:rPr>
              <a:t>“年年有余”是喜庆的祝福语，妈妈却铁青着脸、一直皱着眉，显得不开</a:t>
            </a:r>
          </a:p>
          <a:p xmlns:a="http://schemas.openxmlformats.org/drawingml/2006/main">
            <a:pPr>
              <a:defRPr sz="2625" b="0">
                <a:solidFill>
                  <a:srgbClr val="31695F"/>
                </a:solidFill>
                <a:latin typeface="LXGW WenKai TC"/>
                <a:ea typeface="LXGW WenKai TC"/>
                <a:cs typeface="LXGW WenKai TC"/>
              </a:defRPr>
            </a:pPr>
            <a:r>
              <a:rPr sz="2625" b="0">
                <a:solidFill>
                  <a:srgbClr val="31695F"/>
                </a:solidFill>
                <a:latin typeface="LXGW WenKai TC"/>
                <a:ea typeface="LXGW WenKai TC"/>
                <a:cs typeface="LXGW WenKai TC"/>
              </a:rPr>
              <a:t>心。喜庆的字样与她的愁容不协调，所以说两者“格格不入”。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A388D91B-66A2-4769-A155-D11C7D7066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000375"/>
            <a:ext cx="1082040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2100" b="0">
                <a:solidFill>
                  <a:srgbClr val="30291F"/>
                </a:solidFill>
                <a:latin typeface="Noto Serif CJK SC"/>
                <a:ea typeface="Noto Serif CJK SC"/>
                <a:cs typeface="Noto Serif CJK SC"/>
              </a:defRPr>
            </a:defPPr>
            <a:lvl1pPr>
              <a:defRPr sz="2100" b="0">
                <a:solidFill>
                  <a:srgbClr val="30291F"/>
                </a:solidFill>
                <a:latin typeface="Noto Serif CJK SC"/>
                <a:ea typeface="Noto Serif CJK SC"/>
                <a:cs typeface="Noto Serif CJK SC"/>
              </a:defRPr>
            </a:lvl1pPr>
            <a:lvl2pPr>
              <a:defRPr sz="2100" b="0">
                <a:solidFill>
                  <a:srgbClr val="30291F"/>
                </a:solidFill>
                <a:latin typeface="Noto Serif CJK SC"/>
                <a:ea typeface="Noto Serif CJK SC"/>
                <a:cs typeface="Noto Serif CJK SC"/>
              </a:defRPr>
            </a:lvl2pPr>
            <a:lvl3pPr>
              <a:defRPr sz="2100" b="0">
                <a:solidFill>
                  <a:srgbClr val="30291F"/>
                </a:solidFill>
                <a:latin typeface="Noto Serif CJK SC"/>
                <a:ea typeface="Noto Serif CJK SC"/>
                <a:cs typeface="Noto Serif CJK SC"/>
              </a:defRPr>
            </a:lvl3pPr>
            <a:lvl4pPr>
              <a:defRPr sz="2100" b="0">
                <a:solidFill>
                  <a:srgbClr val="30291F"/>
                </a:solidFill>
                <a:latin typeface="Noto Serif CJK SC"/>
                <a:ea typeface="Noto Serif CJK SC"/>
                <a:cs typeface="Noto Serif CJK SC"/>
              </a:defRPr>
            </a:lvl4pPr>
            <a:lvl5pPr>
              <a:defRPr sz="2100" b="0">
                <a:solidFill>
                  <a:srgbClr val="30291F"/>
                </a:solidFill>
                <a:latin typeface="Noto Serif CJK SC"/>
                <a:ea typeface="Noto Serif CJK SC"/>
                <a:cs typeface="Noto Serif CJK SC"/>
              </a:defRPr>
            </a:lvl5pPr>
            <a:lvl6pPr>
              <a:defRPr sz="2100" b="0">
                <a:solidFill>
                  <a:srgbClr val="30291F"/>
                </a:solidFill>
                <a:latin typeface="Noto Serif CJK SC"/>
                <a:ea typeface="Noto Serif CJK SC"/>
                <a:cs typeface="Noto Serif CJK SC"/>
              </a:defRPr>
            </a:lvl6pPr>
            <a:lvl7pPr>
              <a:defRPr sz="2100" b="0">
                <a:solidFill>
                  <a:srgbClr val="30291F"/>
                </a:solidFill>
                <a:latin typeface="Noto Serif CJK SC"/>
                <a:ea typeface="Noto Serif CJK SC"/>
                <a:cs typeface="Noto Serif CJK SC"/>
              </a:defRPr>
            </a:lvl7pPr>
            <a:lvl8pPr>
              <a:defRPr sz="2100" b="0">
                <a:solidFill>
                  <a:srgbClr val="30291F"/>
                </a:solidFill>
                <a:latin typeface="Noto Serif CJK SC"/>
                <a:ea typeface="Noto Serif CJK SC"/>
                <a:cs typeface="Noto Serif CJK SC"/>
              </a:defRPr>
            </a:lvl8pPr>
            <a:lvl9pPr>
              <a:defRPr sz="2100" b="0">
                <a:solidFill>
                  <a:srgbClr val="30291F"/>
                </a:solidFill>
                <a:latin typeface="Noto Serif CJK SC"/>
                <a:ea typeface="Noto Serif CJK SC"/>
                <a:cs typeface="Noto Serif CJK SC"/>
              </a:defRPr>
            </a:lvl9pPr>
          </a:lstStyle>
          <a:p xmlns:a="http://schemas.openxmlformats.org/drawingml/2006/main">
            <a:pPr>
              <a:defRPr sz="2100" b="0">
                <a:solidFill>
                  <a:srgbClr val="30291F"/>
                </a:solidFill>
                <a:latin typeface="Noto Serif CJK SC"/>
                <a:ea typeface="Noto Serif CJK SC"/>
                <a:cs typeface="Noto Serif CJK SC"/>
              </a:defRPr>
            </a:pPr>
            <a:r>
              <a:rPr sz="2100" b="0">
                <a:solidFill>
                  <a:srgbClr val="30291F"/>
                </a:solidFill>
                <a:latin typeface="Noto Serif CJK SC"/>
                <a:ea typeface="Noto Serif CJK SC"/>
                <a:cs typeface="Noto Serif CJK SC"/>
              </a:rPr>
              <a:t>第四段将“年年有余”的喜庆祝福与妈妈“铁青着脸”“皱着眉”的神态放在一起，形成反</a:t>
            </a:r>
          </a:p>
          <a:p xmlns:a="http://schemas.openxmlformats.org/drawingml/2006/main">
            <a:pPr>
              <a:defRPr sz="2100" b="0">
                <a:solidFill>
                  <a:srgbClr val="30291F"/>
                </a:solidFill>
                <a:latin typeface="Noto Serif CJK SC"/>
                <a:ea typeface="Noto Serif CJK SC"/>
                <a:cs typeface="Noto Serif CJK SC"/>
              </a:defRPr>
            </a:pPr>
            <a:r>
              <a:rPr sz="2100" b="0">
                <a:solidFill>
                  <a:srgbClr val="30291F"/>
                </a:solidFill>
                <a:latin typeface="Noto Serif CJK SC"/>
                <a:ea typeface="Noto Serif CJK SC"/>
                <a:cs typeface="Noto Serif CJK SC"/>
              </a:rPr>
              <a:t>差。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67A86627-42D7-4F57-917E-5D0B53E475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971925"/>
            <a:ext cx="10820400" cy="4667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2100" b="0">
                <a:solidFill>
                  <a:srgbClr val="30291F"/>
                </a:solidFill>
                <a:latin typeface="Noto Serif CJK SC"/>
                <a:ea typeface="Noto Serif CJK SC"/>
                <a:cs typeface="Noto Serif CJK SC"/>
              </a:defRPr>
            </a:defPPr>
            <a:lvl1pPr>
              <a:defRPr sz="2100" b="0">
                <a:solidFill>
                  <a:srgbClr val="30291F"/>
                </a:solidFill>
                <a:latin typeface="Noto Serif CJK SC"/>
                <a:ea typeface="Noto Serif CJK SC"/>
                <a:cs typeface="Noto Serif CJK SC"/>
              </a:defRPr>
            </a:lvl1pPr>
            <a:lvl2pPr>
              <a:defRPr sz="2100" b="0">
                <a:solidFill>
                  <a:srgbClr val="30291F"/>
                </a:solidFill>
                <a:latin typeface="Noto Serif CJK SC"/>
                <a:ea typeface="Noto Serif CJK SC"/>
                <a:cs typeface="Noto Serif CJK SC"/>
              </a:defRPr>
            </a:lvl2pPr>
            <a:lvl3pPr>
              <a:defRPr sz="2100" b="0">
                <a:solidFill>
                  <a:srgbClr val="30291F"/>
                </a:solidFill>
                <a:latin typeface="Noto Serif CJK SC"/>
                <a:ea typeface="Noto Serif CJK SC"/>
                <a:cs typeface="Noto Serif CJK SC"/>
              </a:defRPr>
            </a:lvl3pPr>
            <a:lvl4pPr>
              <a:defRPr sz="2100" b="0">
                <a:solidFill>
                  <a:srgbClr val="30291F"/>
                </a:solidFill>
                <a:latin typeface="Noto Serif CJK SC"/>
                <a:ea typeface="Noto Serif CJK SC"/>
                <a:cs typeface="Noto Serif CJK SC"/>
              </a:defRPr>
            </a:lvl4pPr>
            <a:lvl5pPr>
              <a:defRPr sz="2100" b="0">
                <a:solidFill>
                  <a:srgbClr val="30291F"/>
                </a:solidFill>
                <a:latin typeface="Noto Serif CJK SC"/>
                <a:ea typeface="Noto Serif CJK SC"/>
                <a:cs typeface="Noto Serif CJK SC"/>
              </a:defRPr>
            </a:lvl5pPr>
            <a:lvl6pPr>
              <a:defRPr sz="2100" b="0">
                <a:solidFill>
                  <a:srgbClr val="30291F"/>
                </a:solidFill>
                <a:latin typeface="Noto Serif CJK SC"/>
                <a:ea typeface="Noto Serif CJK SC"/>
                <a:cs typeface="Noto Serif CJK SC"/>
              </a:defRPr>
            </a:lvl6pPr>
            <a:lvl7pPr>
              <a:defRPr sz="2100" b="0">
                <a:solidFill>
                  <a:srgbClr val="30291F"/>
                </a:solidFill>
                <a:latin typeface="Noto Serif CJK SC"/>
                <a:ea typeface="Noto Serif CJK SC"/>
                <a:cs typeface="Noto Serif CJK SC"/>
              </a:defRPr>
            </a:lvl7pPr>
            <a:lvl8pPr>
              <a:defRPr sz="2100" b="0">
                <a:solidFill>
                  <a:srgbClr val="30291F"/>
                </a:solidFill>
                <a:latin typeface="Noto Serif CJK SC"/>
                <a:ea typeface="Noto Serif CJK SC"/>
                <a:cs typeface="Noto Serif CJK SC"/>
              </a:defRPr>
            </a:lvl8pPr>
            <a:lvl9pPr>
              <a:defRPr sz="2100" b="0">
                <a:solidFill>
                  <a:srgbClr val="30291F"/>
                </a:solidFill>
                <a:latin typeface="Noto Serif CJK SC"/>
                <a:ea typeface="Noto Serif CJK SC"/>
                <a:cs typeface="Noto Serif CJK SC"/>
              </a:defRPr>
            </a:lvl9pPr>
          </a:lstStyle>
          <a:p xmlns:a="http://schemas.openxmlformats.org/drawingml/2006/main">
            <a:pPr>
              <a:defRPr sz="2100" b="0">
                <a:solidFill>
                  <a:srgbClr val="30291F"/>
                </a:solidFill>
                <a:latin typeface="Noto Serif CJK SC"/>
                <a:ea typeface="Noto Serif CJK SC"/>
                <a:cs typeface="Noto Serif CJK SC"/>
              </a:defRPr>
            </a:pPr>
            <a:r>
              <a:rPr sz="2100" b="0">
                <a:solidFill>
                  <a:srgbClr val="30291F"/>
                </a:solidFill>
                <a:latin typeface="Noto Serif CJK SC"/>
                <a:ea typeface="Noto Serif CJK SC"/>
                <a:cs typeface="Noto Serif CJK SC"/>
              </a:rPr>
              <a:t>第五段交代她为姐姐的事闹别扭。解释“格格不入”时，要说清喜庆与不快这两边。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5BCF6D9A-545F-433B-BEE2-8C2AD65470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25200" y="6477000"/>
            <a:ext cx="4572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1350" b="0">
                <a:solidFill>
                  <a:srgbClr val="776C60"/>
                </a:solidFill>
                <a:latin typeface="Noto Serif CJK SC"/>
                <a:ea typeface="Noto Serif CJK SC"/>
                <a:cs typeface="Noto Serif CJK SC"/>
              </a:defRPr>
            </a:defPPr>
            <a:lvl1pPr>
              <a:defRPr sz="1350" b="0">
                <a:solidFill>
                  <a:srgbClr val="776C60"/>
                </a:solidFill>
                <a:latin typeface="Noto Serif CJK SC"/>
                <a:ea typeface="Noto Serif CJK SC"/>
                <a:cs typeface="Noto Serif CJK SC"/>
              </a:defRPr>
            </a:lvl1pPr>
            <a:lvl2pPr>
              <a:defRPr sz="1350" b="0">
                <a:solidFill>
                  <a:srgbClr val="776C60"/>
                </a:solidFill>
                <a:latin typeface="Noto Serif CJK SC"/>
                <a:ea typeface="Noto Serif CJK SC"/>
                <a:cs typeface="Noto Serif CJK SC"/>
              </a:defRPr>
            </a:lvl2pPr>
            <a:lvl3pPr>
              <a:defRPr sz="1350" b="0">
                <a:solidFill>
                  <a:srgbClr val="776C60"/>
                </a:solidFill>
                <a:latin typeface="Noto Serif CJK SC"/>
                <a:ea typeface="Noto Serif CJK SC"/>
                <a:cs typeface="Noto Serif CJK SC"/>
              </a:defRPr>
            </a:lvl3pPr>
            <a:lvl4pPr>
              <a:defRPr sz="1350" b="0">
                <a:solidFill>
                  <a:srgbClr val="776C60"/>
                </a:solidFill>
                <a:latin typeface="Noto Serif CJK SC"/>
                <a:ea typeface="Noto Serif CJK SC"/>
                <a:cs typeface="Noto Serif CJK SC"/>
              </a:defRPr>
            </a:lvl4pPr>
            <a:lvl5pPr>
              <a:defRPr sz="1350" b="0">
                <a:solidFill>
                  <a:srgbClr val="776C60"/>
                </a:solidFill>
                <a:latin typeface="Noto Serif CJK SC"/>
                <a:ea typeface="Noto Serif CJK SC"/>
                <a:cs typeface="Noto Serif CJK SC"/>
              </a:defRPr>
            </a:lvl5pPr>
            <a:lvl6pPr>
              <a:defRPr sz="1350" b="0">
                <a:solidFill>
                  <a:srgbClr val="776C60"/>
                </a:solidFill>
                <a:latin typeface="Noto Serif CJK SC"/>
                <a:ea typeface="Noto Serif CJK SC"/>
                <a:cs typeface="Noto Serif CJK SC"/>
              </a:defRPr>
            </a:lvl6pPr>
            <a:lvl7pPr>
              <a:defRPr sz="1350" b="0">
                <a:solidFill>
                  <a:srgbClr val="776C60"/>
                </a:solidFill>
                <a:latin typeface="Noto Serif CJK SC"/>
                <a:ea typeface="Noto Serif CJK SC"/>
                <a:cs typeface="Noto Serif CJK SC"/>
              </a:defRPr>
            </a:lvl7pPr>
            <a:lvl8pPr>
              <a:defRPr sz="1350" b="0">
                <a:solidFill>
                  <a:srgbClr val="776C60"/>
                </a:solidFill>
                <a:latin typeface="Noto Serif CJK SC"/>
                <a:ea typeface="Noto Serif CJK SC"/>
                <a:cs typeface="Noto Serif CJK SC"/>
              </a:defRPr>
            </a:lvl8pPr>
            <a:lvl9pPr>
              <a:defRPr sz="1350" b="0">
                <a:solidFill>
                  <a:srgbClr val="776C60"/>
                </a:solidFill>
                <a:latin typeface="Noto Serif CJK SC"/>
                <a:ea typeface="Noto Serif CJK SC"/>
                <a:cs typeface="Noto Serif CJK SC"/>
              </a:defRPr>
            </a:lvl9pPr>
          </a:lstStyle>
          <a:p xmlns:a="http://schemas.openxmlformats.org/drawingml/2006/main">
            <a:pPr>
              <a:defRPr sz="1350" b="0">
                <a:solidFill>
                  <a:srgbClr val="776C60"/>
                </a:solidFill>
                <a:latin typeface="Noto Serif CJK SC"/>
                <a:ea typeface="Noto Serif CJK SC"/>
                <a:cs typeface="Noto Serif CJK SC"/>
              </a:defRPr>
            </a:pPr>
            <a:r>
              <a:rPr sz="1350" b="0">
                <a:solidFill>
                  <a:srgbClr val="776C60"/>
                </a:solidFill>
                <a:latin typeface="Noto Serif CJK SC"/>
                <a:ea typeface="Noto Serif CJK SC"/>
                <a:cs typeface="Noto Serif CJK SC"/>
              </a:rPr>
              <a:t>12</a:t>
            </a:r>
          </a:p>
        </p:txBody>
      </p:sp>
    </p:spTree>
    <p:extLst>
      <p:ext uri="{BB962C8B-B14F-4D97-AF65-F5344CB8AC3E}">
        <p14:creationId xmlns:p14="http://schemas.microsoft.com/office/powerpoint/2010/main" val="795742704"/>
      </p:ext>
    </p:extLst>
  </p:cSld>
</p:sld>
</file>

<file path=ppt/slides/slide13.xml><?xml version="1.0" encoding="utf-8"?>
<p:sld xmlns:p="http://schemas.openxmlformats.org/presentationml/2006/main">
  <p:cSld>
    <p:bg>
      <p:bgPr>
        <a:solidFill xmlns:a="http://schemas.openxmlformats.org/drawingml/2006/main">
          <a:srgbClr val="FFFAF2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EFFADA12-2A7F-4BAE-96BA-CF1756FE72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33375"/>
            <a:ext cx="762000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1575" b="0">
                <a:solidFill>
                  <a:srgbClr val="9B3024"/>
                </a:solidFill>
                <a:latin typeface="Noto Serif CJK SC"/>
                <a:ea typeface="Noto Serif CJK SC"/>
                <a:cs typeface="Noto Serif CJK SC"/>
              </a:defRPr>
            </a:defPPr>
            <a:lvl1pPr>
              <a:defRPr sz="1575" b="0">
                <a:solidFill>
                  <a:srgbClr val="9B3024"/>
                </a:solidFill>
                <a:latin typeface="Noto Serif CJK SC"/>
                <a:ea typeface="Noto Serif CJK SC"/>
                <a:cs typeface="Noto Serif CJK SC"/>
              </a:defRPr>
            </a:lvl1pPr>
            <a:lvl2pPr>
              <a:defRPr sz="1575" b="0">
                <a:solidFill>
                  <a:srgbClr val="9B3024"/>
                </a:solidFill>
                <a:latin typeface="Noto Serif CJK SC"/>
                <a:ea typeface="Noto Serif CJK SC"/>
                <a:cs typeface="Noto Serif CJK SC"/>
              </a:defRPr>
            </a:lvl2pPr>
            <a:lvl3pPr>
              <a:defRPr sz="1575" b="0">
                <a:solidFill>
                  <a:srgbClr val="9B3024"/>
                </a:solidFill>
                <a:latin typeface="Noto Serif CJK SC"/>
                <a:ea typeface="Noto Serif CJK SC"/>
                <a:cs typeface="Noto Serif CJK SC"/>
              </a:defRPr>
            </a:lvl3pPr>
            <a:lvl4pPr>
              <a:defRPr sz="1575" b="0">
                <a:solidFill>
                  <a:srgbClr val="9B3024"/>
                </a:solidFill>
                <a:latin typeface="Noto Serif CJK SC"/>
                <a:ea typeface="Noto Serif CJK SC"/>
                <a:cs typeface="Noto Serif CJK SC"/>
              </a:defRPr>
            </a:lvl4pPr>
            <a:lvl5pPr>
              <a:defRPr sz="1575" b="0">
                <a:solidFill>
                  <a:srgbClr val="9B3024"/>
                </a:solidFill>
                <a:latin typeface="Noto Serif CJK SC"/>
                <a:ea typeface="Noto Serif CJK SC"/>
                <a:cs typeface="Noto Serif CJK SC"/>
              </a:defRPr>
            </a:lvl5pPr>
            <a:lvl6pPr>
              <a:defRPr sz="1575" b="0">
                <a:solidFill>
                  <a:srgbClr val="9B3024"/>
                </a:solidFill>
                <a:latin typeface="Noto Serif CJK SC"/>
                <a:ea typeface="Noto Serif CJK SC"/>
                <a:cs typeface="Noto Serif CJK SC"/>
              </a:defRPr>
            </a:lvl6pPr>
            <a:lvl7pPr>
              <a:defRPr sz="1575" b="0">
                <a:solidFill>
                  <a:srgbClr val="9B3024"/>
                </a:solidFill>
                <a:latin typeface="Noto Serif CJK SC"/>
                <a:ea typeface="Noto Serif CJK SC"/>
                <a:cs typeface="Noto Serif CJK SC"/>
              </a:defRPr>
            </a:lvl7pPr>
            <a:lvl8pPr>
              <a:defRPr sz="1575" b="0">
                <a:solidFill>
                  <a:srgbClr val="9B3024"/>
                </a:solidFill>
                <a:latin typeface="Noto Serif CJK SC"/>
                <a:ea typeface="Noto Serif CJK SC"/>
                <a:cs typeface="Noto Serif CJK SC"/>
              </a:defRPr>
            </a:lvl8pPr>
            <a:lvl9pPr>
              <a:defRPr sz="1575" b="0">
                <a:solidFill>
                  <a:srgbClr val="9B3024"/>
                </a:solidFill>
                <a:latin typeface="Noto Serif CJK SC"/>
                <a:ea typeface="Noto Serif CJK SC"/>
                <a:cs typeface="Noto Serif CJK SC"/>
              </a:defRPr>
            </a:lvl9pPr>
          </a:lstStyle>
          <a:p xmlns:a="http://schemas.openxmlformats.org/drawingml/2006/main">
            <a:pPr>
              <a:defRPr sz="1575" b="0">
                <a:solidFill>
                  <a:srgbClr val="9B3024"/>
                </a:solidFill>
                <a:latin typeface="Noto Serif CJK SC"/>
                <a:ea typeface="Noto Serif CJK SC"/>
                <a:cs typeface="Noto Serif CJK SC"/>
              </a:defRPr>
            </a:pPr>
            <a:r>
              <a:rPr sz="1575" b="0">
                <a:solidFill>
                  <a:srgbClr val="9B3024"/>
                </a:solidFill>
                <a:latin typeface="Noto Serif CJK SC"/>
                <a:ea typeface="Noto Serif CJK SC"/>
                <a:cs typeface="Noto Serif CJK SC"/>
              </a:rPr>
              <a:t>第一课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4C6F30C0-ED69-44B7-B332-87EBB19EE8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781050"/>
            <a:ext cx="109728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3150" b="1">
                <a:solidFill>
                  <a:srgbClr val="30291F"/>
                </a:solidFill>
                <a:latin typeface="Noto Serif CJK SC"/>
                <a:ea typeface="Noto Serif CJK SC"/>
                <a:cs typeface="Noto Serif CJK SC"/>
              </a:defRPr>
            </a:defPPr>
            <a:lvl1pPr>
              <a:defRPr sz="3150" b="1">
                <a:solidFill>
                  <a:srgbClr val="30291F"/>
                </a:solidFill>
                <a:latin typeface="Noto Serif CJK SC"/>
                <a:ea typeface="Noto Serif CJK SC"/>
                <a:cs typeface="Noto Serif CJK SC"/>
              </a:defRPr>
            </a:lvl1pPr>
            <a:lvl2pPr>
              <a:defRPr sz="3150" b="1">
                <a:solidFill>
                  <a:srgbClr val="30291F"/>
                </a:solidFill>
                <a:latin typeface="Noto Serif CJK SC"/>
                <a:ea typeface="Noto Serif CJK SC"/>
                <a:cs typeface="Noto Serif CJK SC"/>
              </a:defRPr>
            </a:lvl2pPr>
            <a:lvl3pPr>
              <a:defRPr sz="3150" b="1">
                <a:solidFill>
                  <a:srgbClr val="30291F"/>
                </a:solidFill>
                <a:latin typeface="Noto Serif CJK SC"/>
                <a:ea typeface="Noto Serif CJK SC"/>
                <a:cs typeface="Noto Serif CJK SC"/>
              </a:defRPr>
            </a:lvl3pPr>
            <a:lvl4pPr>
              <a:defRPr sz="3150" b="1">
                <a:solidFill>
                  <a:srgbClr val="30291F"/>
                </a:solidFill>
                <a:latin typeface="Noto Serif CJK SC"/>
                <a:ea typeface="Noto Serif CJK SC"/>
                <a:cs typeface="Noto Serif CJK SC"/>
              </a:defRPr>
            </a:lvl4pPr>
            <a:lvl5pPr>
              <a:defRPr sz="3150" b="1">
                <a:solidFill>
                  <a:srgbClr val="30291F"/>
                </a:solidFill>
                <a:latin typeface="Noto Serif CJK SC"/>
                <a:ea typeface="Noto Serif CJK SC"/>
                <a:cs typeface="Noto Serif CJK SC"/>
              </a:defRPr>
            </a:lvl5pPr>
            <a:lvl6pPr>
              <a:defRPr sz="3150" b="1">
                <a:solidFill>
                  <a:srgbClr val="30291F"/>
                </a:solidFill>
                <a:latin typeface="Noto Serif CJK SC"/>
                <a:ea typeface="Noto Serif CJK SC"/>
                <a:cs typeface="Noto Serif CJK SC"/>
              </a:defRPr>
            </a:lvl6pPr>
            <a:lvl7pPr>
              <a:defRPr sz="3150" b="1">
                <a:solidFill>
                  <a:srgbClr val="30291F"/>
                </a:solidFill>
                <a:latin typeface="Noto Serif CJK SC"/>
                <a:ea typeface="Noto Serif CJK SC"/>
                <a:cs typeface="Noto Serif CJK SC"/>
              </a:defRPr>
            </a:lvl7pPr>
            <a:lvl8pPr>
              <a:defRPr sz="3150" b="1">
                <a:solidFill>
                  <a:srgbClr val="30291F"/>
                </a:solidFill>
                <a:latin typeface="Noto Serif CJK SC"/>
                <a:ea typeface="Noto Serif CJK SC"/>
                <a:cs typeface="Noto Serif CJK SC"/>
              </a:defRPr>
            </a:lvl8pPr>
            <a:lvl9pPr>
              <a:defRPr sz="3150" b="1">
                <a:solidFill>
                  <a:srgbClr val="30291F"/>
                </a:solidFill>
                <a:latin typeface="Noto Serif CJK SC"/>
                <a:ea typeface="Noto Serif CJK SC"/>
                <a:cs typeface="Noto Serif CJK SC"/>
              </a:defRPr>
            </a:lvl9pPr>
          </a:lstStyle>
          <a:p xmlns:a="http://schemas.openxmlformats.org/drawingml/2006/main">
            <a:pPr>
              <a:defRPr sz="3150" b="1">
                <a:solidFill>
                  <a:srgbClr val="30291F"/>
                </a:solidFill>
                <a:latin typeface="Noto Serif CJK SC"/>
                <a:ea typeface="Noto Serif CJK SC"/>
                <a:cs typeface="Noto Serif CJK SC"/>
              </a:defRPr>
            </a:pPr>
            <a:r>
              <a:rPr sz="3150" b="1">
                <a:solidFill>
                  <a:srgbClr val="30291F"/>
                </a:solidFill>
                <a:latin typeface="Noto Serif CJK SC"/>
                <a:ea typeface="Noto Serif CJK SC"/>
                <a:cs typeface="Noto Serif CJK SC"/>
              </a:rPr>
              <a:t>任务3  姐姐和哥哥为何缺席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26D77009-215A-4FA2-83F6-CEB2374F36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714500"/>
            <a:ext cx="10972800" cy="628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2775" b="0">
                <a:solidFill>
                  <a:srgbClr val="30291F"/>
                </a:solidFill>
                <a:latin typeface="LXGW WenKai TC"/>
                <a:ea typeface="LXGW WenKai TC"/>
                <a:cs typeface="LXGW WenKai TC"/>
              </a:defRPr>
            </a:defPPr>
            <a:lvl1pPr>
              <a:defRPr sz="2775" b="0">
                <a:solidFill>
                  <a:srgbClr val="30291F"/>
                </a:solidFill>
                <a:latin typeface="LXGW WenKai TC"/>
                <a:ea typeface="LXGW WenKai TC"/>
                <a:cs typeface="LXGW WenKai TC"/>
              </a:defRPr>
            </a:lvl1pPr>
            <a:lvl2pPr>
              <a:defRPr sz="2775" b="0">
                <a:solidFill>
                  <a:srgbClr val="30291F"/>
                </a:solidFill>
                <a:latin typeface="LXGW WenKai TC"/>
                <a:ea typeface="LXGW WenKai TC"/>
                <a:cs typeface="LXGW WenKai TC"/>
              </a:defRPr>
            </a:lvl2pPr>
            <a:lvl3pPr>
              <a:defRPr sz="2775" b="0">
                <a:solidFill>
                  <a:srgbClr val="30291F"/>
                </a:solidFill>
                <a:latin typeface="LXGW WenKai TC"/>
                <a:ea typeface="LXGW WenKai TC"/>
                <a:cs typeface="LXGW WenKai TC"/>
              </a:defRPr>
            </a:lvl3pPr>
            <a:lvl4pPr>
              <a:defRPr sz="2775" b="0">
                <a:solidFill>
                  <a:srgbClr val="30291F"/>
                </a:solidFill>
                <a:latin typeface="LXGW WenKai TC"/>
                <a:ea typeface="LXGW WenKai TC"/>
                <a:cs typeface="LXGW WenKai TC"/>
              </a:defRPr>
            </a:lvl4pPr>
            <a:lvl5pPr>
              <a:defRPr sz="2775" b="0">
                <a:solidFill>
                  <a:srgbClr val="30291F"/>
                </a:solidFill>
                <a:latin typeface="LXGW WenKai TC"/>
                <a:ea typeface="LXGW WenKai TC"/>
                <a:cs typeface="LXGW WenKai TC"/>
              </a:defRPr>
            </a:lvl5pPr>
            <a:lvl6pPr>
              <a:defRPr sz="2775" b="0">
                <a:solidFill>
                  <a:srgbClr val="30291F"/>
                </a:solidFill>
                <a:latin typeface="LXGW WenKai TC"/>
                <a:ea typeface="LXGW WenKai TC"/>
                <a:cs typeface="LXGW WenKai TC"/>
              </a:defRPr>
            </a:lvl6pPr>
            <a:lvl7pPr>
              <a:defRPr sz="2775" b="0">
                <a:solidFill>
                  <a:srgbClr val="30291F"/>
                </a:solidFill>
                <a:latin typeface="LXGW WenKai TC"/>
                <a:ea typeface="LXGW WenKai TC"/>
                <a:cs typeface="LXGW WenKai TC"/>
              </a:defRPr>
            </a:lvl7pPr>
            <a:lvl8pPr>
              <a:defRPr sz="2775" b="0">
                <a:solidFill>
                  <a:srgbClr val="30291F"/>
                </a:solidFill>
                <a:latin typeface="LXGW WenKai TC"/>
                <a:ea typeface="LXGW WenKai TC"/>
                <a:cs typeface="LXGW WenKai TC"/>
              </a:defRPr>
            </a:lvl8pPr>
            <a:lvl9pPr>
              <a:defRPr sz="2775" b="0">
                <a:solidFill>
                  <a:srgbClr val="30291F"/>
                </a:solidFill>
                <a:latin typeface="LXGW WenKai TC"/>
                <a:ea typeface="LXGW WenKai TC"/>
                <a:cs typeface="LXGW WenKai TC"/>
              </a:defRPr>
            </a:lvl9pPr>
          </a:lstStyle>
          <a:p xmlns:a="http://schemas.openxmlformats.org/drawingml/2006/main">
            <a:pPr>
              <a:defRPr sz="2775" b="0">
                <a:solidFill>
                  <a:srgbClr val="30291F"/>
                </a:solidFill>
                <a:latin typeface="LXGW WenKai TC"/>
                <a:ea typeface="LXGW WenKai TC"/>
                <a:cs typeface="LXGW WenKai TC"/>
              </a:defRPr>
            </a:pPr>
            <a:r>
              <a:rPr sz="2775" b="0">
                <a:solidFill>
                  <a:srgbClr val="30291F"/>
                </a:solidFill>
                <a:latin typeface="LXGW WenKai TC"/>
                <a:ea typeface="LXGW WenKai TC"/>
                <a:cs typeface="LXGW WenKai TC"/>
              </a:rPr>
              <a:t>姐姐为什么不回来吃团圆饭？哥哥为什么不能回来吃团圆饭？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2951DD9E-9FA8-43B0-B87D-5CBB17453E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667125"/>
            <a:ext cx="10972800" cy="1619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2325" b="0">
                <a:solidFill>
                  <a:srgbClr val="31695F"/>
                </a:solidFill>
                <a:latin typeface="Noto Serif CJK SC"/>
                <a:ea typeface="Noto Serif CJK SC"/>
                <a:cs typeface="Noto Serif CJK SC"/>
              </a:defRPr>
            </a:defPPr>
            <a:lvl1pPr>
              <a:defRPr sz="2325" b="0">
                <a:solidFill>
                  <a:srgbClr val="31695F"/>
                </a:solidFill>
                <a:latin typeface="Noto Serif CJK SC"/>
                <a:ea typeface="Noto Serif CJK SC"/>
                <a:cs typeface="Noto Serif CJK SC"/>
              </a:defRPr>
            </a:lvl1pPr>
            <a:lvl2pPr>
              <a:defRPr sz="2325" b="0">
                <a:solidFill>
                  <a:srgbClr val="31695F"/>
                </a:solidFill>
                <a:latin typeface="Noto Serif CJK SC"/>
                <a:ea typeface="Noto Serif CJK SC"/>
                <a:cs typeface="Noto Serif CJK SC"/>
              </a:defRPr>
            </a:lvl2pPr>
            <a:lvl3pPr>
              <a:defRPr sz="2325" b="0">
                <a:solidFill>
                  <a:srgbClr val="31695F"/>
                </a:solidFill>
                <a:latin typeface="Noto Serif CJK SC"/>
                <a:ea typeface="Noto Serif CJK SC"/>
                <a:cs typeface="Noto Serif CJK SC"/>
              </a:defRPr>
            </a:lvl3pPr>
            <a:lvl4pPr>
              <a:defRPr sz="2325" b="0">
                <a:solidFill>
                  <a:srgbClr val="31695F"/>
                </a:solidFill>
                <a:latin typeface="Noto Serif CJK SC"/>
                <a:ea typeface="Noto Serif CJK SC"/>
                <a:cs typeface="Noto Serif CJK SC"/>
              </a:defRPr>
            </a:lvl4pPr>
            <a:lvl5pPr>
              <a:defRPr sz="2325" b="0">
                <a:solidFill>
                  <a:srgbClr val="31695F"/>
                </a:solidFill>
                <a:latin typeface="Noto Serif CJK SC"/>
                <a:ea typeface="Noto Serif CJK SC"/>
                <a:cs typeface="Noto Serif CJK SC"/>
              </a:defRPr>
            </a:lvl5pPr>
            <a:lvl6pPr>
              <a:defRPr sz="2325" b="0">
                <a:solidFill>
                  <a:srgbClr val="31695F"/>
                </a:solidFill>
                <a:latin typeface="Noto Serif CJK SC"/>
                <a:ea typeface="Noto Serif CJK SC"/>
                <a:cs typeface="Noto Serif CJK SC"/>
              </a:defRPr>
            </a:lvl6pPr>
            <a:lvl7pPr>
              <a:defRPr sz="2325" b="0">
                <a:solidFill>
                  <a:srgbClr val="31695F"/>
                </a:solidFill>
                <a:latin typeface="Noto Serif CJK SC"/>
                <a:ea typeface="Noto Serif CJK SC"/>
                <a:cs typeface="Noto Serif CJK SC"/>
              </a:defRPr>
            </a:lvl7pPr>
            <a:lvl8pPr>
              <a:defRPr sz="2325" b="0">
                <a:solidFill>
                  <a:srgbClr val="31695F"/>
                </a:solidFill>
                <a:latin typeface="Noto Serif CJK SC"/>
                <a:ea typeface="Noto Serif CJK SC"/>
                <a:cs typeface="Noto Serif CJK SC"/>
              </a:defRPr>
            </a:lvl8pPr>
            <a:lvl9pPr>
              <a:defRPr sz="2325" b="0">
                <a:solidFill>
                  <a:srgbClr val="31695F"/>
                </a:solidFill>
                <a:latin typeface="Noto Serif CJK SC"/>
                <a:ea typeface="Noto Serif CJK SC"/>
                <a:cs typeface="Noto Serif CJK SC"/>
              </a:defRPr>
            </a:lvl9pPr>
          </a:lstStyle>
          <a:p xmlns:a="http://schemas.openxmlformats.org/drawingml/2006/main">
            <a:pPr>
              <a:defRPr sz="2325" b="0">
                <a:solidFill>
                  <a:srgbClr val="31695F"/>
                </a:solidFill>
                <a:latin typeface="Noto Serif CJK SC"/>
                <a:ea typeface="Noto Serif CJK SC"/>
                <a:cs typeface="Noto Serif CJK SC"/>
              </a:defRPr>
            </a:pPr>
            <a:r>
              <a:rPr sz="2325" b="0">
                <a:solidFill>
                  <a:srgbClr val="31695F"/>
                </a:solidFill>
                <a:latin typeface="Noto Serif CJK SC"/>
                <a:ea typeface="Noto Serif CJK SC"/>
                <a:cs typeface="Noto Serif CJK SC"/>
              </a:rPr>
              <a:t>分清两个人的原因，各点入一句原文依据。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CCAB7C44-3B47-4DC5-A83F-C42264D04B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734050"/>
            <a:ext cx="10972800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2100" b="0">
                <a:solidFill>
                  <a:srgbClr val="9B3024"/>
                </a:solidFill>
                <a:latin typeface="Noto Serif CJK SC"/>
                <a:ea typeface="Noto Serif CJK SC"/>
                <a:cs typeface="Noto Serif CJK SC"/>
              </a:defRPr>
            </a:defPPr>
            <a:lvl1pPr>
              <a:defRPr sz="2100" b="0">
                <a:solidFill>
                  <a:srgbClr val="9B3024"/>
                </a:solidFill>
                <a:latin typeface="Noto Serif CJK SC"/>
                <a:ea typeface="Noto Serif CJK SC"/>
                <a:cs typeface="Noto Serif CJK SC"/>
              </a:defRPr>
            </a:lvl1pPr>
            <a:lvl2pPr>
              <a:defRPr sz="2100" b="0">
                <a:solidFill>
                  <a:srgbClr val="9B3024"/>
                </a:solidFill>
                <a:latin typeface="Noto Serif CJK SC"/>
                <a:ea typeface="Noto Serif CJK SC"/>
                <a:cs typeface="Noto Serif CJK SC"/>
              </a:defRPr>
            </a:lvl2pPr>
            <a:lvl3pPr>
              <a:defRPr sz="2100" b="0">
                <a:solidFill>
                  <a:srgbClr val="9B3024"/>
                </a:solidFill>
                <a:latin typeface="Noto Serif CJK SC"/>
                <a:ea typeface="Noto Serif CJK SC"/>
                <a:cs typeface="Noto Serif CJK SC"/>
              </a:defRPr>
            </a:lvl3pPr>
            <a:lvl4pPr>
              <a:defRPr sz="2100" b="0">
                <a:solidFill>
                  <a:srgbClr val="9B3024"/>
                </a:solidFill>
                <a:latin typeface="Noto Serif CJK SC"/>
                <a:ea typeface="Noto Serif CJK SC"/>
                <a:cs typeface="Noto Serif CJK SC"/>
              </a:defRPr>
            </a:lvl4pPr>
            <a:lvl5pPr>
              <a:defRPr sz="2100" b="0">
                <a:solidFill>
                  <a:srgbClr val="9B3024"/>
                </a:solidFill>
                <a:latin typeface="Noto Serif CJK SC"/>
                <a:ea typeface="Noto Serif CJK SC"/>
                <a:cs typeface="Noto Serif CJK SC"/>
              </a:defRPr>
            </a:lvl5pPr>
            <a:lvl6pPr>
              <a:defRPr sz="2100" b="0">
                <a:solidFill>
                  <a:srgbClr val="9B3024"/>
                </a:solidFill>
                <a:latin typeface="Noto Serif CJK SC"/>
                <a:ea typeface="Noto Serif CJK SC"/>
                <a:cs typeface="Noto Serif CJK SC"/>
              </a:defRPr>
            </a:lvl6pPr>
            <a:lvl7pPr>
              <a:defRPr sz="2100" b="0">
                <a:solidFill>
                  <a:srgbClr val="9B3024"/>
                </a:solidFill>
                <a:latin typeface="Noto Serif CJK SC"/>
                <a:ea typeface="Noto Serif CJK SC"/>
                <a:cs typeface="Noto Serif CJK SC"/>
              </a:defRPr>
            </a:lvl7pPr>
            <a:lvl8pPr>
              <a:defRPr sz="2100" b="0">
                <a:solidFill>
                  <a:srgbClr val="9B3024"/>
                </a:solidFill>
                <a:latin typeface="Noto Serif CJK SC"/>
                <a:ea typeface="Noto Serif CJK SC"/>
                <a:cs typeface="Noto Serif CJK SC"/>
              </a:defRPr>
            </a:lvl8pPr>
            <a:lvl9pPr>
              <a:defRPr sz="2100" b="0">
                <a:solidFill>
                  <a:srgbClr val="9B3024"/>
                </a:solidFill>
                <a:latin typeface="Noto Serif CJK SC"/>
                <a:ea typeface="Noto Serif CJK SC"/>
                <a:cs typeface="Noto Serif CJK SC"/>
              </a:defRPr>
            </a:lvl9pPr>
          </a:lstStyle>
          <a:p xmlns:a="http://schemas.openxmlformats.org/drawingml/2006/main">
            <a:pPr>
              <a:defRPr sz="2100" b="0">
                <a:solidFill>
                  <a:srgbClr val="9B3024"/>
                </a:solidFill>
                <a:latin typeface="Noto Serif CJK SC"/>
                <a:ea typeface="Noto Serif CJK SC"/>
                <a:cs typeface="Noto Serif CJK SC"/>
              </a:defRPr>
            </a:pPr>
            <a:r>
              <a:rPr sz="2100" b="0">
                <a:solidFill>
                  <a:srgbClr val="9B3024"/>
                </a:solidFill>
                <a:latin typeface="Noto Serif CJK SC"/>
                <a:ea typeface="Noto Serif CJK SC"/>
                <a:cs typeface="Noto Serif CJK SC"/>
              </a:rPr>
              <a:t>先独立回答，再比较与订正。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93F5F859-E7DD-40E8-872D-DB3F532930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25200" y="6477000"/>
            <a:ext cx="4572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1350" b="0">
                <a:solidFill>
                  <a:srgbClr val="776C60"/>
                </a:solidFill>
                <a:latin typeface="Noto Serif CJK SC"/>
                <a:ea typeface="Noto Serif CJK SC"/>
                <a:cs typeface="Noto Serif CJK SC"/>
              </a:defRPr>
            </a:defPPr>
            <a:lvl1pPr>
              <a:defRPr sz="1350" b="0">
                <a:solidFill>
                  <a:srgbClr val="776C60"/>
                </a:solidFill>
                <a:latin typeface="Noto Serif CJK SC"/>
                <a:ea typeface="Noto Serif CJK SC"/>
                <a:cs typeface="Noto Serif CJK SC"/>
              </a:defRPr>
            </a:lvl1pPr>
            <a:lvl2pPr>
              <a:defRPr sz="1350" b="0">
                <a:solidFill>
                  <a:srgbClr val="776C60"/>
                </a:solidFill>
                <a:latin typeface="Noto Serif CJK SC"/>
                <a:ea typeface="Noto Serif CJK SC"/>
                <a:cs typeface="Noto Serif CJK SC"/>
              </a:defRPr>
            </a:lvl2pPr>
            <a:lvl3pPr>
              <a:defRPr sz="1350" b="0">
                <a:solidFill>
                  <a:srgbClr val="776C60"/>
                </a:solidFill>
                <a:latin typeface="Noto Serif CJK SC"/>
                <a:ea typeface="Noto Serif CJK SC"/>
                <a:cs typeface="Noto Serif CJK SC"/>
              </a:defRPr>
            </a:lvl3pPr>
            <a:lvl4pPr>
              <a:defRPr sz="1350" b="0">
                <a:solidFill>
                  <a:srgbClr val="776C60"/>
                </a:solidFill>
                <a:latin typeface="Noto Serif CJK SC"/>
                <a:ea typeface="Noto Serif CJK SC"/>
                <a:cs typeface="Noto Serif CJK SC"/>
              </a:defRPr>
            </a:lvl4pPr>
            <a:lvl5pPr>
              <a:defRPr sz="1350" b="0">
                <a:solidFill>
                  <a:srgbClr val="776C60"/>
                </a:solidFill>
                <a:latin typeface="Noto Serif CJK SC"/>
                <a:ea typeface="Noto Serif CJK SC"/>
                <a:cs typeface="Noto Serif CJK SC"/>
              </a:defRPr>
            </a:lvl5pPr>
            <a:lvl6pPr>
              <a:defRPr sz="1350" b="0">
                <a:solidFill>
                  <a:srgbClr val="776C60"/>
                </a:solidFill>
                <a:latin typeface="Noto Serif CJK SC"/>
                <a:ea typeface="Noto Serif CJK SC"/>
                <a:cs typeface="Noto Serif CJK SC"/>
              </a:defRPr>
            </a:lvl6pPr>
            <a:lvl7pPr>
              <a:defRPr sz="1350" b="0">
                <a:solidFill>
                  <a:srgbClr val="776C60"/>
                </a:solidFill>
                <a:latin typeface="Noto Serif CJK SC"/>
                <a:ea typeface="Noto Serif CJK SC"/>
                <a:cs typeface="Noto Serif CJK SC"/>
              </a:defRPr>
            </a:lvl7pPr>
            <a:lvl8pPr>
              <a:defRPr sz="1350" b="0">
                <a:solidFill>
                  <a:srgbClr val="776C60"/>
                </a:solidFill>
                <a:latin typeface="Noto Serif CJK SC"/>
                <a:ea typeface="Noto Serif CJK SC"/>
                <a:cs typeface="Noto Serif CJK SC"/>
              </a:defRPr>
            </a:lvl8pPr>
            <a:lvl9pPr>
              <a:defRPr sz="1350" b="0">
                <a:solidFill>
                  <a:srgbClr val="776C60"/>
                </a:solidFill>
                <a:latin typeface="Noto Serif CJK SC"/>
                <a:ea typeface="Noto Serif CJK SC"/>
                <a:cs typeface="Noto Serif CJK SC"/>
              </a:defRPr>
            </a:lvl9pPr>
          </a:lstStyle>
          <a:p xmlns:a="http://schemas.openxmlformats.org/drawingml/2006/main">
            <a:pPr>
              <a:defRPr sz="1350" b="0">
                <a:solidFill>
                  <a:srgbClr val="776C60"/>
                </a:solidFill>
                <a:latin typeface="Noto Serif CJK SC"/>
                <a:ea typeface="Noto Serif CJK SC"/>
                <a:cs typeface="Noto Serif CJK SC"/>
              </a:defRPr>
            </a:pPr>
            <a:r>
              <a:rPr sz="1350" b="0">
                <a:solidFill>
                  <a:srgbClr val="776C60"/>
                </a:solidFill>
                <a:latin typeface="Noto Serif CJK SC"/>
                <a:ea typeface="Noto Serif CJK SC"/>
                <a:cs typeface="Noto Serif CJK SC"/>
              </a:rPr>
              <a:t>13</a:t>
            </a:r>
          </a:p>
        </p:txBody>
      </p:sp>
    </p:spTree>
    <p:extLst>
      <p:ext uri="{BB962C8B-B14F-4D97-AF65-F5344CB8AC3E}">
        <p14:creationId xmlns:p14="http://schemas.microsoft.com/office/powerpoint/2010/main" val="459875242"/>
      </p:ext>
    </p:extLst>
  </p:cSld>
</p:sld>
</file>

<file path=ppt/slides/slide14.xml><?xml version="1.0" encoding="utf-8"?>
<p:sld xmlns:p="http://schemas.openxmlformats.org/presentationml/2006/main">
  <p:cSld>
    <p:bg>
      <p:bgPr>
        <a:solidFill xmlns:a="http://schemas.openxmlformats.org/drawingml/2006/main">
          <a:srgbClr val="FFFAF2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0D9DE5CE-CB8A-4916-9D34-C340CE4295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33375"/>
            <a:ext cx="762000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1575" b="0">
                <a:solidFill>
                  <a:srgbClr val="9B3024"/>
                </a:solidFill>
                <a:latin typeface="Noto Serif CJK SC"/>
                <a:ea typeface="Noto Serif CJK SC"/>
                <a:cs typeface="Noto Serif CJK SC"/>
              </a:defRPr>
            </a:defPPr>
            <a:lvl1pPr>
              <a:defRPr sz="1575" b="0">
                <a:solidFill>
                  <a:srgbClr val="9B3024"/>
                </a:solidFill>
                <a:latin typeface="Noto Serif CJK SC"/>
                <a:ea typeface="Noto Serif CJK SC"/>
                <a:cs typeface="Noto Serif CJK SC"/>
              </a:defRPr>
            </a:lvl1pPr>
            <a:lvl2pPr>
              <a:defRPr sz="1575" b="0">
                <a:solidFill>
                  <a:srgbClr val="9B3024"/>
                </a:solidFill>
                <a:latin typeface="Noto Serif CJK SC"/>
                <a:ea typeface="Noto Serif CJK SC"/>
                <a:cs typeface="Noto Serif CJK SC"/>
              </a:defRPr>
            </a:lvl2pPr>
            <a:lvl3pPr>
              <a:defRPr sz="1575" b="0">
                <a:solidFill>
                  <a:srgbClr val="9B3024"/>
                </a:solidFill>
                <a:latin typeface="Noto Serif CJK SC"/>
                <a:ea typeface="Noto Serif CJK SC"/>
                <a:cs typeface="Noto Serif CJK SC"/>
              </a:defRPr>
            </a:lvl3pPr>
            <a:lvl4pPr>
              <a:defRPr sz="1575" b="0">
                <a:solidFill>
                  <a:srgbClr val="9B3024"/>
                </a:solidFill>
                <a:latin typeface="Noto Serif CJK SC"/>
                <a:ea typeface="Noto Serif CJK SC"/>
                <a:cs typeface="Noto Serif CJK SC"/>
              </a:defRPr>
            </a:lvl4pPr>
            <a:lvl5pPr>
              <a:defRPr sz="1575" b="0">
                <a:solidFill>
                  <a:srgbClr val="9B3024"/>
                </a:solidFill>
                <a:latin typeface="Noto Serif CJK SC"/>
                <a:ea typeface="Noto Serif CJK SC"/>
                <a:cs typeface="Noto Serif CJK SC"/>
              </a:defRPr>
            </a:lvl5pPr>
            <a:lvl6pPr>
              <a:defRPr sz="1575" b="0">
                <a:solidFill>
                  <a:srgbClr val="9B3024"/>
                </a:solidFill>
                <a:latin typeface="Noto Serif CJK SC"/>
                <a:ea typeface="Noto Serif CJK SC"/>
                <a:cs typeface="Noto Serif CJK SC"/>
              </a:defRPr>
            </a:lvl6pPr>
            <a:lvl7pPr>
              <a:defRPr sz="1575" b="0">
                <a:solidFill>
                  <a:srgbClr val="9B3024"/>
                </a:solidFill>
                <a:latin typeface="Noto Serif CJK SC"/>
                <a:ea typeface="Noto Serif CJK SC"/>
                <a:cs typeface="Noto Serif CJK SC"/>
              </a:defRPr>
            </a:lvl7pPr>
            <a:lvl8pPr>
              <a:defRPr sz="1575" b="0">
                <a:solidFill>
                  <a:srgbClr val="9B3024"/>
                </a:solidFill>
                <a:latin typeface="Noto Serif CJK SC"/>
                <a:ea typeface="Noto Serif CJK SC"/>
                <a:cs typeface="Noto Serif CJK SC"/>
              </a:defRPr>
            </a:lvl8pPr>
            <a:lvl9pPr>
              <a:defRPr sz="1575" b="0">
                <a:solidFill>
                  <a:srgbClr val="9B3024"/>
                </a:solidFill>
                <a:latin typeface="Noto Serif CJK SC"/>
                <a:ea typeface="Noto Serif CJK SC"/>
                <a:cs typeface="Noto Serif CJK SC"/>
              </a:defRPr>
            </a:lvl9pPr>
          </a:lstStyle>
          <a:p xmlns:a="http://schemas.openxmlformats.org/drawingml/2006/main">
            <a:pPr>
              <a:defRPr sz="1575" b="0">
                <a:solidFill>
                  <a:srgbClr val="9B3024"/>
                </a:solidFill>
                <a:latin typeface="Noto Serif CJK SC"/>
                <a:ea typeface="Noto Serif CJK SC"/>
                <a:cs typeface="Noto Serif CJK SC"/>
              </a:defRPr>
            </a:pPr>
            <a:r>
              <a:rPr sz="1575" b="0">
                <a:solidFill>
                  <a:srgbClr val="9B3024"/>
                </a:solidFill>
                <a:latin typeface="Noto Serif CJK SC"/>
                <a:ea typeface="Noto Serif CJK SC"/>
                <a:cs typeface="Noto Serif CJK SC"/>
              </a:rPr>
              <a:t>第一课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7630956D-A25C-4DAC-BF49-4A419397E5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781050"/>
            <a:ext cx="109728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3150" b="1">
                <a:solidFill>
                  <a:srgbClr val="30291F"/>
                </a:solidFill>
                <a:latin typeface="Noto Serif CJK SC"/>
                <a:ea typeface="Noto Serif CJK SC"/>
                <a:cs typeface="Noto Serif CJK SC"/>
              </a:defRPr>
            </a:defPPr>
            <a:lvl1pPr>
              <a:defRPr sz="3150" b="1">
                <a:solidFill>
                  <a:srgbClr val="30291F"/>
                </a:solidFill>
                <a:latin typeface="Noto Serif CJK SC"/>
                <a:ea typeface="Noto Serif CJK SC"/>
                <a:cs typeface="Noto Serif CJK SC"/>
              </a:defRPr>
            </a:lvl1pPr>
            <a:lvl2pPr>
              <a:defRPr sz="3150" b="1">
                <a:solidFill>
                  <a:srgbClr val="30291F"/>
                </a:solidFill>
                <a:latin typeface="Noto Serif CJK SC"/>
                <a:ea typeface="Noto Serif CJK SC"/>
                <a:cs typeface="Noto Serif CJK SC"/>
              </a:defRPr>
            </a:lvl2pPr>
            <a:lvl3pPr>
              <a:defRPr sz="3150" b="1">
                <a:solidFill>
                  <a:srgbClr val="30291F"/>
                </a:solidFill>
                <a:latin typeface="Noto Serif CJK SC"/>
                <a:ea typeface="Noto Serif CJK SC"/>
                <a:cs typeface="Noto Serif CJK SC"/>
              </a:defRPr>
            </a:lvl3pPr>
            <a:lvl4pPr>
              <a:defRPr sz="3150" b="1">
                <a:solidFill>
                  <a:srgbClr val="30291F"/>
                </a:solidFill>
                <a:latin typeface="Noto Serif CJK SC"/>
                <a:ea typeface="Noto Serif CJK SC"/>
                <a:cs typeface="Noto Serif CJK SC"/>
              </a:defRPr>
            </a:lvl4pPr>
            <a:lvl5pPr>
              <a:defRPr sz="3150" b="1">
                <a:solidFill>
                  <a:srgbClr val="30291F"/>
                </a:solidFill>
                <a:latin typeface="Noto Serif CJK SC"/>
                <a:ea typeface="Noto Serif CJK SC"/>
                <a:cs typeface="Noto Serif CJK SC"/>
              </a:defRPr>
            </a:lvl5pPr>
            <a:lvl6pPr>
              <a:defRPr sz="3150" b="1">
                <a:solidFill>
                  <a:srgbClr val="30291F"/>
                </a:solidFill>
                <a:latin typeface="Noto Serif CJK SC"/>
                <a:ea typeface="Noto Serif CJK SC"/>
                <a:cs typeface="Noto Serif CJK SC"/>
              </a:defRPr>
            </a:lvl6pPr>
            <a:lvl7pPr>
              <a:defRPr sz="3150" b="1">
                <a:solidFill>
                  <a:srgbClr val="30291F"/>
                </a:solidFill>
                <a:latin typeface="Noto Serif CJK SC"/>
                <a:ea typeface="Noto Serif CJK SC"/>
                <a:cs typeface="Noto Serif CJK SC"/>
              </a:defRPr>
            </a:lvl7pPr>
            <a:lvl8pPr>
              <a:defRPr sz="3150" b="1">
                <a:solidFill>
                  <a:srgbClr val="30291F"/>
                </a:solidFill>
                <a:latin typeface="Noto Serif CJK SC"/>
                <a:ea typeface="Noto Serif CJK SC"/>
                <a:cs typeface="Noto Serif CJK SC"/>
              </a:defRPr>
            </a:lvl8pPr>
            <a:lvl9pPr>
              <a:defRPr sz="3150" b="1">
                <a:solidFill>
                  <a:srgbClr val="30291F"/>
                </a:solidFill>
                <a:latin typeface="Noto Serif CJK SC"/>
                <a:ea typeface="Noto Serif CJK SC"/>
                <a:cs typeface="Noto Serif CJK SC"/>
              </a:defRPr>
            </a:lvl9pPr>
          </a:lstStyle>
          <a:p xmlns:a="http://schemas.openxmlformats.org/drawingml/2006/main">
            <a:pPr>
              <a:defRPr sz="3150" b="1">
                <a:solidFill>
                  <a:srgbClr val="30291F"/>
                </a:solidFill>
                <a:latin typeface="Noto Serif CJK SC"/>
                <a:ea typeface="Noto Serif CJK SC"/>
                <a:cs typeface="Noto Serif CJK SC"/>
              </a:defRPr>
            </a:pPr>
            <a:r>
              <a:rPr sz="3150" b="1">
                <a:solidFill>
                  <a:srgbClr val="30291F"/>
                </a:solidFill>
                <a:latin typeface="Noto Serif CJK SC"/>
                <a:ea typeface="Noto Serif CJK SC"/>
                <a:cs typeface="Noto Serif CJK SC"/>
              </a:rPr>
              <a:t>任务3  依据与解释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4B44BEFF-513E-4FEB-A143-EAD14373C8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714500"/>
            <a:ext cx="10972800" cy="10572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2625" b="0">
                <a:solidFill>
                  <a:srgbClr val="31695F"/>
                </a:solidFill>
                <a:latin typeface="LXGW WenKai TC"/>
                <a:ea typeface="LXGW WenKai TC"/>
                <a:cs typeface="LXGW WenKai TC"/>
              </a:defRPr>
            </a:defPPr>
            <a:lvl1pPr>
              <a:defRPr sz="2625" b="0">
                <a:solidFill>
                  <a:srgbClr val="31695F"/>
                </a:solidFill>
                <a:latin typeface="LXGW WenKai TC"/>
                <a:ea typeface="LXGW WenKai TC"/>
                <a:cs typeface="LXGW WenKai TC"/>
              </a:defRPr>
            </a:lvl1pPr>
            <a:lvl2pPr>
              <a:defRPr sz="2625" b="0">
                <a:solidFill>
                  <a:srgbClr val="31695F"/>
                </a:solidFill>
                <a:latin typeface="LXGW WenKai TC"/>
                <a:ea typeface="LXGW WenKai TC"/>
                <a:cs typeface="LXGW WenKai TC"/>
              </a:defRPr>
            </a:lvl2pPr>
            <a:lvl3pPr>
              <a:defRPr sz="2625" b="0">
                <a:solidFill>
                  <a:srgbClr val="31695F"/>
                </a:solidFill>
                <a:latin typeface="LXGW WenKai TC"/>
                <a:ea typeface="LXGW WenKai TC"/>
                <a:cs typeface="LXGW WenKai TC"/>
              </a:defRPr>
            </a:lvl3pPr>
            <a:lvl4pPr>
              <a:defRPr sz="2625" b="0">
                <a:solidFill>
                  <a:srgbClr val="31695F"/>
                </a:solidFill>
                <a:latin typeface="LXGW WenKai TC"/>
                <a:ea typeface="LXGW WenKai TC"/>
                <a:cs typeface="LXGW WenKai TC"/>
              </a:defRPr>
            </a:lvl4pPr>
            <a:lvl5pPr>
              <a:defRPr sz="2625" b="0">
                <a:solidFill>
                  <a:srgbClr val="31695F"/>
                </a:solidFill>
                <a:latin typeface="LXGW WenKai TC"/>
                <a:ea typeface="LXGW WenKai TC"/>
                <a:cs typeface="LXGW WenKai TC"/>
              </a:defRPr>
            </a:lvl5pPr>
            <a:lvl6pPr>
              <a:defRPr sz="2625" b="0">
                <a:solidFill>
                  <a:srgbClr val="31695F"/>
                </a:solidFill>
                <a:latin typeface="LXGW WenKai TC"/>
                <a:ea typeface="LXGW WenKai TC"/>
                <a:cs typeface="LXGW WenKai TC"/>
              </a:defRPr>
            </a:lvl6pPr>
            <a:lvl7pPr>
              <a:defRPr sz="2625" b="0">
                <a:solidFill>
                  <a:srgbClr val="31695F"/>
                </a:solidFill>
                <a:latin typeface="LXGW WenKai TC"/>
                <a:ea typeface="LXGW WenKai TC"/>
                <a:cs typeface="LXGW WenKai TC"/>
              </a:defRPr>
            </a:lvl7pPr>
            <a:lvl8pPr>
              <a:defRPr sz="2625" b="0">
                <a:solidFill>
                  <a:srgbClr val="31695F"/>
                </a:solidFill>
                <a:latin typeface="LXGW WenKai TC"/>
                <a:ea typeface="LXGW WenKai TC"/>
                <a:cs typeface="LXGW WenKai TC"/>
              </a:defRPr>
            </a:lvl8pPr>
            <a:lvl9pPr>
              <a:defRPr sz="2625" b="0">
                <a:solidFill>
                  <a:srgbClr val="31695F"/>
                </a:solidFill>
                <a:latin typeface="LXGW WenKai TC"/>
                <a:ea typeface="LXGW WenKai TC"/>
                <a:cs typeface="LXGW WenKai TC"/>
              </a:defRPr>
            </a:lvl9pPr>
          </a:lstStyle>
          <a:p xmlns:a="http://schemas.openxmlformats.org/drawingml/2006/main">
            <a:pPr>
              <a:defRPr sz="2625" b="0">
                <a:solidFill>
                  <a:srgbClr val="31695F"/>
                </a:solidFill>
                <a:latin typeface="LXGW WenKai TC"/>
                <a:ea typeface="LXGW WenKai TC"/>
                <a:cs typeface="LXGW WenKai TC"/>
              </a:defRPr>
            </a:pPr>
            <a:r>
              <a:rPr sz="2625" b="0">
                <a:solidFill>
                  <a:srgbClr val="31695F"/>
                </a:solidFill>
                <a:latin typeface="LXGW WenKai TC"/>
                <a:ea typeface="LXGW WenKai TC"/>
                <a:cs typeface="LXGW WenKai TC"/>
              </a:rPr>
              <a:t>姐姐在英国，假期不好拿，所以无法回来。哥哥正在当兵，因为出国受</a:t>
            </a:r>
          </a:p>
          <a:p xmlns:a="http://schemas.openxmlformats.org/drawingml/2006/main">
            <a:pPr>
              <a:defRPr sz="2625" b="0">
                <a:solidFill>
                  <a:srgbClr val="31695F"/>
                </a:solidFill>
                <a:latin typeface="LXGW WenKai TC"/>
                <a:ea typeface="LXGW WenKai TC"/>
                <a:cs typeface="LXGW WenKai TC"/>
              </a:defRPr>
            </a:pPr>
            <a:r>
              <a:rPr sz="2625" b="0">
                <a:solidFill>
                  <a:srgbClr val="31695F"/>
                </a:solidFill>
                <a:latin typeface="LXGW WenKai TC"/>
                <a:ea typeface="LXGW WenKai TC"/>
                <a:cs typeface="LXGW WenKai TC"/>
              </a:rPr>
              <a:t>训，也不能回来吃团圆饭。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E1F70223-A2BA-42BB-8CE5-D1B68AEA56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000375"/>
            <a:ext cx="10820400" cy="4667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2100" b="0">
                <a:solidFill>
                  <a:srgbClr val="30291F"/>
                </a:solidFill>
                <a:latin typeface="Noto Serif CJK SC"/>
                <a:ea typeface="Noto Serif CJK SC"/>
                <a:cs typeface="Noto Serif CJK SC"/>
              </a:defRPr>
            </a:defPPr>
            <a:lvl1pPr>
              <a:defRPr sz="2100" b="0">
                <a:solidFill>
                  <a:srgbClr val="30291F"/>
                </a:solidFill>
                <a:latin typeface="Noto Serif CJK SC"/>
                <a:ea typeface="Noto Serif CJK SC"/>
                <a:cs typeface="Noto Serif CJK SC"/>
              </a:defRPr>
            </a:lvl1pPr>
            <a:lvl2pPr>
              <a:defRPr sz="2100" b="0">
                <a:solidFill>
                  <a:srgbClr val="30291F"/>
                </a:solidFill>
                <a:latin typeface="Noto Serif CJK SC"/>
                <a:ea typeface="Noto Serif CJK SC"/>
                <a:cs typeface="Noto Serif CJK SC"/>
              </a:defRPr>
            </a:lvl2pPr>
            <a:lvl3pPr>
              <a:defRPr sz="2100" b="0">
                <a:solidFill>
                  <a:srgbClr val="30291F"/>
                </a:solidFill>
                <a:latin typeface="Noto Serif CJK SC"/>
                <a:ea typeface="Noto Serif CJK SC"/>
                <a:cs typeface="Noto Serif CJK SC"/>
              </a:defRPr>
            </a:lvl3pPr>
            <a:lvl4pPr>
              <a:defRPr sz="2100" b="0">
                <a:solidFill>
                  <a:srgbClr val="30291F"/>
                </a:solidFill>
                <a:latin typeface="Noto Serif CJK SC"/>
                <a:ea typeface="Noto Serif CJK SC"/>
                <a:cs typeface="Noto Serif CJK SC"/>
              </a:defRPr>
            </a:lvl4pPr>
            <a:lvl5pPr>
              <a:defRPr sz="2100" b="0">
                <a:solidFill>
                  <a:srgbClr val="30291F"/>
                </a:solidFill>
                <a:latin typeface="Noto Serif CJK SC"/>
                <a:ea typeface="Noto Serif CJK SC"/>
                <a:cs typeface="Noto Serif CJK SC"/>
              </a:defRPr>
            </a:lvl5pPr>
            <a:lvl6pPr>
              <a:defRPr sz="2100" b="0">
                <a:solidFill>
                  <a:srgbClr val="30291F"/>
                </a:solidFill>
                <a:latin typeface="Noto Serif CJK SC"/>
                <a:ea typeface="Noto Serif CJK SC"/>
                <a:cs typeface="Noto Serif CJK SC"/>
              </a:defRPr>
            </a:lvl6pPr>
            <a:lvl7pPr>
              <a:defRPr sz="2100" b="0">
                <a:solidFill>
                  <a:srgbClr val="30291F"/>
                </a:solidFill>
                <a:latin typeface="Noto Serif CJK SC"/>
                <a:ea typeface="Noto Serif CJK SC"/>
                <a:cs typeface="Noto Serif CJK SC"/>
              </a:defRPr>
            </a:lvl7pPr>
            <a:lvl8pPr>
              <a:defRPr sz="2100" b="0">
                <a:solidFill>
                  <a:srgbClr val="30291F"/>
                </a:solidFill>
                <a:latin typeface="Noto Serif CJK SC"/>
                <a:ea typeface="Noto Serif CJK SC"/>
                <a:cs typeface="Noto Serif CJK SC"/>
              </a:defRPr>
            </a:lvl8pPr>
            <a:lvl9pPr>
              <a:defRPr sz="2100" b="0">
                <a:solidFill>
                  <a:srgbClr val="30291F"/>
                </a:solidFill>
                <a:latin typeface="Noto Serif CJK SC"/>
                <a:ea typeface="Noto Serif CJK SC"/>
                <a:cs typeface="Noto Serif CJK SC"/>
              </a:defRPr>
            </a:lvl9pPr>
          </a:lstStyle>
          <a:p xmlns:a="http://schemas.openxmlformats.org/drawingml/2006/main">
            <a:pPr>
              <a:defRPr sz="2100" b="0">
                <a:solidFill>
                  <a:srgbClr val="30291F"/>
                </a:solidFill>
                <a:latin typeface="Noto Serif CJK SC"/>
                <a:ea typeface="Noto Serif CJK SC"/>
                <a:cs typeface="Noto Serif CJK SC"/>
              </a:defRPr>
            </a:pPr>
            <a:r>
              <a:rPr sz="2100" b="0">
                <a:solidFill>
                  <a:srgbClr val="30291F"/>
                </a:solidFill>
                <a:latin typeface="Noto Serif CJK SC"/>
                <a:ea typeface="Noto Serif CJK SC"/>
                <a:cs typeface="Noto Serif CJK SC"/>
              </a:rPr>
              <a:t>第8段“假期不好拿”说明姐姐的现实困难；第12段“出国受训”说明哥哥的原因。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385BAD8D-DD02-4B80-95B6-D3F66B8E4A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25200" y="6477000"/>
            <a:ext cx="4572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1350" b="0">
                <a:solidFill>
                  <a:srgbClr val="776C60"/>
                </a:solidFill>
                <a:latin typeface="Noto Serif CJK SC"/>
                <a:ea typeface="Noto Serif CJK SC"/>
                <a:cs typeface="Noto Serif CJK SC"/>
              </a:defRPr>
            </a:defPPr>
            <a:lvl1pPr>
              <a:defRPr sz="1350" b="0">
                <a:solidFill>
                  <a:srgbClr val="776C60"/>
                </a:solidFill>
                <a:latin typeface="Noto Serif CJK SC"/>
                <a:ea typeface="Noto Serif CJK SC"/>
                <a:cs typeface="Noto Serif CJK SC"/>
              </a:defRPr>
            </a:lvl1pPr>
            <a:lvl2pPr>
              <a:defRPr sz="1350" b="0">
                <a:solidFill>
                  <a:srgbClr val="776C60"/>
                </a:solidFill>
                <a:latin typeface="Noto Serif CJK SC"/>
                <a:ea typeface="Noto Serif CJK SC"/>
                <a:cs typeface="Noto Serif CJK SC"/>
              </a:defRPr>
            </a:lvl2pPr>
            <a:lvl3pPr>
              <a:defRPr sz="1350" b="0">
                <a:solidFill>
                  <a:srgbClr val="776C60"/>
                </a:solidFill>
                <a:latin typeface="Noto Serif CJK SC"/>
                <a:ea typeface="Noto Serif CJK SC"/>
                <a:cs typeface="Noto Serif CJK SC"/>
              </a:defRPr>
            </a:lvl3pPr>
            <a:lvl4pPr>
              <a:defRPr sz="1350" b="0">
                <a:solidFill>
                  <a:srgbClr val="776C60"/>
                </a:solidFill>
                <a:latin typeface="Noto Serif CJK SC"/>
                <a:ea typeface="Noto Serif CJK SC"/>
                <a:cs typeface="Noto Serif CJK SC"/>
              </a:defRPr>
            </a:lvl4pPr>
            <a:lvl5pPr>
              <a:defRPr sz="1350" b="0">
                <a:solidFill>
                  <a:srgbClr val="776C60"/>
                </a:solidFill>
                <a:latin typeface="Noto Serif CJK SC"/>
                <a:ea typeface="Noto Serif CJK SC"/>
                <a:cs typeface="Noto Serif CJK SC"/>
              </a:defRPr>
            </a:lvl5pPr>
            <a:lvl6pPr>
              <a:defRPr sz="1350" b="0">
                <a:solidFill>
                  <a:srgbClr val="776C60"/>
                </a:solidFill>
                <a:latin typeface="Noto Serif CJK SC"/>
                <a:ea typeface="Noto Serif CJK SC"/>
                <a:cs typeface="Noto Serif CJK SC"/>
              </a:defRPr>
            </a:lvl6pPr>
            <a:lvl7pPr>
              <a:defRPr sz="1350" b="0">
                <a:solidFill>
                  <a:srgbClr val="776C60"/>
                </a:solidFill>
                <a:latin typeface="Noto Serif CJK SC"/>
                <a:ea typeface="Noto Serif CJK SC"/>
                <a:cs typeface="Noto Serif CJK SC"/>
              </a:defRPr>
            </a:lvl7pPr>
            <a:lvl8pPr>
              <a:defRPr sz="1350" b="0">
                <a:solidFill>
                  <a:srgbClr val="776C60"/>
                </a:solidFill>
                <a:latin typeface="Noto Serif CJK SC"/>
                <a:ea typeface="Noto Serif CJK SC"/>
                <a:cs typeface="Noto Serif CJK SC"/>
              </a:defRPr>
            </a:lvl8pPr>
            <a:lvl9pPr>
              <a:defRPr sz="1350" b="0">
                <a:solidFill>
                  <a:srgbClr val="776C60"/>
                </a:solidFill>
                <a:latin typeface="Noto Serif CJK SC"/>
                <a:ea typeface="Noto Serif CJK SC"/>
                <a:cs typeface="Noto Serif CJK SC"/>
              </a:defRPr>
            </a:lvl9pPr>
          </a:lstStyle>
          <a:p xmlns:a="http://schemas.openxmlformats.org/drawingml/2006/main">
            <a:pPr>
              <a:defRPr sz="1350" b="0">
                <a:solidFill>
                  <a:srgbClr val="776C60"/>
                </a:solidFill>
                <a:latin typeface="Noto Serif CJK SC"/>
                <a:ea typeface="Noto Serif CJK SC"/>
                <a:cs typeface="Noto Serif CJK SC"/>
              </a:defRPr>
            </a:pPr>
            <a:r>
              <a:rPr sz="1350" b="0">
                <a:solidFill>
                  <a:srgbClr val="776C60"/>
                </a:solidFill>
                <a:latin typeface="Noto Serif CJK SC"/>
                <a:ea typeface="Noto Serif CJK SC"/>
                <a:cs typeface="Noto Serif CJK SC"/>
              </a:rPr>
              <a:t>14</a:t>
            </a:r>
          </a:p>
        </p:txBody>
      </p:sp>
    </p:spTree>
    <p:extLst>
      <p:ext uri="{BB962C8B-B14F-4D97-AF65-F5344CB8AC3E}">
        <p14:creationId xmlns:p14="http://schemas.microsoft.com/office/powerpoint/2010/main" val="1053379093"/>
      </p:ext>
    </p:extLst>
  </p:cSld>
</p:sld>
</file>

<file path=ppt/slides/slide15.xml><?xml version="1.0" encoding="utf-8"?>
<p:sld xmlns:p="http://schemas.openxmlformats.org/presentationml/2006/main">
  <p:cSld>
    <p:bg>
      <p:bgPr>
        <a:solidFill xmlns:a="http://schemas.openxmlformats.org/drawingml/2006/main">
          <a:srgbClr val="FFFAF2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5C224722-0049-4B9C-A95C-10B6930725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33375"/>
            <a:ext cx="762000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1575" b="0">
                <a:solidFill>
                  <a:srgbClr val="9B3024"/>
                </a:solidFill>
                <a:latin typeface="Noto Serif CJK SC"/>
                <a:ea typeface="Noto Serif CJK SC"/>
                <a:cs typeface="Noto Serif CJK SC"/>
              </a:defRPr>
            </a:defPPr>
            <a:lvl1pPr>
              <a:defRPr sz="1575" b="0">
                <a:solidFill>
                  <a:srgbClr val="9B3024"/>
                </a:solidFill>
                <a:latin typeface="Noto Serif CJK SC"/>
                <a:ea typeface="Noto Serif CJK SC"/>
                <a:cs typeface="Noto Serif CJK SC"/>
              </a:defRPr>
            </a:lvl1pPr>
            <a:lvl2pPr>
              <a:defRPr sz="1575" b="0">
                <a:solidFill>
                  <a:srgbClr val="9B3024"/>
                </a:solidFill>
                <a:latin typeface="Noto Serif CJK SC"/>
                <a:ea typeface="Noto Serif CJK SC"/>
                <a:cs typeface="Noto Serif CJK SC"/>
              </a:defRPr>
            </a:lvl2pPr>
            <a:lvl3pPr>
              <a:defRPr sz="1575" b="0">
                <a:solidFill>
                  <a:srgbClr val="9B3024"/>
                </a:solidFill>
                <a:latin typeface="Noto Serif CJK SC"/>
                <a:ea typeface="Noto Serif CJK SC"/>
                <a:cs typeface="Noto Serif CJK SC"/>
              </a:defRPr>
            </a:lvl3pPr>
            <a:lvl4pPr>
              <a:defRPr sz="1575" b="0">
                <a:solidFill>
                  <a:srgbClr val="9B3024"/>
                </a:solidFill>
                <a:latin typeface="Noto Serif CJK SC"/>
                <a:ea typeface="Noto Serif CJK SC"/>
                <a:cs typeface="Noto Serif CJK SC"/>
              </a:defRPr>
            </a:lvl4pPr>
            <a:lvl5pPr>
              <a:defRPr sz="1575" b="0">
                <a:solidFill>
                  <a:srgbClr val="9B3024"/>
                </a:solidFill>
                <a:latin typeface="Noto Serif CJK SC"/>
                <a:ea typeface="Noto Serif CJK SC"/>
                <a:cs typeface="Noto Serif CJK SC"/>
              </a:defRPr>
            </a:lvl5pPr>
            <a:lvl6pPr>
              <a:defRPr sz="1575" b="0">
                <a:solidFill>
                  <a:srgbClr val="9B3024"/>
                </a:solidFill>
                <a:latin typeface="Noto Serif CJK SC"/>
                <a:ea typeface="Noto Serif CJK SC"/>
                <a:cs typeface="Noto Serif CJK SC"/>
              </a:defRPr>
            </a:lvl6pPr>
            <a:lvl7pPr>
              <a:defRPr sz="1575" b="0">
                <a:solidFill>
                  <a:srgbClr val="9B3024"/>
                </a:solidFill>
                <a:latin typeface="Noto Serif CJK SC"/>
                <a:ea typeface="Noto Serif CJK SC"/>
                <a:cs typeface="Noto Serif CJK SC"/>
              </a:defRPr>
            </a:lvl7pPr>
            <a:lvl8pPr>
              <a:defRPr sz="1575" b="0">
                <a:solidFill>
                  <a:srgbClr val="9B3024"/>
                </a:solidFill>
                <a:latin typeface="Noto Serif CJK SC"/>
                <a:ea typeface="Noto Serif CJK SC"/>
                <a:cs typeface="Noto Serif CJK SC"/>
              </a:defRPr>
            </a:lvl8pPr>
            <a:lvl9pPr>
              <a:defRPr sz="1575" b="0">
                <a:solidFill>
                  <a:srgbClr val="9B3024"/>
                </a:solidFill>
                <a:latin typeface="Noto Serif CJK SC"/>
                <a:ea typeface="Noto Serif CJK SC"/>
                <a:cs typeface="Noto Serif CJK SC"/>
              </a:defRPr>
            </a:lvl9pPr>
          </a:lstStyle>
          <a:p xmlns:a="http://schemas.openxmlformats.org/drawingml/2006/main">
            <a:pPr>
              <a:defRPr sz="1575" b="0">
                <a:solidFill>
                  <a:srgbClr val="9B3024"/>
                </a:solidFill>
                <a:latin typeface="Noto Serif CJK SC"/>
                <a:ea typeface="Noto Serif CJK SC"/>
                <a:cs typeface="Noto Serif CJK SC"/>
              </a:defRPr>
            </a:pPr>
            <a:r>
              <a:rPr sz="1575" b="0">
                <a:solidFill>
                  <a:srgbClr val="9B3024"/>
                </a:solidFill>
                <a:latin typeface="Noto Serif CJK SC"/>
                <a:ea typeface="Noto Serif CJK SC"/>
                <a:cs typeface="Noto Serif CJK SC"/>
              </a:rPr>
              <a:t>第一课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E184B8FC-AB08-4CFE-ACD9-C36F00B016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781050"/>
            <a:ext cx="109728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3150" b="1">
                <a:solidFill>
                  <a:srgbClr val="30291F"/>
                </a:solidFill>
                <a:latin typeface="Noto Serif CJK SC"/>
                <a:ea typeface="Noto Serif CJK SC"/>
                <a:cs typeface="Noto Serif CJK SC"/>
              </a:defRPr>
            </a:defPPr>
            <a:lvl1pPr>
              <a:defRPr sz="3150" b="1">
                <a:solidFill>
                  <a:srgbClr val="30291F"/>
                </a:solidFill>
                <a:latin typeface="Noto Serif CJK SC"/>
                <a:ea typeface="Noto Serif CJK SC"/>
                <a:cs typeface="Noto Serif CJK SC"/>
              </a:defRPr>
            </a:lvl1pPr>
            <a:lvl2pPr>
              <a:defRPr sz="3150" b="1">
                <a:solidFill>
                  <a:srgbClr val="30291F"/>
                </a:solidFill>
                <a:latin typeface="Noto Serif CJK SC"/>
                <a:ea typeface="Noto Serif CJK SC"/>
                <a:cs typeface="Noto Serif CJK SC"/>
              </a:defRPr>
            </a:lvl2pPr>
            <a:lvl3pPr>
              <a:defRPr sz="3150" b="1">
                <a:solidFill>
                  <a:srgbClr val="30291F"/>
                </a:solidFill>
                <a:latin typeface="Noto Serif CJK SC"/>
                <a:ea typeface="Noto Serif CJK SC"/>
                <a:cs typeface="Noto Serif CJK SC"/>
              </a:defRPr>
            </a:lvl3pPr>
            <a:lvl4pPr>
              <a:defRPr sz="3150" b="1">
                <a:solidFill>
                  <a:srgbClr val="30291F"/>
                </a:solidFill>
                <a:latin typeface="Noto Serif CJK SC"/>
                <a:ea typeface="Noto Serif CJK SC"/>
                <a:cs typeface="Noto Serif CJK SC"/>
              </a:defRPr>
            </a:lvl4pPr>
            <a:lvl5pPr>
              <a:defRPr sz="3150" b="1">
                <a:solidFill>
                  <a:srgbClr val="30291F"/>
                </a:solidFill>
                <a:latin typeface="Noto Serif CJK SC"/>
                <a:ea typeface="Noto Serif CJK SC"/>
                <a:cs typeface="Noto Serif CJK SC"/>
              </a:defRPr>
            </a:lvl5pPr>
            <a:lvl6pPr>
              <a:defRPr sz="3150" b="1">
                <a:solidFill>
                  <a:srgbClr val="30291F"/>
                </a:solidFill>
                <a:latin typeface="Noto Serif CJK SC"/>
                <a:ea typeface="Noto Serif CJK SC"/>
                <a:cs typeface="Noto Serif CJK SC"/>
              </a:defRPr>
            </a:lvl6pPr>
            <a:lvl7pPr>
              <a:defRPr sz="3150" b="1">
                <a:solidFill>
                  <a:srgbClr val="30291F"/>
                </a:solidFill>
                <a:latin typeface="Noto Serif CJK SC"/>
                <a:ea typeface="Noto Serif CJK SC"/>
                <a:cs typeface="Noto Serif CJK SC"/>
              </a:defRPr>
            </a:lvl7pPr>
            <a:lvl8pPr>
              <a:defRPr sz="3150" b="1">
                <a:solidFill>
                  <a:srgbClr val="30291F"/>
                </a:solidFill>
                <a:latin typeface="Noto Serif CJK SC"/>
                <a:ea typeface="Noto Serif CJK SC"/>
                <a:cs typeface="Noto Serif CJK SC"/>
              </a:defRPr>
            </a:lvl8pPr>
            <a:lvl9pPr>
              <a:defRPr sz="3150" b="1">
                <a:solidFill>
                  <a:srgbClr val="30291F"/>
                </a:solidFill>
                <a:latin typeface="Noto Serif CJK SC"/>
                <a:ea typeface="Noto Serif CJK SC"/>
                <a:cs typeface="Noto Serif CJK SC"/>
              </a:defRPr>
            </a:lvl9pPr>
          </a:lstStyle>
          <a:p xmlns:a="http://schemas.openxmlformats.org/drawingml/2006/main">
            <a:pPr>
              <a:defRPr sz="3150" b="1">
                <a:solidFill>
                  <a:srgbClr val="30291F"/>
                </a:solidFill>
                <a:latin typeface="Noto Serif CJK SC"/>
                <a:ea typeface="Noto Serif CJK SC"/>
                <a:cs typeface="Noto Serif CJK SC"/>
              </a:defRPr>
            </a:pPr>
            <a:r>
              <a:rPr sz="3150" b="1">
                <a:solidFill>
                  <a:srgbClr val="30291F"/>
                </a:solidFill>
                <a:latin typeface="Noto Serif CJK SC"/>
                <a:ea typeface="Noto Serif CJK SC"/>
                <a:cs typeface="Noto Serif CJK SC"/>
              </a:rPr>
              <a:t>任务4  父母有什么反应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ABB5A7DB-214E-472C-8A80-53328B89B7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714500"/>
            <a:ext cx="10972800" cy="1104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2775" b="0">
                <a:solidFill>
                  <a:srgbClr val="30291F"/>
                </a:solidFill>
                <a:latin typeface="LXGW WenKai TC"/>
                <a:ea typeface="LXGW WenKai TC"/>
                <a:cs typeface="LXGW WenKai TC"/>
              </a:defRPr>
            </a:defPPr>
            <a:lvl1pPr>
              <a:defRPr sz="2775" b="0">
                <a:solidFill>
                  <a:srgbClr val="30291F"/>
                </a:solidFill>
                <a:latin typeface="LXGW WenKai TC"/>
                <a:ea typeface="LXGW WenKai TC"/>
                <a:cs typeface="LXGW WenKai TC"/>
              </a:defRPr>
            </a:lvl1pPr>
            <a:lvl2pPr>
              <a:defRPr sz="2775" b="0">
                <a:solidFill>
                  <a:srgbClr val="30291F"/>
                </a:solidFill>
                <a:latin typeface="LXGW WenKai TC"/>
                <a:ea typeface="LXGW WenKai TC"/>
                <a:cs typeface="LXGW WenKai TC"/>
              </a:defRPr>
            </a:lvl2pPr>
            <a:lvl3pPr>
              <a:defRPr sz="2775" b="0">
                <a:solidFill>
                  <a:srgbClr val="30291F"/>
                </a:solidFill>
                <a:latin typeface="LXGW WenKai TC"/>
                <a:ea typeface="LXGW WenKai TC"/>
                <a:cs typeface="LXGW WenKai TC"/>
              </a:defRPr>
            </a:lvl3pPr>
            <a:lvl4pPr>
              <a:defRPr sz="2775" b="0">
                <a:solidFill>
                  <a:srgbClr val="30291F"/>
                </a:solidFill>
                <a:latin typeface="LXGW WenKai TC"/>
                <a:ea typeface="LXGW WenKai TC"/>
                <a:cs typeface="LXGW WenKai TC"/>
              </a:defRPr>
            </a:lvl4pPr>
            <a:lvl5pPr>
              <a:defRPr sz="2775" b="0">
                <a:solidFill>
                  <a:srgbClr val="30291F"/>
                </a:solidFill>
                <a:latin typeface="LXGW WenKai TC"/>
                <a:ea typeface="LXGW WenKai TC"/>
                <a:cs typeface="LXGW WenKai TC"/>
              </a:defRPr>
            </a:lvl5pPr>
            <a:lvl6pPr>
              <a:defRPr sz="2775" b="0">
                <a:solidFill>
                  <a:srgbClr val="30291F"/>
                </a:solidFill>
                <a:latin typeface="LXGW WenKai TC"/>
                <a:ea typeface="LXGW WenKai TC"/>
                <a:cs typeface="LXGW WenKai TC"/>
              </a:defRPr>
            </a:lvl6pPr>
            <a:lvl7pPr>
              <a:defRPr sz="2775" b="0">
                <a:solidFill>
                  <a:srgbClr val="30291F"/>
                </a:solidFill>
                <a:latin typeface="LXGW WenKai TC"/>
                <a:ea typeface="LXGW WenKai TC"/>
                <a:cs typeface="LXGW WenKai TC"/>
              </a:defRPr>
            </a:lvl7pPr>
            <a:lvl8pPr>
              <a:defRPr sz="2775" b="0">
                <a:solidFill>
                  <a:srgbClr val="30291F"/>
                </a:solidFill>
                <a:latin typeface="LXGW WenKai TC"/>
                <a:ea typeface="LXGW WenKai TC"/>
                <a:cs typeface="LXGW WenKai TC"/>
              </a:defRPr>
            </a:lvl8pPr>
            <a:lvl9pPr>
              <a:defRPr sz="2775" b="0">
                <a:solidFill>
                  <a:srgbClr val="30291F"/>
                </a:solidFill>
                <a:latin typeface="LXGW WenKai TC"/>
                <a:ea typeface="LXGW WenKai TC"/>
                <a:cs typeface="LXGW WenKai TC"/>
              </a:defRPr>
            </a:lvl9pPr>
          </a:lstStyle>
          <a:p xmlns:a="http://schemas.openxmlformats.org/drawingml/2006/main">
            <a:pPr>
              <a:defRPr sz="2775" b="0">
                <a:solidFill>
                  <a:srgbClr val="30291F"/>
                </a:solidFill>
                <a:latin typeface="LXGW WenKai TC"/>
                <a:ea typeface="LXGW WenKai TC"/>
                <a:cs typeface="LXGW WenKai TC"/>
              </a:defRPr>
            </a:pPr>
            <a:r>
              <a:rPr sz="2775" b="0">
                <a:solidFill>
                  <a:srgbClr val="30291F"/>
                </a:solidFill>
                <a:latin typeface="LXGW WenKai TC"/>
                <a:ea typeface="LXGW WenKai TC"/>
                <a:cs typeface="LXGW WenKai TC"/>
              </a:rPr>
              <a:t>妈妈对姐姐不回来吃团圆饭有什么反应？听到姐姐不回来吃团圆饭，</a:t>
            </a:r>
          </a:p>
          <a:p xmlns:a="http://schemas.openxmlformats.org/drawingml/2006/main">
            <a:pPr>
              <a:defRPr sz="2775" b="0">
                <a:solidFill>
                  <a:srgbClr val="30291F"/>
                </a:solidFill>
                <a:latin typeface="LXGW WenKai TC"/>
                <a:ea typeface="LXGW WenKai TC"/>
                <a:cs typeface="LXGW WenKai TC"/>
              </a:defRPr>
            </a:pPr>
            <a:r>
              <a:rPr sz="2775" b="0">
                <a:solidFill>
                  <a:srgbClr val="30291F"/>
                </a:solidFill>
                <a:latin typeface="LXGW WenKai TC"/>
                <a:ea typeface="LXGW WenKai TC"/>
                <a:cs typeface="LXGW WenKai TC"/>
              </a:rPr>
              <a:t>爸爸是什么表情？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84D2D617-A383-4EFB-AE04-AEAF3C9F14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667125"/>
            <a:ext cx="10972800" cy="1619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2325" b="0">
                <a:solidFill>
                  <a:srgbClr val="31695F"/>
                </a:solidFill>
                <a:latin typeface="Noto Serif CJK SC"/>
                <a:ea typeface="Noto Serif CJK SC"/>
                <a:cs typeface="Noto Serif CJK SC"/>
              </a:defRPr>
            </a:defPPr>
            <a:lvl1pPr>
              <a:defRPr sz="2325" b="0">
                <a:solidFill>
                  <a:srgbClr val="31695F"/>
                </a:solidFill>
                <a:latin typeface="Noto Serif CJK SC"/>
                <a:ea typeface="Noto Serif CJK SC"/>
                <a:cs typeface="Noto Serif CJK SC"/>
              </a:defRPr>
            </a:lvl1pPr>
            <a:lvl2pPr>
              <a:defRPr sz="2325" b="0">
                <a:solidFill>
                  <a:srgbClr val="31695F"/>
                </a:solidFill>
                <a:latin typeface="Noto Serif CJK SC"/>
                <a:ea typeface="Noto Serif CJK SC"/>
                <a:cs typeface="Noto Serif CJK SC"/>
              </a:defRPr>
            </a:lvl2pPr>
            <a:lvl3pPr>
              <a:defRPr sz="2325" b="0">
                <a:solidFill>
                  <a:srgbClr val="31695F"/>
                </a:solidFill>
                <a:latin typeface="Noto Serif CJK SC"/>
                <a:ea typeface="Noto Serif CJK SC"/>
                <a:cs typeface="Noto Serif CJK SC"/>
              </a:defRPr>
            </a:lvl3pPr>
            <a:lvl4pPr>
              <a:defRPr sz="2325" b="0">
                <a:solidFill>
                  <a:srgbClr val="31695F"/>
                </a:solidFill>
                <a:latin typeface="Noto Serif CJK SC"/>
                <a:ea typeface="Noto Serif CJK SC"/>
                <a:cs typeface="Noto Serif CJK SC"/>
              </a:defRPr>
            </a:lvl4pPr>
            <a:lvl5pPr>
              <a:defRPr sz="2325" b="0">
                <a:solidFill>
                  <a:srgbClr val="31695F"/>
                </a:solidFill>
                <a:latin typeface="Noto Serif CJK SC"/>
                <a:ea typeface="Noto Serif CJK SC"/>
                <a:cs typeface="Noto Serif CJK SC"/>
              </a:defRPr>
            </a:lvl5pPr>
            <a:lvl6pPr>
              <a:defRPr sz="2325" b="0">
                <a:solidFill>
                  <a:srgbClr val="31695F"/>
                </a:solidFill>
                <a:latin typeface="Noto Serif CJK SC"/>
                <a:ea typeface="Noto Serif CJK SC"/>
                <a:cs typeface="Noto Serif CJK SC"/>
              </a:defRPr>
            </a:lvl6pPr>
            <a:lvl7pPr>
              <a:defRPr sz="2325" b="0">
                <a:solidFill>
                  <a:srgbClr val="31695F"/>
                </a:solidFill>
                <a:latin typeface="Noto Serif CJK SC"/>
                <a:ea typeface="Noto Serif CJK SC"/>
                <a:cs typeface="Noto Serif CJK SC"/>
              </a:defRPr>
            </a:lvl7pPr>
            <a:lvl8pPr>
              <a:defRPr sz="2325" b="0">
                <a:solidFill>
                  <a:srgbClr val="31695F"/>
                </a:solidFill>
                <a:latin typeface="Noto Serif CJK SC"/>
                <a:ea typeface="Noto Serif CJK SC"/>
                <a:cs typeface="Noto Serif CJK SC"/>
              </a:defRPr>
            </a:lvl8pPr>
            <a:lvl9pPr>
              <a:defRPr sz="2325" b="0">
                <a:solidFill>
                  <a:srgbClr val="31695F"/>
                </a:solidFill>
                <a:latin typeface="Noto Serif CJK SC"/>
                <a:ea typeface="Noto Serif CJK SC"/>
                <a:cs typeface="Noto Serif CJK SC"/>
              </a:defRPr>
            </a:lvl9pPr>
          </a:lstStyle>
          <a:p xmlns:a="http://schemas.openxmlformats.org/drawingml/2006/main">
            <a:pPr>
              <a:defRPr sz="2325" b="0">
                <a:solidFill>
                  <a:srgbClr val="31695F"/>
                </a:solidFill>
                <a:latin typeface="Noto Serif CJK SC"/>
                <a:ea typeface="Noto Serif CJK SC"/>
                <a:cs typeface="Noto Serif CJK SC"/>
              </a:defRPr>
            </a:pPr>
            <a:r>
              <a:rPr sz="2325" b="0">
                <a:solidFill>
                  <a:srgbClr val="31695F"/>
                </a:solidFill>
                <a:latin typeface="Noto Serif CJK SC"/>
                <a:ea typeface="Noto Serif CJK SC"/>
                <a:cs typeface="Noto Serif CJK SC"/>
              </a:rPr>
              <a:t>把神态和人物对应起来，依据必须来自原文。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5E550B49-0259-4504-BC78-7E3BB69BBB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734050"/>
            <a:ext cx="10972800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2100" b="0">
                <a:solidFill>
                  <a:srgbClr val="9B3024"/>
                </a:solidFill>
                <a:latin typeface="Noto Serif CJK SC"/>
                <a:ea typeface="Noto Serif CJK SC"/>
                <a:cs typeface="Noto Serif CJK SC"/>
              </a:defRPr>
            </a:defPPr>
            <a:lvl1pPr>
              <a:defRPr sz="2100" b="0">
                <a:solidFill>
                  <a:srgbClr val="9B3024"/>
                </a:solidFill>
                <a:latin typeface="Noto Serif CJK SC"/>
                <a:ea typeface="Noto Serif CJK SC"/>
                <a:cs typeface="Noto Serif CJK SC"/>
              </a:defRPr>
            </a:lvl1pPr>
            <a:lvl2pPr>
              <a:defRPr sz="2100" b="0">
                <a:solidFill>
                  <a:srgbClr val="9B3024"/>
                </a:solidFill>
                <a:latin typeface="Noto Serif CJK SC"/>
                <a:ea typeface="Noto Serif CJK SC"/>
                <a:cs typeface="Noto Serif CJK SC"/>
              </a:defRPr>
            </a:lvl2pPr>
            <a:lvl3pPr>
              <a:defRPr sz="2100" b="0">
                <a:solidFill>
                  <a:srgbClr val="9B3024"/>
                </a:solidFill>
                <a:latin typeface="Noto Serif CJK SC"/>
                <a:ea typeface="Noto Serif CJK SC"/>
                <a:cs typeface="Noto Serif CJK SC"/>
              </a:defRPr>
            </a:lvl3pPr>
            <a:lvl4pPr>
              <a:defRPr sz="2100" b="0">
                <a:solidFill>
                  <a:srgbClr val="9B3024"/>
                </a:solidFill>
                <a:latin typeface="Noto Serif CJK SC"/>
                <a:ea typeface="Noto Serif CJK SC"/>
                <a:cs typeface="Noto Serif CJK SC"/>
              </a:defRPr>
            </a:lvl4pPr>
            <a:lvl5pPr>
              <a:defRPr sz="2100" b="0">
                <a:solidFill>
                  <a:srgbClr val="9B3024"/>
                </a:solidFill>
                <a:latin typeface="Noto Serif CJK SC"/>
                <a:ea typeface="Noto Serif CJK SC"/>
                <a:cs typeface="Noto Serif CJK SC"/>
              </a:defRPr>
            </a:lvl5pPr>
            <a:lvl6pPr>
              <a:defRPr sz="2100" b="0">
                <a:solidFill>
                  <a:srgbClr val="9B3024"/>
                </a:solidFill>
                <a:latin typeface="Noto Serif CJK SC"/>
                <a:ea typeface="Noto Serif CJK SC"/>
                <a:cs typeface="Noto Serif CJK SC"/>
              </a:defRPr>
            </a:lvl6pPr>
            <a:lvl7pPr>
              <a:defRPr sz="2100" b="0">
                <a:solidFill>
                  <a:srgbClr val="9B3024"/>
                </a:solidFill>
                <a:latin typeface="Noto Serif CJK SC"/>
                <a:ea typeface="Noto Serif CJK SC"/>
                <a:cs typeface="Noto Serif CJK SC"/>
              </a:defRPr>
            </a:lvl7pPr>
            <a:lvl8pPr>
              <a:defRPr sz="2100" b="0">
                <a:solidFill>
                  <a:srgbClr val="9B3024"/>
                </a:solidFill>
                <a:latin typeface="Noto Serif CJK SC"/>
                <a:ea typeface="Noto Serif CJK SC"/>
                <a:cs typeface="Noto Serif CJK SC"/>
              </a:defRPr>
            </a:lvl8pPr>
            <a:lvl9pPr>
              <a:defRPr sz="2100" b="0">
                <a:solidFill>
                  <a:srgbClr val="9B3024"/>
                </a:solidFill>
                <a:latin typeface="Noto Serif CJK SC"/>
                <a:ea typeface="Noto Serif CJK SC"/>
                <a:cs typeface="Noto Serif CJK SC"/>
              </a:defRPr>
            </a:lvl9pPr>
          </a:lstStyle>
          <a:p xmlns:a="http://schemas.openxmlformats.org/drawingml/2006/main">
            <a:pPr>
              <a:defRPr sz="2100" b="0">
                <a:solidFill>
                  <a:srgbClr val="9B3024"/>
                </a:solidFill>
                <a:latin typeface="Noto Serif CJK SC"/>
                <a:ea typeface="Noto Serif CJK SC"/>
                <a:cs typeface="Noto Serif CJK SC"/>
              </a:defRPr>
            </a:pPr>
            <a:r>
              <a:rPr sz="2100" b="0">
                <a:solidFill>
                  <a:srgbClr val="9B3024"/>
                </a:solidFill>
                <a:latin typeface="Noto Serif CJK SC"/>
                <a:ea typeface="Noto Serif CJK SC"/>
                <a:cs typeface="Noto Serif CJK SC"/>
              </a:rPr>
              <a:t>先独立回答，再比较与订正。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1240D366-28BE-448F-9CB7-8A70D26D26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25200" y="6477000"/>
            <a:ext cx="4572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1350" b="0">
                <a:solidFill>
                  <a:srgbClr val="776C60"/>
                </a:solidFill>
                <a:latin typeface="Noto Serif CJK SC"/>
                <a:ea typeface="Noto Serif CJK SC"/>
                <a:cs typeface="Noto Serif CJK SC"/>
              </a:defRPr>
            </a:defPPr>
            <a:lvl1pPr>
              <a:defRPr sz="1350" b="0">
                <a:solidFill>
                  <a:srgbClr val="776C60"/>
                </a:solidFill>
                <a:latin typeface="Noto Serif CJK SC"/>
                <a:ea typeface="Noto Serif CJK SC"/>
                <a:cs typeface="Noto Serif CJK SC"/>
              </a:defRPr>
            </a:lvl1pPr>
            <a:lvl2pPr>
              <a:defRPr sz="1350" b="0">
                <a:solidFill>
                  <a:srgbClr val="776C60"/>
                </a:solidFill>
                <a:latin typeface="Noto Serif CJK SC"/>
                <a:ea typeface="Noto Serif CJK SC"/>
                <a:cs typeface="Noto Serif CJK SC"/>
              </a:defRPr>
            </a:lvl2pPr>
            <a:lvl3pPr>
              <a:defRPr sz="1350" b="0">
                <a:solidFill>
                  <a:srgbClr val="776C60"/>
                </a:solidFill>
                <a:latin typeface="Noto Serif CJK SC"/>
                <a:ea typeface="Noto Serif CJK SC"/>
                <a:cs typeface="Noto Serif CJK SC"/>
              </a:defRPr>
            </a:lvl3pPr>
            <a:lvl4pPr>
              <a:defRPr sz="1350" b="0">
                <a:solidFill>
                  <a:srgbClr val="776C60"/>
                </a:solidFill>
                <a:latin typeface="Noto Serif CJK SC"/>
                <a:ea typeface="Noto Serif CJK SC"/>
                <a:cs typeface="Noto Serif CJK SC"/>
              </a:defRPr>
            </a:lvl4pPr>
            <a:lvl5pPr>
              <a:defRPr sz="1350" b="0">
                <a:solidFill>
                  <a:srgbClr val="776C60"/>
                </a:solidFill>
                <a:latin typeface="Noto Serif CJK SC"/>
                <a:ea typeface="Noto Serif CJK SC"/>
                <a:cs typeface="Noto Serif CJK SC"/>
              </a:defRPr>
            </a:lvl5pPr>
            <a:lvl6pPr>
              <a:defRPr sz="1350" b="0">
                <a:solidFill>
                  <a:srgbClr val="776C60"/>
                </a:solidFill>
                <a:latin typeface="Noto Serif CJK SC"/>
                <a:ea typeface="Noto Serif CJK SC"/>
                <a:cs typeface="Noto Serif CJK SC"/>
              </a:defRPr>
            </a:lvl6pPr>
            <a:lvl7pPr>
              <a:defRPr sz="1350" b="0">
                <a:solidFill>
                  <a:srgbClr val="776C60"/>
                </a:solidFill>
                <a:latin typeface="Noto Serif CJK SC"/>
                <a:ea typeface="Noto Serif CJK SC"/>
                <a:cs typeface="Noto Serif CJK SC"/>
              </a:defRPr>
            </a:lvl7pPr>
            <a:lvl8pPr>
              <a:defRPr sz="1350" b="0">
                <a:solidFill>
                  <a:srgbClr val="776C60"/>
                </a:solidFill>
                <a:latin typeface="Noto Serif CJK SC"/>
                <a:ea typeface="Noto Serif CJK SC"/>
                <a:cs typeface="Noto Serif CJK SC"/>
              </a:defRPr>
            </a:lvl8pPr>
            <a:lvl9pPr>
              <a:defRPr sz="1350" b="0">
                <a:solidFill>
                  <a:srgbClr val="776C60"/>
                </a:solidFill>
                <a:latin typeface="Noto Serif CJK SC"/>
                <a:ea typeface="Noto Serif CJK SC"/>
                <a:cs typeface="Noto Serif CJK SC"/>
              </a:defRPr>
            </a:lvl9pPr>
          </a:lstStyle>
          <a:p xmlns:a="http://schemas.openxmlformats.org/drawingml/2006/main">
            <a:pPr>
              <a:defRPr sz="1350" b="0">
                <a:solidFill>
                  <a:srgbClr val="776C60"/>
                </a:solidFill>
                <a:latin typeface="Noto Serif CJK SC"/>
                <a:ea typeface="Noto Serif CJK SC"/>
                <a:cs typeface="Noto Serif CJK SC"/>
              </a:defRPr>
            </a:pPr>
            <a:r>
              <a:rPr sz="1350" b="0">
                <a:solidFill>
                  <a:srgbClr val="776C60"/>
                </a:solidFill>
                <a:latin typeface="Noto Serif CJK SC"/>
                <a:ea typeface="Noto Serif CJK SC"/>
                <a:cs typeface="Noto Serif CJK SC"/>
              </a:rPr>
              <a:t>15</a:t>
            </a:r>
          </a:p>
        </p:txBody>
      </p:sp>
    </p:spTree>
    <p:extLst>
      <p:ext uri="{BB962C8B-B14F-4D97-AF65-F5344CB8AC3E}">
        <p14:creationId xmlns:p14="http://schemas.microsoft.com/office/powerpoint/2010/main" val="1322238934"/>
      </p:ext>
    </p:extLst>
  </p:cSld>
</p:sld>
</file>

<file path=ppt/slides/slide16.xml><?xml version="1.0" encoding="utf-8"?>
<p:sld xmlns:p="http://schemas.openxmlformats.org/presentationml/2006/main">
  <p:cSld>
    <p:bg>
      <p:bgPr>
        <a:solidFill xmlns:a="http://schemas.openxmlformats.org/drawingml/2006/main">
          <a:srgbClr val="FFFAF2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6D698268-66DA-440E-94ED-AE6610FC8F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33375"/>
            <a:ext cx="762000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1575" b="0">
                <a:solidFill>
                  <a:srgbClr val="9B3024"/>
                </a:solidFill>
                <a:latin typeface="Noto Serif CJK SC"/>
                <a:ea typeface="Noto Serif CJK SC"/>
                <a:cs typeface="Noto Serif CJK SC"/>
              </a:defRPr>
            </a:defPPr>
            <a:lvl1pPr>
              <a:defRPr sz="1575" b="0">
                <a:solidFill>
                  <a:srgbClr val="9B3024"/>
                </a:solidFill>
                <a:latin typeface="Noto Serif CJK SC"/>
                <a:ea typeface="Noto Serif CJK SC"/>
                <a:cs typeface="Noto Serif CJK SC"/>
              </a:defRPr>
            </a:lvl1pPr>
            <a:lvl2pPr>
              <a:defRPr sz="1575" b="0">
                <a:solidFill>
                  <a:srgbClr val="9B3024"/>
                </a:solidFill>
                <a:latin typeface="Noto Serif CJK SC"/>
                <a:ea typeface="Noto Serif CJK SC"/>
                <a:cs typeface="Noto Serif CJK SC"/>
              </a:defRPr>
            </a:lvl2pPr>
            <a:lvl3pPr>
              <a:defRPr sz="1575" b="0">
                <a:solidFill>
                  <a:srgbClr val="9B3024"/>
                </a:solidFill>
                <a:latin typeface="Noto Serif CJK SC"/>
                <a:ea typeface="Noto Serif CJK SC"/>
                <a:cs typeface="Noto Serif CJK SC"/>
              </a:defRPr>
            </a:lvl3pPr>
            <a:lvl4pPr>
              <a:defRPr sz="1575" b="0">
                <a:solidFill>
                  <a:srgbClr val="9B3024"/>
                </a:solidFill>
                <a:latin typeface="Noto Serif CJK SC"/>
                <a:ea typeface="Noto Serif CJK SC"/>
                <a:cs typeface="Noto Serif CJK SC"/>
              </a:defRPr>
            </a:lvl4pPr>
            <a:lvl5pPr>
              <a:defRPr sz="1575" b="0">
                <a:solidFill>
                  <a:srgbClr val="9B3024"/>
                </a:solidFill>
                <a:latin typeface="Noto Serif CJK SC"/>
                <a:ea typeface="Noto Serif CJK SC"/>
                <a:cs typeface="Noto Serif CJK SC"/>
              </a:defRPr>
            </a:lvl5pPr>
            <a:lvl6pPr>
              <a:defRPr sz="1575" b="0">
                <a:solidFill>
                  <a:srgbClr val="9B3024"/>
                </a:solidFill>
                <a:latin typeface="Noto Serif CJK SC"/>
                <a:ea typeface="Noto Serif CJK SC"/>
                <a:cs typeface="Noto Serif CJK SC"/>
              </a:defRPr>
            </a:lvl6pPr>
            <a:lvl7pPr>
              <a:defRPr sz="1575" b="0">
                <a:solidFill>
                  <a:srgbClr val="9B3024"/>
                </a:solidFill>
                <a:latin typeface="Noto Serif CJK SC"/>
                <a:ea typeface="Noto Serif CJK SC"/>
                <a:cs typeface="Noto Serif CJK SC"/>
              </a:defRPr>
            </a:lvl7pPr>
            <a:lvl8pPr>
              <a:defRPr sz="1575" b="0">
                <a:solidFill>
                  <a:srgbClr val="9B3024"/>
                </a:solidFill>
                <a:latin typeface="Noto Serif CJK SC"/>
                <a:ea typeface="Noto Serif CJK SC"/>
                <a:cs typeface="Noto Serif CJK SC"/>
              </a:defRPr>
            </a:lvl8pPr>
            <a:lvl9pPr>
              <a:defRPr sz="1575" b="0">
                <a:solidFill>
                  <a:srgbClr val="9B3024"/>
                </a:solidFill>
                <a:latin typeface="Noto Serif CJK SC"/>
                <a:ea typeface="Noto Serif CJK SC"/>
                <a:cs typeface="Noto Serif CJK SC"/>
              </a:defRPr>
            </a:lvl9pPr>
          </a:lstStyle>
          <a:p xmlns:a="http://schemas.openxmlformats.org/drawingml/2006/main">
            <a:pPr>
              <a:defRPr sz="1575" b="0">
                <a:solidFill>
                  <a:srgbClr val="9B3024"/>
                </a:solidFill>
                <a:latin typeface="Noto Serif CJK SC"/>
                <a:ea typeface="Noto Serif CJK SC"/>
                <a:cs typeface="Noto Serif CJK SC"/>
              </a:defRPr>
            </a:pPr>
            <a:r>
              <a:rPr sz="1575" b="0">
                <a:solidFill>
                  <a:srgbClr val="9B3024"/>
                </a:solidFill>
                <a:latin typeface="Noto Serif CJK SC"/>
                <a:ea typeface="Noto Serif CJK SC"/>
                <a:cs typeface="Noto Serif CJK SC"/>
              </a:rPr>
              <a:t>第一课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00C6C5D4-5EBB-40BE-AAD2-BF95DFA6A1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781050"/>
            <a:ext cx="109728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3150" b="1">
                <a:solidFill>
                  <a:srgbClr val="30291F"/>
                </a:solidFill>
                <a:latin typeface="Noto Serif CJK SC"/>
                <a:ea typeface="Noto Serif CJK SC"/>
                <a:cs typeface="Noto Serif CJK SC"/>
              </a:defRPr>
            </a:defPPr>
            <a:lvl1pPr>
              <a:defRPr sz="3150" b="1">
                <a:solidFill>
                  <a:srgbClr val="30291F"/>
                </a:solidFill>
                <a:latin typeface="Noto Serif CJK SC"/>
                <a:ea typeface="Noto Serif CJK SC"/>
                <a:cs typeface="Noto Serif CJK SC"/>
              </a:defRPr>
            </a:lvl1pPr>
            <a:lvl2pPr>
              <a:defRPr sz="3150" b="1">
                <a:solidFill>
                  <a:srgbClr val="30291F"/>
                </a:solidFill>
                <a:latin typeface="Noto Serif CJK SC"/>
                <a:ea typeface="Noto Serif CJK SC"/>
                <a:cs typeface="Noto Serif CJK SC"/>
              </a:defRPr>
            </a:lvl2pPr>
            <a:lvl3pPr>
              <a:defRPr sz="3150" b="1">
                <a:solidFill>
                  <a:srgbClr val="30291F"/>
                </a:solidFill>
                <a:latin typeface="Noto Serif CJK SC"/>
                <a:ea typeface="Noto Serif CJK SC"/>
                <a:cs typeface="Noto Serif CJK SC"/>
              </a:defRPr>
            </a:lvl3pPr>
            <a:lvl4pPr>
              <a:defRPr sz="3150" b="1">
                <a:solidFill>
                  <a:srgbClr val="30291F"/>
                </a:solidFill>
                <a:latin typeface="Noto Serif CJK SC"/>
                <a:ea typeface="Noto Serif CJK SC"/>
                <a:cs typeface="Noto Serif CJK SC"/>
              </a:defRPr>
            </a:lvl4pPr>
            <a:lvl5pPr>
              <a:defRPr sz="3150" b="1">
                <a:solidFill>
                  <a:srgbClr val="30291F"/>
                </a:solidFill>
                <a:latin typeface="Noto Serif CJK SC"/>
                <a:ea typeface="Noto Serif CJK SC"/>
                <a:cs typeface="Noto Serif CJK SC"/>
              </a:defRPr>
            </a:lvl5pPr>
            <a:lvl6pPr>
              <a:defRPr sz="3150" b="1">
                <a:solidFill>
                  <a:srgbClr val="30291F"/>
                </a:solidFill>
                <a:latin typeface="Noto Serif CJK SC"/>
                <a:ea typeface="Noto Serif CJK SC"/>
                <a:cs typeface="Noto Serif CJK SC"/>
              </a:defRPr>
            </a:lvl6pPr>
            <a:lvl7pPr>
              <a:defRPr sz="3150" b="1">
                <a:solidFill>
                  <a:srgbClr val="30291F"/>
                </a:solidFill>
                <a:latin typeface="Noto Serif CJK SC"/>
                <a:ea typeface="Noto Serif CJK SC"/>
                <a:cs typeface="Noto Serif CJK SC"/>
              </a:defRPr>
            </a:lvl7pPr>
            <a:lvl8pPr>
              <a:defRPr sz="3150" b="1">
                <a:solidFill>
                  <a:srgbClr val="30291F"/>
                </a:solidFill>
                <a:latin typeface="Noto Serif CJK SC"/>
                <a:ea typeface="Noto Serif CJK SC"/>
                <a:cs typeface="Noto Serif CJK SC"/>
              </a:defRPr>
            </a:lvl8pPr>
            <a:lvl9pPr>
              <a:defRPr sz="3150" b="1">
                <a:solidFill>
                  <a:srgbClr val="30291F"/>
                </a:solidFill>
                <a:latin typeface="Noto Serif CJK SC"/>
                <a:ea typeface="Noto Serif CJK SC"/>
                <a:cs typeface="Noto Serif CJK SC"/>
              </a:defRPr>
            </a:lvl9pPr>
          </a:lstStyle>
          <a:p xmlns:a="http://schemas.openxmlformats.org/drawingml/2006/main">
            <a:pPr>
              <a:defRPr sz="3150" b="1">
                <a:solidFill>
                  <a:srgbClr val="30291F"/>
                </a:solidFill>
                <a:latin typeface="Noto Serif CJK SC"/>
                <a:ea typeface="Noto Serif CJK SC"/>
                <a:cs typeface="Noto Serif CJK SC"/>
              </a:defRPr>
            </a:pPr>
            <a:r>
              <a:rPr sz="3150" b="1">
                <a:solidFill>
                  <a:srgbClr val="30291F"/>
                </a:solidFill>
                <a:latin typeface="Noto Serif CJK SC"/>
                <a:ea typeface="Noto Serif CJK SC"/>
                <a:cs typeface="Noto Serif CJK SC"/>
              </a:rPr>
              <a:t>任务4  依据与解释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9D8E0174-4659-429E-ACAE-78AE4FDDE0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714500"/>
            <a:ext cx="10972800" cy="10572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2625" b="0">
                <a:solidFill>
                  <a:srgbClr val="31695F"/>
                </a:solidFill>
                <a:latin typeface="LXGW WenKai TC"/>
                <a:ea typeface="LXGW WenKai TC"/>
                <a:cs typeface="LXGW WenKai TC"/>
              </a:defRPr>
            </a:defPPr>
            <a:lvl1pPr>
              <a:defRPr sz="2625" b="0">
                <a:solidFill>
                  <a:srgbClr val="31695F"/>
                </a:solidFill>
                <a:latin typeface="LXGW WenKai TC"/>
                <a:ea typeface="LXGW WenKai TC"/>
                <a:cs typeface="LXGW WenKai TC"/>
              </a:defRPr>
            </a:lvl1pPr>
            <a:lvl2pPr>
              <a:defRPr sz="2625" b="0">
                <a:solidFill>
                  <a:srgbClr val="31695F"/>
                </a:solidFill>
                <a:latin typeface="LXGW WenKai TC"/>
                <a:ea typeface="LXGW WenKai TC"/>
                <a:cs typeface="LXGW WenKai TC"/>
              </a:defRPr>
            </a:lvl2pPr>
            <a:lvl3pPr>
              <a:defRPr sz="2625" b="0">
                <a:solidFill>
                  <a:srgbClr val="31695F"/>
                </a:solidFill>
                <a:latin typeface="LXGW WenKai TC"/>
                <a:ea typeface="LXGW WenKai TC"/>
                <a:cs typeface="LXGW WenKai TC"/>
              </a:defRPr>
            </a:lvl3pPr>
            <a:lvl4pPr>
              <a:defRPr sz="2625" b="0">
                <a:solidFill>
                  <a:srgbClr val="31695F"/>
                </a:solidFill>
                <a:latin typeface="LXGW WenKai TC"/>
                <a:ea typeface="LXGW WenKai TC"/>
                <a:cs typeface="LXGW WenKai TC"/>
              </a:defRPr>
            </a:lvl4pPr>
            <a:lvl5pPr>
              <a:defRPr sz="2625" b="0">
                <a:solidFill>
                  <a:srgbClr val="31695F"/>
                </a:solidFill>
                <a:latin typeface="LXGW WenKai TC"/>
                <a:ea typeface="LXGW WenKai TC"/>
                <a:cs typeface="LXGW WenKai TC"/>
              </a:defRPr>
            </a:lvl5pPr>
            <a:lvl6pPr>
              <a:defRPr sz="2625" b="0">
                <a:solidFill>
                  <a:srgbClr val="31695F"/>
                </a:solidFill>
                <a:latin typeface="LXGW WenKai TC"/>
                <a:ea typeface="LXGW WenKai TC"/>
                <a:cs typeface="LXGW WenKai TC"/>
              </a:defRPr>
            </a:lvl6pPr>
            <a:lvl7pPr>
              <a:defRPr sz="2625" b="0">
                <a:solidFill>
                  <a:srgbClr val="31695F"/>
                </a:solidFill>
                <a:latin typeface="LXGW WenKai TC"/>
                <a:ea typeface="LXGW WenKai TC"/>
                <a:cs typeface="LXGW WenKai TC"/>
              </a:defRPr>
            </a:lvl7pPr>
            <a:lvl8pPr>
              <a:defRPr sz="2625" b="0">
                <a:solidFill>
                  <a:srgbClr val="31695F"/>
                </a:solidFill>
                <a:latin typeface="LXGW WenKai TC"/>
                <a:ea typeface="LXGW WenKai TC"/>
                <a:cs typeface="LXGW WenKai TC"/>
              </a:defRPr>
            </a:lvl8pPr>
            <a:lvl9pPr>
              <a:defRPr sz="2625" b="0">
                <a:solidFill>
                  <a:srgbClr val="31695F"/>
                </a:solidFill>
                <a:latin typeface="LXGW WenKai TC"/>
                <a:ea typeface="LXGW WenKai TC"/>
                <a:cs typeface="LXGW WenKai TC"/>
              </a:defRPr>
            </a:lvl9pPr>
          </a:lstStyle>
          <a:p xmlns:a="http://schemas.openxmlformats.org/drawingml/2006/main">
            <a:pPr>
              <a:defRPr sz="2625" b="0">
                <a:solidFill>
                  <a:srgbClr val="31695F"/>
                </a:solidFill>
                <a:latin typeface="LXGW WenKai TC"/>
                <a:ea typeface="LXGW WenKai TC"/>
                <a:cs typeface="LXGW WenKai TC"/>
              </a:defRPr>
            </a:pPr>
            <a:r>
              <a:rPr sz="2625" b="0">
                <a:solidFill>
                  <a:srgbClr val="31695F"/>
                </a:solidFill>
                <a:latin typeface="LXGW WenKai TC"/>
                <a:ea typeface="LXGW WenKai TC"/>
                <a:cs typeface="LXGW WenKai TC"/>
              </a:rPr>
              <a:t>妈妈心里闹别扭，买年货时铁青着脸，处理鱼时一直皱着眉。爸爸沉默寡</a:t>
            </a:r>
          </a:p>
          <a:p xmlns:a="http://schemas.openxmlformats.org/drawingml/2006/main">
            <a:pPr>
              <a:defRPr sz="2625" b="0">
                <a:solidFill>
                  <a:srgbClr val="31695F"/>
                </a:solidFill>
                <a:latin typeface="LXGW WenKai TC"/>
                <a:ea typeface="LXGW WenKai TC"/>
                <a:cs typeface="LXGW WenKai TC"/>
              </a:defRPr>
            </a:pPr>
            <a:r>
              <a:rPr sz="2625" b="0">
                <a:solidFill>
                  <a:srgbClr val="31695F"/>
                </a:solidFill>
                <a:latin typeface="LXGW WenKai TC"/>
                <a:ea typeface="LXGW WenKai TC"/>
                <a:cs typeface="LXGW WenKai TC"/>
              </a:rPr>
              <a:t>言，还是那副酷酷的表情。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E1DC601D-5F2A-4290-90E8-61972DEA1F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000375"/>
            <a:ext cx="10820400" cy="4667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2100" b="0">
                <a:solidFill>
                  <a:srgbClr val="30291F"/>
                </a:solidFill>
                <a:latin typeface="Noto Serif CJK SC"/>
                <a:ea typeface="Noto Serif CJK SC"/>
                <a:cs typeface="Noto Serif CJK SC"/>
              </a:defRPr>
            </a:defPPr>
            <a:lvl1pPr>
              <a:defRPr sz="2100" b="0">
                <a:solidFill>
                  <a:srgbClr val="30291F"/>
                </a:solidFill>
                <a:latin typeface="Noto Serif CJK SC"/>
                <a:ea typeface="Noto Serif CJK SC"/>
                <a:cs typeface="Noto Serif CJK SC"/>
              </a:defRPr>
            </a:lvl1pPr>
            <a:lvl2pPr>
              <a:defRPr sz="2100" b="0">
                <a:solidFill>
                  <a:srgbClr val="30291F"/>
                </a:solidFill>
                <a:latin typeface="Noto Serif CJK SC"/>
                <a:ea typeface="Noto Serif CJK SC"/>
                <a:cs typeface="Noto Serif CJK SC"/>
              </a:defRPr>
            </a:lvl2pPr>
            <a:lvl3pPr>
              <a:defRPr sz="2100" b="0">
                <a:solidFill>
                  <a:srgbClr val="30291F"/>
                </a:solidFill>
                <a:latin typeface="Noto Serif CJK SC"/>
                <a:ea typeface="Noto Serif CJK SC"/>
                <a:cs typeface="Noto Serif CJK SC"/>
              </a:defRPr>
            </a:lvl3pPr>
            <a:lvl4pPr>
              <a:defRPr sz="2100" b="0">
                <a:solidFill>
                  <a:srgbClr val="30291F"/>
                </a:solidFill>
                <a:latin typeface="Noto Serif CJK SC"/>
                <a:ea typeface="Noto Serif CJK SC"/>
                <a:cs typeface="Noto Serif CJK SC"/>
              </a:defRPr>
            </a:lvl4pPr>
            <a:lvl5pPr>
              <a:defRPr sz="2100" b="0">
                <a:solidFill>
                  <a:srgbClr val="30291F"/>
                </a:solidFill>
                <a:latin typeface="Noto Serif CJK SC"/>
                <a:ea typeface="Noto Serif CJK SC"/>
                <a:cs typeface="Noto Serif CJK SC"/>
              </a:defRPr>
            </a:lvl5pPr>
            <a:lvl6pPr>
              <a:defRPr sz="2100" b="0">
                <a:solidFill>
                  <a:srgbClr val="30291F"/>
                </a:solidFill>
                <a:latin typeface="Noto Serif CJK SC"/>
                <a:ea typeface="Noto Serif CJK SC"/>
                <a:cs typeface="Noto Serif CJK SC"/>
              </a:defRPr>
            </a:lvl6pPr>
            <a:lvl7pPr>
              <a:defRPr sz="2100" b="0">
                <a:solidFill>
                  <a:srgbClr val="30291F"/>
                </a:solidFill>
                <a:latin typeface="Noto Serif CJK SC"/>
                <a:ea typeface="Noto Serif CJK SC"/>
                <a:cs typeface="Noto Serif CJK SC"/>
              </a:defRPr>
            </a:lvl7pPr>
            <a:lvl8pPr>
              <a:defRPr sz="2100" b="0">
                <a:solidFill>
                  <a:srgbClr val="30291F"/>
                </a:solidFill>
                <a:latin typeface="Noto Serif CJK SC"/>
                <a:ea typeface="Noto Serif CJK SC"/>
                <a:cs typeface="Noto Serif CJK SC"/>
              </a:defRPr>
            </a:lvl8pPr>
            <a:lvl9pPr>
              <a:defRPr sz="2100" b="0">
                <a:solidFill>
                  <a:srgbClr val="30291F"/>
                </a:solidFill>
                <a:latin typeface="Noto Serif CJK SC"/>
                <a:ea typeface="Noto Serif CJK SC"/>
                <a:cs typeface="Noto Serif CJK SC"/>
              </a:defRPr>
            </a:lvl9pPr>
          </a:lstStyle>
          <a:p xmlns:a="http://schemas.openxmlformats.org/drawingml/2006/main">
            <a:pPr>
              <a:defRPr sz="2100" b="0">
                <a:solidFill>
                  <a:srgbClr val="30291F"/>
                </a:solidFill>
                <a:latin typeface="Noto Serif CJK SC"/>
                <a:ea typeface="Noto Serif CJK SC"/>
                <a:cs typeface="Noto Serif CJK SC"/>
              </a:defRPr>
            </a:pPr>
            <a:r>
              <a:rPr sz="2100" b="0">
                <a:solidFill>
                  <a:srgbClr val="30291F"/>
                </a:solidFill>
                <a:latin typeface="Noto Serif CJK SC"/>
                <a:ea typeface="Noto Serif CJK SC"/>
                <a:cs typeface="Noto Serif CJK SC"/>
              </a:rPr>
              <a:t>第4—5段写妈妈的神态和闹别扭；第10段直接写爸爸的表情。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F4654DAB-418A-4BE0-8E55-54D13D2C4A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600450"/>
            <a:ext cx="1082040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2100" b="0">
                <a:solidFill>
                  <a:srgbClr val="30291F"/>
                </a:solidFill>
                <a:latin typeface="Noto Serif CJK SC"/>
                <a:ea typeface="Noto Serif CJK SC"/>
                <a:cs typeface="Noto Serif CJK SC"/>
              </a:defRPr>
            </a:defPPr>
            <a:lvl1pPr>
              <a:defRPr sz="2100" b="0">
                <a:solidFill>
                  <a:srgbClr val="30291F"/>
                </a:solidFill>
                <a:latin typeface="Noto Serif CJK SC"/>
                <a:ea typeface="Noto Serif CJK SC"/>
                <a:cs typeface="Noto Serif CJK SC"/>
              </a:defRPr>
            </a:lvl1pPr>
            <a:lvl2pPr>
              <a:defRPr sz="2100" b="0">
                <a:solidFill>
                  <a:srgbClr val="30291F"/>
                </a:solidFill>
                <a:latin typeface="Noto Serif CJK SC"/>
                <a:ea typeface="Noto Serif CJK SC"/>
                <a:cs typeface="Noto Serif CJK SC"/>
              </a:defRPr>
            </a:lvl2pPr>
            <a:lvl3pPr>
              <a:defRPr sz="2100" b="0">
                <a:solidFill>
                  <a:srgbClr val="30291F"/>
                </a:solidFill>
                <a:latin typeface="Noto Serif CJK SC"/>
                <a:ea typeface="Noto Serif CJK SC"/>
                <a:cs typeface="Noto Serif CJK SC"/>
              </a:defRPr>
            </a:lvl3pPr>
            <a:lvl4pPr>
              <a:defRPr sz="2100" b="0">
                <a:solidFill>
                  <a:srgbClr val="30291F"/>
                </a:solidFill>
                <a:latin typeface="Noto Serif CJK SC"/>
                <a:ea typeface="Noto Serif CJK SC"/>
                <a:cs typeface="Noto Serif CJK SC"/>
              </a:defRPr>
            </a:lvl4pPr>
            <a:lvl5pPr>
              <a:defRPr sz="2100" b="0">
                <a:solidFill>
                  <a:srgbClr val="30291F"/>
                </a:solidFill>
                <a:latin typeface="Noto Serif CJK SC"/>
                <a:ea typeface="Noto Serif CJK SC"/>
                <a:cs typeface="Noto Serif CJK SC"/>
              </a:defRPr>
            </a:lvl5pPr>
            <a:lvl6pPr>
              <a:defRPr sz="2100" b="0">
                <a:solidFill>
                  <a:srgbClr val="30291F"/>
                </a:solidFill>
                <a:latin typeface="Noto Serif CJK SC"/>
                <a:ea typeface="Noto Serif CJK SC"/>
                <a:cs typeface="Noto Serif CJK SC"/>
              </a:defRPr>
            </a:lvl6pPr>
            <a:lvl7pPr>
              <a:defRPr sz="2100" b="0">
                <a:solidFill>
                  <a:srgbClr val="30291F"/>
                </a:solidFill>
                <a:latin typeface="Noto Serif CJK SC"/>
                <a:ea typeface="Noto Serif CJK SC"/>
                <a:cs typeface="Noto Serif CJK SC"/>
              </a:defRPr>
            </a:lvl7pPr>
            <a:lvl8pPr>
              <a:defRPr sz="2100" b="0">
                <a:solidFill>
                  <a:srgbClr val="30291F"/>
                </a:solidFill>
                <a:latin typeface="Noto Serif CJK SC"/>
                <a:ea typeface="Noto Serif CJK SC"/>
                <a:cs typeface="Noto Serif CJK SC"/>
              </a:defRPr>
            </a:lvl8pPr>
            <a:lvl9pPr>
              <a:defRPr sz="2100" b="0">
                <a:solidFill>
                  <a:srgbClr val="30291F"/>
                </a:solidFill>
                <a:latin typeface="Noto Serif CJK SC"/>
                <a:ea typeface="Noto Serif CJK SC"/>
                <a:cs typeface="Noto Serif CJK SC"/>
              </a:defRPr>
            </a:lvl9pPr>
          </a:lstStyle>
          <a:p xmlns:a="http://schemas.openxmlformats.org/drawingml/2006/main">
            <a:pPr>
              <a:defRPr sz="2100" b="0">
                <a:solidFill>
                  <a:srgbClr val="30291F"/>
                </a:solidFill>
                <a:latin typeface="Noto Serif CJK SC"/>
                <a:ea typeface="Noto Serif CJK SC"/>
                <a:cs typeface="Noto Serif CJK SC"/>
              </a:defRPr>
            </a:pPr>
            <a:r>
              <a:rPr sz="2100" b="0">
                <a:solidFill>
                  <a:srgbClr val="30291F"/>
                </a:solidFill>
                <a:latin typeface="Noto Serif CJK SC"/>
                <a:ea typeface="Noto Serif CJK SC"/>
                <a:cs typeface="Noto Serif CJK SC"/>
              </a:rPr>
              <a:t>“不知”表示原因未确定；眼睛红不等于已经证实哭过。爸爸表情冷静，也不能推出他不关</a:t>
            </a:r>
          </a:p>
          <a:p xmlns:a="http://schemas.openxmlformats.org/drawingml/2006/main">
            <a:pPr>
              <a:defRPr sz="2100" b="0">
                <a:solidFill>
                  <a:srgbClr val="30291F"/>
                </a:solidFill>
                <a:latin typeface="Noto Serif CJK SC"/>
                <a:ea typeface="Noto Serif CJK SC"/>
                <a:cs typeface="Noto Serif CJK SC"/>
              </a:defRPr>
            </a:pPr>
            <a:r>
              <a:rPr sz="2100" b="0">
                <a:solidFill>
                  <a:srgbClr val="30291F"/>
                </a:solidFill>
                <a:latin typeface="Noto Serif CJK SC"/>
                <a:ea typeface="Noto Serif CJK SC"/>
                <a:cs typeface="Noto Serif CJK SC"/>
              </a:rPr>
              <a:t>心家人。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0E74C5DD-BE14-4777-8F85-E001381F63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25200" y="6477000"/>
            <a:ext cx="4572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1350" b="0">
                <a:solidFill>
                  <a:srgbClr val="776C60"/>
                </a:solidFill>
                <a:latin typeface="Noto Serif CJK SC"/>
                <a:ea typeface="Noto Serif CJK SC"/>
                <a:cs typeface="Noto Serif CJK SC"/>
              </a:defRPr>
            </a:defPPr>
            <a:lvl1pPr>
              <a:defRPr sz="1350" b="0">
                <a:solidFill>
                  <a:srgbClr val="776C60"/>
                </a:solidFill>
                <a:latin typeface="Noto Serif CJK SC"/>
                <a:ea typeface="Noto Serif CJK SC"/>
                <a:cs typeface="Noto Serif CJK SC"/>
              </a:defRPr>
            </a:lvl1pPr>
            <a:lvl2pPr>
              <a:defRPr sz="1350" b="0">
                <a:solidFill>
                  <a:srgbClr val="776C60"/>
                </a:solidFill>
                <a:latin typeface="Noto Serif CJK SC"/>
                <a:ea typeface="Noto Serif CJK SC"/>
                <a:cs typeface="Noto Serif CJK SC"/>
              </a:defRPr>
            </a:lvl2pPr>
            <a:lvl3pPr>
              <a:defRPr sz="1350" b="0">
                <a:solidFill>
                  <a:srgbClr val="776C60"/>
                </a:solidFill>
                <a:latin typeface="Noto Serif CJK SC"/>
                <a:ea typeface="Noto Serif CJK SC"/>
                <a:cs typeface="Noto Serif CJK SC"/>
              </a:defRPr>
            </a:lvl3pPr>
            <a:lvl4pPr>
              <a:defRPr sz="1350" b="0">
                <a:solidFill>
                  <a:srgbClr val="776C60"/>
                </a:solidFill>
                <a:latin typeface="Noto Serif CJK SC"/>
                <a:ea typeface="Noto Serif CJK SC"/>
                <a:cs typeface="Noto Serif CJK SC"/>
              </a:defRPr>
            </a:lvl4pPr>
            <a:lvl5pPr>
              <a:defRPr sz="1350" b="0">
                <a:solidFill>
                  <a:srgbClr val="776C60"/>
                </a:solidFill>
                <a:latin typeface="Noto Serif CJK SC"/>
                <a:ea typeface="Noto Serif CJK SC"/>
                <a:cs typeface="Noto Serif CJK SC"/>
              </a:defRPr>
            </a:lvl5pPr>
            <a:lvl6pPr>
              <a:defRPr sz="1350" b="0">
                <a:solidFill>
                  <a:srgbClr val="776C60"/>
                </a:solidFill>
                <a:latin typeface="Noto Serif CJK SC"/>
                <a:ea typeface="Noto Serif CJK SC"/>
                <a:cs typeface="Noto Serif CJK SC"/>
              </a:defRPr>
            </a:lvl6pPr>
            <a:lvl7pPr>
              <a:defRPr sz="1350" b="0">
                <a:solidFill>
                  <a:srgbClr val="776C60"/>
                </a:solidFill>
                <a:latin typeface="Noto Serif CJK SC"/>
                <a:ea typeface="Noto Serif CJK SC"/>
                <a:cs typeface="Noto Serif CJK SC"/>
              </a:defRPr>
            </a:lvl7pPr>
            <a:lvl8pPr>
              <a:defRPr sz="1350" b="0">
                <a:solidFill>
                  <a:srgbClr val="776C60"/>
                </a:solidFill>
                <a:latin typeface="Noto Serif CJK SC"/>
                <a:ea typeface="Noto Serif CJK SC"/>
                <a:cs typeface="Noto Serif CJK SC"/>
              </a:defRPr>
            </a:lvl8pPr>
            <a:lvl9pPr>
              <a:defRPr sz="1350" b="0">
                <a:solidFill>
                  <a:srgbClr val="776C60"/>
                </a:solidFill>
                <a:latin typeface="Noto Serif CJK SC"/>
                <a:ea typeface="Noto Serif CJK SC"/>
                <a:cs typeface="Noto Serif CJK SC"/>
              </a:defRPr>
            </a:lvl9pPr>
          </a:lstStyle>
          <a:p xmlns:a="http://schemas.openxmlformats.org/drawingml/2006/main">
            <a:pPr>
              <a:defRPr sz="1350" b="0">
                <a:solidFill>
                  <a:srgbClr val="776C60"/>
                </a:solidFill>
                <a:latin typeface="Noto Serif CJK SC"/>
                <a:ea typeface="Noto Serif CJK SC"/>
                <a:cs typeface="Noto Serif CJK SC"/>
              </a:defRPr>
            </a:pPr>
            <a:r>
              <a:rPr sz="1350" b="0">
                <a:solidFill>
                  <a:srgbClr val="776C60"/>
                </a:solidFill>
                <a:latin typeface="Noto Serif CJK SC"/>
                <a:ea typeface="Noto Serif CJK SC"/>
                <a:cs typeface="Noto Serif CJK SC"/>
              </a:rPr>
              <a:t>16</a:t>
            </a:r>
          </a:p>
        </p:txBody>
      </p:sp>
    </p:spTree>
    <p:extLst>
      <p:ext uri="{BB962C8B-B14F-4D97-AF65-F5344CB8AC3E}">
        <p14:creationId xmlns:p14="http://schemas.microsoft.com/office/powerpoint/2010/main" val="6629664"/>
      </p:ext>
    </p:extLst>
  </p:cSld>
</p:sld>
</file>

<file path=ppt/slides/slide17.xml><?xml version="1.0" encoding="utf-8"?>
<p:sld xmlns:p="http://schemas.openxmlformats.org/presentationml/2006/main">
  <p:cSld>
    <p:bg>
      <p:bgPr>
        <a:solidFill xmlns:a="http://schemas.openxmlformats.org/drawingml/2006/main">
          <a:srgbClr val="FFFAF2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414526E7-ECC0-4F1A-847E-576E174971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33375"/>
            <a:ext cx="762000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1575" b="0">
                <a:solidFill>
                  <a:srgbClr val="9B3024"/>
                </a:solidFill>
                <a:latin typeface="Noto Serif CJK SC"/>
                <a:ea typeface="Noto Serif CJK SC"/>
                <a:cs typeface="Noto Serif CJK SC"/>
              </a:defRPr>
            </a:defPPr>
            <a:lvl1pPr>
              <a:defRPr sz="1575" b="0">
                <a:solidFill>
                  <a:srgbClr val="9B3024"/>
                </a:solidFill>
                <a:latin typeface="Noto Serif CJK SC"/>
                <a:ea typeface="Noto Serif CJK SC"/>
                <a:cs typeface="Noto Serif CJK SC"/>
              </a:defRPr>
            </a:lvl1pPr>
            <a:lvl2pPr>
              <a:defRPr sz="1575" b="0">
                <a:solidFill>
                  <a:srgbClr val="9B3024"/>
                </a:solidFill>
                <a:latin typeface="Noto Serif CJK SC"/>
                <a:ea typeface="Noto Serif CJK SC"/>
                <a:cs typeface="Noto Serif CJK SC"/>
              </a:defRPr>
            </a:lvl2pPr>
            <a:lvl3pPr>
              <a:defRPr sz="1575" b="0">
                <a:solidFill>
                  <a:srgbClr val="9B3024"/>
                </a:solidFill>
                <a:latin typeface="Noto Serif CJK SC"/>
                <a:ea typeface="Noto Serif CJK SC"/>
                <a:cs typeface="Noto Serif CJK SC"/>
              </a:defRPr>
            </a:lvl3pPr>
            <a:lvl4pPr>
              <a:defRPr sz="1575" b="0">
                <a:solidFill>
                  <a:srgbClr val="9B3024"/>
                </a:solidFill>
                <a:latin typeface="Noto Serif CJK SC"/>
                <a:ea typeface="Noto Serif CJK SC"/>
                <a:cs typeface="Noto Serif CJK SC"/>
              </a:defRPr>
            </a:lvl4pPr>
            <a:lvl5pPr>
              <a:defRPr sz="1575" b="0">
                <a:solidFill>
                  <a:srgbClr val="9B3024"/>
                </a:solidFill>
                <a:latin typeface="Noto Serif CJK SC"/>
                <a:ea typeface="Noto Serif CJK SC"/>
                <a:cs typeface="Noto Serif CJK SC"/>
              </a:defRPr>
            </a:lvl5pPr>
            <a:lvl6pPr>
              <a:defRPr sz="1575" b="0">
                <a:solidFill>
                  <a:srgbClr val="9B3024"/>
                </a:solidFill>
                <a:latin typeface="Noto Serif CJK SC"/>
                <a:ea typeface="Noto Serif CJK SC"/>
                <a:cs typeface="Noto Serif CJK SC"/>
              </a:defRPr>
            </a:lvl6pPr>
            <a:lvl7pPr>
              <a:defRPr sz="1575" b="0">
                <a:solidFill>
                  <a:srgbClr val="9B3024"/>
                </a:solidFill>
                <a:latin typeface="Noto Serif CJK SC"/>
                <a:ea typeface="Noto Serif CJK SC"/>
                <a:cs typeface="Noto Serif CJK SC"/>
              </a:defRPr>
            </a:lvl7pPr>
            <a:lvl8pPr>
              <a:defRPr sz="1575" b="0">
                <a:solidFill>
                  <a:srgbClr val="9B3024"/>
                </a:solidFill>
                <a:latin typeface="Noto Serif CJK SC"/>
                <a:ea typeface="Noto Serif CJK SC"/>
                <a:cs typeface="Noto Serif CJK SC"/>
              </a:defRPr>
            </a:lvl8pPr>
            <a:lvl9pPr>
              <a:defRPr sz="1575" b="0">
                <a:solidFill>
                  <a:srgbClr val="9B3024"/>
                </a:solidFill>
                <a:latin typeface="Noto Serif CJK SC"/>
                <a:ea typeface="Noto Serif CJK SC"/>
                <a:cs typeface="Noto Serif CJK SC"/>
              </a:defRPr>
            </a:lvl9pPr>
          </a:lstStyle>
          <a:p xmlns:a="http://schemas.openxmlformats.org/drawingml/2006/main">
            <a:pPr>
              <a:defRPr sz="1575" b="0">
                <a:solidFill>
                  <a:srgbClr val="9B3024"/>
                </a:solidFill>
                <a:latin typeface="Noto Serif CJK SC"/>
                <a:ea typeface="Noto Serif CJK SC"/>
                <a:cs typeface="Noto Serif CJK SC"/>
              </a:defRPr>
            </a:pPr>
            <a:r>
              <a:rPr sz="1575" b="0">
                <a:solidFill>
                  <a:srgbClr val="9B3024"/>
                </a:solidFill>
                <a:latin typeface="Noto Serif CJK SC"/>
                <a:ea typeface="Noto Serif CJK SC"/>
                <a:cs typeface="Noto Serif CJK SC"/>
              </a:rPr>
              <a:t>第一课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95B6B6DD-51D3-433C-9508-F5D7AA56F4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781050"/>
            <a:ext cx="109728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3150" b="1">
                <a:solidFill>
                  <a:srgbClr val="30291F"/>
                </a:solidFill>
                <a:latin typeface="Noto Serif CJK SC"/>
                <a:ea typeface="Noto Serif CJK SC"/>
                <a:cs typeface="Noto Serif CJK SC"/>
              </a:defRPr>
            </a:defPPr>
            <a:lvl1pPr>
              <a:defRPr sz="3150" b="1">
                <a:solidFill>
                  <a:srgbClr val="30291F"/>
                </a:solidFill>
                <a:latin typeface="Noto Serif CJK SC"/>
                <a:ea typeface="Noto Serif CJK SC"/>
                <a:cs typeface="Noto Serif CJK SC"/>
              </a:defRPr>
            </a:lvl1pPr>
            <a:lvl2pPr>
              <a:defRPr sz="3150" b="1">
                <a:solidFill>
                  <a:srgbClr val="30291F"/>
                </a:solidFill>
                <a:latin typeface="Noto Serif CJK SC"/>
                <a:ea typeface="Noto Serif CJK SC"/>
                <a:cs typeface="Noto Serif CJK SC"/>
              </a:defRPr>
            </a:lvl2pPr>
            <a:lvl3pPr>
              <a:defRPr sz="3150" b="1">
                <a:solidFill>
                  <a:srgbClr val="30291F"/>
                </a:solidFill>
                <a:latin typeface="Noto Serif CJK SC"/>
                <a:ea typeface="Noto Serif CJK SC"/>
                <a:cs typeface="Noto Serif CJK SC"/>
              </a:defRPr>
            </a:lvl3pPr>
            <a:lvl4pPr>
              <a:defRPr sz="3150" b="1">
                <a:solidFill>
                  <a:srgbClr val="30291F"/>
                </a:solidFill>
                <a:latin typeface="Noto Serif CJK SC"/>
                <a:ea typeface="Noto Serif CJK SC"/>
                <a:cs typeface="Noto Serif CJK SC"/>
              </a:defRPr>
            </a:lvl4pPr>
            <a:lvl5pPr>
              <a:defRPr sz="3150" b="1">
                <a:solidFill>
                  <a:srgbClr val="30291F"/>
                </a:solidFill>
                <a:latin typeface="Noto Serif CJK SC"/>
                <a:ea typeface="Noto Serif CJK SC"/>
                <a:cs typeface="Noto Serif CJK SC"/>
              </a:defRPr>
            </a:lvl5pPr>
            <a:lvl6pPr>
              <a:defRPr sz="3150" b="1">
                <a:solidFill>
                  <a:srgbClr val="30291F"/>
                </a:solidFill>
                <a:latin typeface="Noto Serif CJK SC"/>
                <a:ea typeface="Noto Serif CJK SC"/>
                <a:cs typeface="Noto Serif CJK SC"/>
              </a:defRPr>
            </a:lvl6pPr>
            <a:lvl7pPr>
              <a:defRPr sz="3150" b="1">
                <a:solidFill>
                  <a:srgbClr val="30291F"/>
                </a:solidFill>
                <a:latin typeface="Noto Serif CJK SC"/>
                <a:ea typeface="Noto Serif CJK SC"/>
                <a:cs typeface="Noto Serif CJK SC"/>
              </a:defRPr>
            </a:lvl7pPr>
            <a:lvl8pPr>
              <a:defRPr sz="3150" b="1">
                <a:solidFill>
                  <a:srgbClr val="30291F"/>
                </a:solidFill>
                <a:latin typeface="Noto Serif CJK SC"/>
                <a:ea typeface="Noto Serif CJK SC"/>
                <a:cs typeface="Noto Serif CJK SC"/>
              </a:defRPr>
            </a:lvl8pPr>
            <a:lvl9pPr>
              <a:defRPr sz="3150" b="1">
                <a:solidFill>
                  <a:srgbClr val="30291F"/>
                </a:solidFill>
                <a:latin typeface="Noto Serif CJK SC"/>
                <a:ea typeface="Noto Serif CJK SC"/>
                <a:cs typeface="Noto Serif CJK SC"/>
              </a:defRPr>
            </a:lvl9pPr>
          </a:lstStyle>
          <a:p xmlns:a="http://schemas.openxmlformats.org/drawingml/2006/main">
            <a:pPr>
              <a:defRPr sz="3150" b="1">
                <a:solidFill>
                  <a:srgbClr val="30291F"/>
                </a:solidFill>
                <a:latin typeface="Noto Serif CJK SC"/>
                <a:ea typeface="Noto Serif CJK SC"/>
                <a:cs typeface="Noto Serif CJK SC"/>
              </a:defRPr>
            </a:pPr>
            <a:r>
              <a:rPr sz="3150" b="1">
                <a:solidFill>
                  <a:srgbClr val="30291F"/>
                </a:solidFill>
                <a:latin typeface="Noto Serif CJK SC"/>
                <a:ea typeface="Noto Serif CJK SC"/>
                <a:cs typeface="Noto Serif CJK SC"/>
              </a:rPr>
              <a:t>任务5  “我”做了什么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94FA46EF-2680-476F-8931-04F41FF69D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714500"/>
            <a:ext cx="10972800" cy="628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2775" b="0">
                <a:solidFill>
                  <a:srgbClr val="30291F"/>
                </a:solidFill>
                <a:latin typeface="LXGW WenKai TC"/>
                <a:ea typeface="LXGW WenKai TC"/>
                <a:cs typeface="LXGW WenKai TC"/>
              </a:defRPr>
            </a:defPPr>
            <a:lvl1pPr>
              <a:defRPr sz="2775" b="0">
                <a:solidFill>
                  <a:srgbClr val="30291F"/>
                </a:solidFill>
                <a:latin typeface="LXGW WenKai TC"/>
                <a:ea typeface="LXGW WenKai TC"/>
                <a:cs typeface="LXGW WenKai TC"/>
              </a:defRPr>
            </a:lvl1pPr>
            <a:lvl2pPr>
              <a:defRPr sz="2775" b="0">
                <a:solidFill>
                  <a:srgbClr val="30291F"/>
                </a:solidFill>
                <a:latin typeface="LXGW WenKai TC"/>
                <a:ea typeface="LXGW WenKai TC"/>
                <a:cs typeface="LXGW WenKai TC"/>
              </a:defRPr>
            </a:lvl2pPr>
            <a:lvl3pPr>
              <a:defRPr sz="2775" b="0">
                <a:solidFill>
                  <a:srgbClr val="30291F"/>
                </a:solidFill>
                <a:latin typeface="LXGW WenKai TC"/>
                <a:ea typeface="LXGW WenKai TC"/>
                <a:cs typeface="LXGW WenKai TC"/>
              </a:defRPr>
            </a:lvl3pPr>
            <a:lvl4pPr>
              <a:defRPr sz="2775" b="0">
                <a:solidFill>
                  <a:srgbClr val="30291F"/>
                </a:solidFill>
                <a:latin typeface="LXGW WenKai TC"/>
                <a:ea typeface="LXGW WenKai TC"/>
                <a:cs typeface="LXGW WenKai TC"/>
              </a:defRPr>
            </a:lvl4pPr>
            <a:lvl5pPr>
              <a:defRPr sz="2775" b="0">
                <a:solidFill>
                  <a:srgbClr val="30291F"/>
                </a:solidFill>
                <a:latin typeface="LXGW WenKai TC"/>
                <a:ea typeface="LXGW WenKai TC"/>
                <a:cs typeface="LXGW WenKai TC"/>
              </a:defRPr>
            </a:lvl5pPr>
            <a:lvl6pPr>
              <a:defRPr sz="2775" b="0">
                <a:solidFill>
                  <a:srgbClr val="30291F"/>
                </a:solidFill>
                <a:latin typeface="LXGW WenKai TC"/>
                <a:ea typeface="LXGW WenKai TC"/>
                <a:cs typeface="LXGW WenKai TC"/>
              </a:defRPr>
            </a:lvl6pPr>
            <a:lvl7pPr>
              <a:defRPr sz="2775" b="0">
                <a:solidFill>
                  <a:srgbClr val="30291F"/>
                </a:solidFill>
                <a:latin typeface="LXGW WenKai TC"/>
                <a:ea typeface="LXGW WenKai TC"/>
                <a:cs typeface="LXGW WenKai TC"/>
              </a:defRPr>
            </a:lvl7pPr>
            <a:lvl8pPr>
              <a:defRPr sz="2775" b="0">
                <a:solidFill>
                  <a:srgbClr val="30291F"/>
                </a:solidFill>
                <a:latin typeface="LXGW WenKai TC"/>
                <a:ea typeface="LXGW WenKai TC"/>
                <a:cs typeface="LXGW WenKai TC"/>
              </a:defRPr>
            </a:lvl8pPr>
            <a:lvl9pPr>
              <a:defRPr sz="2775" b="0">
                <a:solidFill>
                  <a:srgbClr val="30291F"/>
                </a:solidFill>
                <a:latin typeface="LXGW WenKai TC"/>
                <a:ea typeface="LXGW WenKai TC"/>
                <a:cs typeface="LXGW WenKai TC"/>
              </a:defRPr>
            </a:lvl9pPr>
          </a:lstStyle>
          <a:p xmlns:a="http://schemas.openxmlformats.org/drawingml/2006/main">
            <a:pPr>
              <a:defRPr sz="2775" b="0">
                <a:solidFill>
                  <a:srgbClr val="30291F"/>
                </a:solidFill>
                <a:latin typeface="LXGW WenKai TC"/>
                <a:ea typeface="LXGW WenKai TC"/>
                <a:cs typeface="LXGW WenKai TC"/>
              </a:defRPr>
            </a:pPr>
            <a:r>
              <a:rPr sz="2775" b="0">
                <a:solidFill>
                  <a:srgbClr val="30291F"/>
                </a:solidFill>
                <a:latin typeface="LXGW WenKai TC"/>
                <a:ea typeface="LXGW WenKai TC"/>
                <a:cs typeface="LXGW WenKai TC"/>
              </a:rPr>
              <a:t>吃团圆饭时，“我”做了什么？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545453ED-ADEC-4B3C-9D89-F6DEDFC62A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667125"/>
            <a:ext cx="10972800" cy="1619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2325" b="0">
                <a:solidFill>
                  <a:srgbClr val="31695F"/>
                </a:solidFill>
                <a:latin typeface="Noto Serif CJK SC"/>
                <a:ea typeface="Noto Serif CJK SC"/>
                <a:cs typeface="Noto Serif CJK SC"/>
              </a:defRPr>
            </a:defPPr>
            <a:lvl1pPr>
              <a:defRPr sz="2325" b="0">
                <a:solidFill>
                  <a:srgbClr val="31695F"/>
                </a:solidFill>
                <a:latin typeface="Noto Serif CJK SC"/>
                <a:ea typeface="Noto Serif CJK SC"/>
                <a:cs typeface="Noto Serif CJK SC"/>
              </a:defRPr>
            </a:lvl1pPr>
            <a:lvl2pPr>
              <a:defRPr sz="2325" b="0">
                <a:solidFill>
                  <a:srgbClr val="31695F"/>
                </a:solidFill>
                <a:latin typeface="Noto Serif CJK SC"/>
                <a:ea typeface="Noto Serif CJK SC"/>
                <a:cs typeface="Noto Serif CJK SC"/>
              </a:defRPr>
            </a:lvl2pPr>
            <a:lvl3pPr>
              <a:defRPr sz="2325" b="0">
                <a:solidFill>
                  <a:srgbClr val="31695F"/>
                </a:solidFill>
                <a:latin typeface="Noto Serif CJK SC"/>
                <a:ea typeface="Noto Serif CJK SC"/>
                <a:cs typeface="Noto Serif CJK SC"/>
              </a:defRPr>
            </a:lvl3pPr>
            <a:lvl4pPr>
              <a:defRPr sz="2325" b="0">
                <a:solidFill>
                  <a:srgbClr val="31695F"/>
                </a:solidFill>
                <a:latin typeface="Noto Serif CJK SC"/>
                <a:ea typeface="Noto Serif CJK SC"/>
                <a:cs typeface="Noto Serif CJK SC"/>
              </a:defRPr>
            </a:lvl4pPr>
            <a:lvl5pPr>
              <a:defRPr sz="2325" b="0">
                <a:solidFill>
                  <a:srgbClr val="31695F"/>
                </a:solidFill>
                <a:latin typeface="Noto Serif CJK SC"/>
                <a:ea typeface="Noto Serif CJK SC"/>
                <a:cs typeface="Noto Serif CJK SC"/>
              </a:defRPr>
            </a:lvl5pPr>
            <a:lvl6pPr>
              <a:defRPr sz="2325" b="0">
                <a:solidFill>
                  <a:srgbClr val="31695F"/>
                </a:solidFill>
                <a:latin typeface="Noto Serif CJK SC"/>
                <a:ea typeface="Noto Serif CJK SC"/>
                <a:cs typeface="Noto Serif CJK SC"/>
              </a:defRPr>
            </a:lvl6pPr>
            <a:lvl7pPr>
              <a:defRPr sz="2325" b="0">
                <a:solidFill>
                  <a:srgbClr val="31695F"/>
                </a:solidFill>
                <a:latin typeface="Noto Serif CJK SC"/>
                <a:ea typeface="Noto Serif CJK SC"/>
                <a:cs typeface="Noto Serif CJK SC"/>
              </a:defRPr>
            </a:lvl7pPr>
            <a:lvl8pPr>
              <a:defRPr sz="2325" b="0">
                <a:solidFill>
                  <a:srgbClr val="31695F"/>
                </a:solidFill>
                <a:latin typeface="Noto Serif CJK SC"/>
                <a:ea typeface="Noto Serif CJK SC"/>
                <a:cs typeface="Noto Serif CJK SC"/>
              </a:defRPr>
            </a:lvl8pPr>
            <a:lvl9pPr>
              <a:defRPr sz="2325" b="0">
                <a:solidFill>
                  <a:srgbClr val="31695F"/>
                </a:solidFill>
                <a:latin typeface="Noto Serif CJK SC"/>
                <a:ea typeface="Noto Serif CJK SC"/>
                <a:cs typeface="Noto Serif CJK SC"/>
              </a:defRPr>
            </a:lvl9pPr>
          </a:lstStyle>
          <a:p xmlns:a="http://schemas.openxmlformats.org/drawingml/2006/main">
            <a:pPr>
              <a:defRPr sz="2325" b="0">
                <a:solidFill>
                  <a:srgbClr val="31695F"/>
                </a:solidFill>
                <a:latin typeface="Noto Serif CJK SC"/>
                <a:ea typeface="Noto Serif CJK SC"/>
                <a:cs typeface="Noto Serif CJK SC"/>
              </a:defRPr>
            </a:pPr>
            <a:r>
              <a:rPr sz="2325" b="0">
                <a:solidFill>
                  <a:srgbClr val="31695F"/>
                </a:solidFill>
                <a:latin typeface="Noto Serif CJK SC"/>
                <a:ea typeface="Noto Serif CJK SC"/>
                <a:cs typeface="Noto Serif CJK SC"/>
              </a:rPr>
              <a:t>把两项行为分别放入两个框；不要只选行为的目的。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77094ED1-42AF-46E4-BE7B-CF48F0F66B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734050"/>
            <a:ext cx="10972800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2100" b="0">
                <a:solidFill>
                  <a:srgbClr val="9B3024"/>
                </a:solidFill>
                <a:latin typeface="Noto Serif CJK SC"/>
                <a:ea typeface="Noto Serif CJK SC"/>
                <a:cs typeface="Noto Serif CJK SC"/>
              </a:defRPr>
            </a:defPPr>
            <a:lvl1pPr>
              <a:defRPr sz="2100" b="0">
                <a:solidFill>
                  <a:srgbClr val="9B3024"/>
                </a:solidFill>
                <a:latin typeface="Noto Serif CJK SC"/>
                <a:ea typeface="Noto Serif CJK SC"/>
                <a:cs typeface="Noto Serif CJK SC"/>
              </a:defRPr>
            </a:lvl1pPr>
            <a:lvl2pPr>
              <a:defRPr sz="2100" b="0">
                <a:solidFill>
                  <a:srgbClr val="9B3024"/>
                </a:solidFill>
                <a:latin typeface="Noto Serif CJK SC"/>
                <a:ea typeface="Noto Serif CJK SC"/>
                <a:cs typeface="Noto Serif CJK SC"/>
              </a:defRPr>
            </a:lvl2pPr>
            <a:lvl3pPr>
              <a:defRPr sz="2100" b="0">
                <a:solidFill>
                  <a:srgbClr val="9B3024"/>
                </a:solidFill>
                <a:latin typeface="Noto Serif CJK SC"/>
                <a:ea typeface="Noto Serif CJK SC"/>
                <a:cs typeface="Noto Serif CJK SC"/>
              </a:defRPr>
            </a:lvl3pPr>
            <a:lvl4pPr>
              <a:defRPr sz="2100" b="0">
                <a:solidFill>
                  <a:srgbClr val="9B3024"/>
                </a:solidFill>
                <a:latin typeface="Noto Serif CJK SC"/>
                <a:ea typeface="Noto Serif CJK SC"/>
                <a:cs typeface="Noto Serif CJK SC"/>
              </a:defRPr>
            </a:lvl4pPr>
            <a:lvl5pPr>
              <a:defRPr sz="2100" b="0">
                <a:solidFill>
                  <a:srgbClr val="9B3024"/>
                </a:solidFill>
                <a:latin typeface="Noto Serif CJK SC"/>
                <a:ea typeface="Noto Serif CJK SC"/>
                <a:cs typeface="Noto Serif CJK SC"/>
              </a:defRPr>
            </a:lvl5pPr>
            <a:lvl6pPr>
              <a:defRPr sz="2100" b="0">
                <a:solidFill>
                  <a:srgbClr val="9B3024"/>
                </a:solidFill>
                <a:latin typeface="Noto Serif CJK SC"/>
                <a:ea typeface="Noto Serif CJK SC"/>
                <a:cs typeface="Noto Serif CJK SC"/>
              </a:defRPr>
            </a:lvl6pPr>
            <a:lvl7pPr>
              <a:defRPr sz="2100" b="0">
                <a:solidFill>
                  <a:srgbClr val="9B3024"/>
                </a:solidFill>
                <a:latin typeface="Noto Serif CJK SC"/>
                <a:ea typeface="Noto Serif CJK SC"/>
                <a:cs typeface="Noto Serif CJK SC"/>
              </a:defRPr>
            </a:lvl7pPr>
            <a:lvl8pPr>
              <a:defRPr sz="2100" b="0">
                <a:solidFill>
                  <a:srgbClr val="9B3024"/>
                </a:solidFill>
                <a:latin typeface="Noto Serif CJK SC"/>
                <a:ea typeface="Noto Serif CJK SC"/>
                <a:cs typeface="Noto Serif CJK SC"/>
              </a:defRPr>
            </a:lvl8pPr>
            <a:lvl9pPr>
              <a:defRPr sz="2100" b="0">
                <a:solidFill>
                  <a:srgbClr val="9B3024"/>
                </a:solidFill>
                <a:latin typeface="Noto Serif CJK SC"/>
                <a:ea typeface="Noto Serif CJK SC"/>
                <a:cs typeface="Noto Serif CJK SC"/>
              </a:defRPr>
            </a:lvl9pPr>
          </a:lstStyle>
          <a:p xmlns:a="http://schemas.openxmlformats.org/drawingml/2006/main">
            <a:pPr>
              <a:defRPr sz="2100" b="0">
                <a:solidFill>
                  <a:srgbClr val="9B3024"/>
                </a:solidFill>
                <a:latin typeface="Noto Serif CJK SC"/>
                <a:ea typeface="Noto Serif CJK SC"/>
                <a:cs typeface="Noto Serif CJK SC"/>
              </a:defRPr>
            </a:pPr>
            <a:r>
              <a:rPr sz="2100" b="0">
                <a:solidFill>
                  <a:srgbClr val="9B3024"/>
                </a:solidFill>
                <a:latin typeface="Noto Serif CJK SC"/>
                <a:ea typeface="Noto Serif CJK SC"/>
                <a:cs typeface="Noto Serif CJK SC"/>
              </a:rPr>
              <a:t>先独立回答，再比较与订正。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9FAB0889-1147-4EF1-815A-964D684104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25200" y="6477000"/>
            <a:ext cx="4572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1350" b="0">
                <a:solidFill>
                  <a:srgbClr val="776C60"/>
                </a:solidFill>
                <a:latin typeface="Noto Serif CJK SC"/>
                <a:ea typeface="Noto Serif CJK SC"/>
                <a:cs typeface="Noto Serif CJK SC"/>
              </a:defRPr>
            </a:defPPr>
            <a:lvl1pPr>
              <a:defRPr sz="1350" b="0">
                <a:solidFill>
                  <a:srgbClr val="776C60"/>
                </a:solidFill>
                <a:latin typeface="Noto Serif CJK SC"/>
                <a:ea typeface="Noto Serif CJK SC"/>
                <a:cs typeface="Noto Serif CJK SC"/>
              </a:defRPr>
            </a:lvl1pPr>
            <a:lvl2pPr>
              <a:defRPr sz="1350" b="0">
                <a:solidFill>
                  <a:srgbClr val="776C60"/>
                </a:solidFill>
                <a:latin typeface="Noto Serif CJK SC"/>
                <a:ea typeface="Noto Serif CJK SC"/>
                <a:cs typeface="Noto Serif CJK SC"/>
              </a:defRPr>
            </a:lvl2pPr>
            <a:lvl3pPr>
              <a:defRPr sz="1350" b="0">
                <a:solidFill>
                  <a:srgbClr val="776C60"/>
                </a:solidFill>
                <a:latin typeface="Noto Serif CJK SC"/>
                <a:ea typeface="Noto Serif CJK SC"/>
                <a:cs typeface="Noto Serif CJK SC"/>
              </a:defRPr>
            </a:lvl3pPr>
            <a:lvl4pPr>
              <a:defRPr sz="1350" b="0">
                <a:solidFill>
                  <a:srgbClr val="776C60"/>
                </a:solidFill>
                <a:latin typeface="Noto Serif CJK SC"/>
                <a:ea typeface="Noto Serif CJK SC"/>
                <a:cs typeface="Noto Serif CJK SC"/>
              </a:defRPr>
            </a:lvl4pPr>
            <a:lvl5pPr>
              <a:defRPr sz="1350" b="0">
                <a:solidFill>
                  <a:srgbClr val="776C60"/>
                </a:solidFill>
                <a:latin typeface="Noto Serif CJK SC"/>
                <a:ea typeface="Noto Serif CJK SC"/>
                <a:cs typeface="Noto Serif CJK SC"/>
              </a:defRPr>
            </a:lvl5pPr>
            <a:lvl6pPr>
              <a:defRPr sz="1350" b="0">
                <a:solidFill>
                  <a:srgbClr val="776C60"/>
                </a:solidFill>
                <a:latin typeface="Noto Serif CJK SC"/>
                <a:ea typeface="Noto Serif CJK SC"/>
                <a:cs typeface="Noto Serif CJK SC"/>
              </a:defRPr>
            </a:lvl6pPr>
            <a:lvl7pPr>
              <a:defRPr sz="1350" b="0">
                <a:solidFill>
                  <a:srgbClr val="776C60"/>
                </a:solidFill>
                <a:latin typeface="Noto Serif CJK SC"/>
                <a:ea typeface="Noto Serif CJK SC"/>
                <a:cs typeface="Noto Serif CJK SC"/>
              </a:defRPr>
            </a:lvl7pPr>
            <a:lvl8pPr>
              <a:defRPr sz="1350" b="0">
                <a:solidFill>
                  <a:srgbClr val="776C60"/>
                </a:solidFill>
                <a:latin typeface="Noto Serif CJK SC"/>
                <a:ea typeface="Noto Serif CJK SC"/>
                <a:cs typeface="Noto Serif CJK SC"/>
              </a:defRPr>
            </a:lvl8pPr>
            <a:lvl9pPr>
              <a:defRPr sz="1350" b="0">
                <a:solidFill>
                  <a:srgbClr val="776C60"/>
                </a:solidFill>
                <a:latin typeface="Noto Serif CJK SC"/>
                <a:ea typeface="Noto Serif CJK SC"/>
                <a:cs typeface="Noto Serif CJK SC"/>
              </a:defRPr>
            </a:lvl9pPr>
          </a:lstStyle>
          <a:p xmlns:a="http://schemas.openxmlformats.org/drawingml/2006/main">
            <a:pPr>
              <a:defRPr sz="1350" b="0">
                <a:solidFill>
                  <a:srgbClr val="776C60"/>
                </a:solidFill>
                <a:latin typeface="Noto Serif CJK SC"/>
                <a:ea typeface="Noto Serif CJK SC"/>
                <a:cs typeface="Noto Serif CJK SC"/>
              </a:defRPr>
            </a:pPr>
            <a:r>
              <a:rPr sz="1350" b="0">
                <a:solidFill>
                  <a:srgbClr val="776C60"/>
                </a:solidFill>
                <a:latin typeface="Noto Serif CJK SC"/>
                <a:ea typeface="Noto Serif CJK SC"/>
                <a:cs typeface="Noto Serif CJK SC"/>
              </a:rPr>
              <a:t>17</a:t>
            </a:r>
          </a:p>
        </p:txBody>
      </p:sp>
    </p:spTree>
    <p:extLst>
      <p:ext uri="{BB962C8B-B14F-4D97-AF65-F5344CB8AC3E}">
        <p14:creationId xmlns:p14="http://schemas.microsoft.com/office/powerpoint/2010/main" val="1193724076"/>
      </p:ext>
    </p:extLst>
  </p:cSld>
</p:sld>
</file>

<file path=ppt/slides/slide18.xml><?xml version="1.0" encoding="utf-8"?>
<p:sld xmlns:p="http://schemas.openxmlformats.org/presentationml/2006/main">
  <p:cSld>
    <p:bg>
      <p:bgPr>
        <a:solidFill xmlns:a="http://schemas.openxmlformats.org/drawingml/2006/main">
          <a:srgbClr val="FFFAF2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0AC6374D-52FC-47DB-BF5D-937B96F53A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33375"/>
            <a:ext cx="762000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1575" b="0">
                <a:solidFill>
                  <a:srgbClr val="9B3024"/>
                </a:solidFill>
                <a:latin typeface="Noto Serif CJK SC"/>
                <a:ea typeface="Noto Serif CJK SC"/>
                <a:cs typeface="Noto Serif CJK SC"/>
              </a:defRPr>
            </a:defPPr>
            <a:lvl1pPr>
              <a:defRPr sz="1575" b="0">
                <a:solidFill>
                  <a:srgbClr val="9B3024"/>
                </a:solidFill>
                <a:latin typeface="Noto Serif CJK SC"/>
                <a:ea typeface="Noto Serif CJK SC"/>
                <a:cs typeface="Noto Serif CJK SC"/>
              </a:defRPr>
            </a:lvl1pPr>
            <a:lvl2pPr>
              <a:defRPr sz="1575" b="0">
                <a:solidFill>
                  <a:srgbClr val="9B3024"/>
                </a:solidFill>
                <a:latin typeface="Noto Serif CJK SC"/>
                <a:ea typeface="Noto Serif CJK SC"/>
                <a:cs typeface="Noto Serif CJK SC"/>
              </a:defRPr>
            </a:lvl2pPr>
            <a:lvl3pPr>
              <a:defRPr sz="1575" b="0">
                <a:solidFill>
                  <a:srgbClr val="9B3024"/>
                </a:solidFill>
                <a:latin typeface="Noto Serif CJK SC"/>
                <a:ea typeface="Noto Serif CJK SC"/>
                <a:cs typeface="Noto Serif CJK SC"/>
              </a:defRPr>
            </a:lvl3pPr>
            <a:lvl4pPr>
              <a:defRPr sz="1575" b="0">
                <a:solidFill>
                  <a:srgbClr val="9B3024"/>
                </a:solidFill>
                <a:latin typeface="Noto Serif CJK SC"/>
                <a:ea typeface="Noto Serif CJK SC"/>
                <a:cs typeface="Noto Serif CJK SC"/>
              </a:defRPr>
            </a:lvl4pPr>
            <a:lvl5pPr>
              <a:defRPr sz="1575" b="0">
                <a:solidFill>
                  <a:srgbClr val="9B3024"/>
                </a:solidFill>
                <a:latin typeface="Noto Serif CJK SC"/>
                <a:ea typeface="Noto Serif CJK SC"/>
                <a:cs typeface="Noto Serif CJK SC"/>
              </a:defRPr>
            </a:lvl5pPr>
            <a:lvl6pPr>
              <a:defRPr sz="1575" b="0">
                <a:solidFill>
                  <a:srgbClr val="9B3024"/>
                </a:solidFill>
                <a:latin typeface="Noto Serif CJK SC"/>
                <a:ea typeface="Noto Serif CJK SC"/>
                <a:cs typeface="Noto Serif CJK SC"/>
              </a:defRPr>
            </a:lvl6pPr>
            <a:lvl7pPr>
              <a:defRPr sz="1575" b="0">
                <a:solidFill>
                  <a:srgbClr val="9B3024"/>
                </a:solidFill>
                <a:latin typeface="Noto Serif CJK SC"/>
                <a:ea typeface="Noto Serif CJK SC"/>
                <a:cs typeface="Noto Serif CJK SC"/>
              </a:defRPr>
            </a:lvl7pPr>
            <a:lvl8pPr>
              <a:defRPr sz="1575" b="0">
                <a:solidFill>
                  <a:srgbClr val="9B3024"/>
                </a:solidFill>
                <a:latin typeface="Noto Serif CJK SC"/>
                <a:ea typeface="Noto Serif CJK SC"/>
                <a:cs typeface="Noto Serif CJK SC"/>
              </a:defRPr>
            </a:lvl8pPr>
            <a:lvl9pPr>
              <a:defRPr sz="1575" b="0">
                <a:solidFill>
                  <a:srgbClr val="9B3024"/>
                </a:solidFill>
                <a:latin typeface="Noto Serif CJK SC"/>
                <a:ea typeface="Noto Serif CJK SC"/>
                <a:cs typeface="Noto Serif CJK SC"/>
              </a:defRPr>
            </a:lvl9pPr>
          </a:lstStyle>
          <a:p xmlns:a="http://schemas.openxmlformats.org/drawingml/2006/main">
            <a:pPr>
              <a:defRPr sz="1575" b="0">
                <a:solidFill>
                  <a:srgbClr val="9B3024"/>
                </a:solidFill>
                <a:latin typeface="Noto Serif CJK SC"/>
                <a:ea typeface="Noto Serif CJK SC"/>
                <a:cs typeface="Noto Serif CJK SC"/>
              </a:defRPr>
            </a:pPr>
            <a:r>
              <a:rPr sz="1575" b="0">
                <a:solidFill>
                  <a:srgbClr val="9B3024"/>
                </a:solidFill>
                <a:latin typeface="Noto Serif CJK SC"/>
                <a:ea typeface="Noto Serif CJK SC"/>
                <a:cs typeface="Noto Serif CJK SC"/>
              </a:rPr>
              <a:t>第一课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F7DBF9D3-AFDB-42A1-915B-B993E90F65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781050"/>
            <a:ext cx="109728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3150" b="1">
                <a:solidFill>
                  <a:srgbClr val="30291F"/>
                </a:solidFill>
                <a:latin typeface="Noto Serif CJK SC"/>
                <a:ea typeface="Noto Serif CJK SC"/>
                <a:cs typeface="Noto Serif CJK SC"/>
              </a:defRPr>
            </a:defPPr>
            <a:lvl1pPr>
              <a:defRPr sz="3150" b="1">
                <a:solidFill>
                  <a:srgbClr val="30291F"/>
                </a:solidFill>
                <a:latin typeface="Noto Serif CJK SC"/>
                <a:ea typeface="Noto Serif CJK SC"/>
                <a:cs typeface="Noto Serif CJK SC"/>
              </a:defRPr>
            </a:lvl1pPr>
            <a:lvl2pPr>
              <a:defRPr sz="3150" b="1">
                <a:solidFill>
                  <a:srgbClr val="30291F"/>
                </a:solidFill>
                <a:latin typeface="Noto Serif CJK SC"/>
                <a:ea typeface="Noto Serif CJK SC"/>
                <a:cs typeface="Noto Serif CJK SC"/>
              </a:defRPr>
            </a:lvl2pPr>
            <a:lvl3pPr>
              <a:defRPr sz="3150" b="1">
                <a:solidFill>
                  <a:srgbClr val="30291F"/>
                </a:solidFill>
                <a:latin typeface="Noto Serif CJK SC"/>
                <a:ea typeface="Noto Serif CJK SC"/>
                <a:cs typeface="Noto Serif CJK SC"/>
              </a:defRPr>
            </a:lvl3pPr>
            <a:lvl4pPr>
              <a:defRPr sz="3150" b="1">
                <a:solidFill>
                  <a:srgbClr val="30291F"/>
                </a:solidFill>
                <a:latin typeface="Noto Serif CJK SC"/>
                <a:ea typeface="Noto Serif CJK SC"/>
                <a:cs typeface="Noto Serif CJK SC"/>
              </a:defRPr>
            </a:lvl4pPr>
            <a:lvl5pPr>
              <a:defRPr sz="3150" b="1">
                <a:solidFill>
                  <a:srgbClr val="30291F"/>
                </a:solidFill>
                <a:latin typeface="Noto Serif CJK SC"/>
                <a:ea typeface="Noto Serif CJK SC"/>
                <a:cs typeface="Noto Serif CJK SC"/>
              </a:defRPr>
            </a:lvl5pPr>
            <a:lvl6pPr>
              <a:defRPr sz="3150" b="1">
                <a:solidFill>
                  <a:srgbClr val="30291F"/>
                </a:solidFill>
                <a:latin typeface="Noto Serif CJK SC"/>
                <a:ea typeface="Noto Serif CJK SC"/>
                <a:cs typeface="Noto Serif CJK SC"/>
              </a:defRPr>
            </a:lvl6pPr>
            <a:lvl7pPr>
              <a:defRPr sz="3150" b="1">
                <a:solidFill>
                  <a:srgbClr val="30291F"/>
                </a:solidFill>
                <a:latin typeface="Noto Serif CJK SC"/>
                <a:ea typeface="Noto Serif CJK SC"/>
                <a:cs typeface="Noto Serif CJK SC"/>
              </a:defRPr>
            </a:lvl7pPr>
            <a:lvl8pPr>
              <a:defRPr sz="3150" b="1">
                <a:solidFill>
                  <a:srgbClr val="30291F"/>
                </a:solidFill>
                <a:latin typeface="Noto Serif CJK SC"/>
                <a:ea typeface="Noto Serif CJK SC"/>
                <a:cs typeface="Noto Serif CJK SC"/>
              </a:defRPr>
            </a:lvl8pPr>
            <a:lvl9pPr>
              <a:defRPr sz="3150" b="1">
                <a:solidFill>
                  <a:srgbClr val="30291F"/>
                </a:solidFill>
                <a:latin typeface="Noto Serif CJK SC"/>
                <a:ea typeface="Noto Serif CJK SC"/>
                <a:cs typeface="Noto Serif CJK SC"/>
              </a:defRPr>
            </a:lvl9pPr>
          </a:lstStyle>
          <a:p xmlns:a="http://schemas.openxmlformats.org/drawingml/2006/main">
            <a:pPr>
              <a:defRPr sz="3150" b="1">
                <a:solidFill>
                  <a:srgbClr val="30291F"/>
                </a:solidFill>
                <a:latin typeface="Noto Serif CJK SC"/>
                <a:ea typeface="Noto Serif CJK SC"/>
                <a:cs typeface="Noto Serif CJK SC"/>
              </a:defRPr>
            </a:pPr>
            <a:r>
              <a:rPr sz="3150" b="1">
                <a:solidFill>
                  <a:srgbClr val="30291F"/>
                </a:solidFill>
                <a:latin typeface="Noto Serif CJK SC"/>
                <a:ea typeface="Noto Serif CJK SC"/>
                <a:cs typeface="Noto Serif CJK SC"/>
              </a:rPr>
              <a:t>任务5  依据与解释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A4B6CB45-0204-4C05-874E-66D08123A3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714500"/>
            <a:ext cx="10972800" cy="6000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2625" b="0">
                <a:solidFill>
                  <a:srgbClr val="31695F"/>
                </a:solidFill>
                <a:latin typeface="LXGW WenKai TC"/>
                <a:ea typeface="LXGW WenKai TC"/>
                <a:cs typeface="LXGW WenKai TC"/>
              </a:defRPr>
            </a:defPPr>
            <a:lvl1pPr>
              <a:defRPr sz="2625" b="0">
                <a:solidFill>
                  <a:srgbClr val="31695F"/>
                </a:solidFill>
                <a:latin typeface="LXGW WenKai TC"/>
                <a:ea typeface="LXGW WenKai TC"/>
                <a:cs typeface="LXGW WenKai TC"/>
              </a:defRPr>
            </a:lvl1pPr>
            <a:lvl2pPr>
              <a:defRPr sz="2625" b="0">
                <a:solidFill>
                  <a:srgbClr val="31695F"/>
                </a:solidFill>
                <a:latin typeface="LXGW WenKai TC"/>
                <a:ea typeface="LXGW WenKai TC"/>
                <a:cs typeface="LXGW WenKai TC"/>
              </a:defRPr>
            </a:lvl2pPr>
            <a:lvl3pPr>
              <a:defRPr sz="2625" b="0">
                <a:solidFill>
                  <a:srgbClr val="31695F"/>
                </a:solidFill>
                <a:latin typeface="LXGW WenKai TC"/>
                <a:ea typeface="LXGW WenKai TC"/>
                <a:cs typeface="LXGW WenKai TC"/>
              </a:defRPr>
            </a:lvl3pPr>
            <a:lvl4pPr>
              <a:defRPr sz="2625" b="0">
                <a:solidFill>
                  <a:srgbClr val="31695F"/>
                </a:solidFill>
                <a:latin typeface="LXGW WenKai TC"/>
                <a:ea typeface="LXGW WenKai TC"/>
                <a:cs typeface="LXGW WenKai TC"/>
              </a:defRPr>
            </a:lvl4pPr>
            <a:lvl5pPr>
              <a:defRPr sz="2625" b="0">
                <a:solidFill>
                  <a:srgbClr val="31695F"/>
                </a:solidFill>
                <a:latin typeface="LXGW WenKai TC"/>
                <a:ea typeface="LXGW WenKai TC"/>
                <a:cs typeface="LXGW WenKai TC"/>
              </a:defRPr>
            </a:lvl5pPr>
            <a:lvl6pPr>
              <a:defRPr sz="2625" b="0">
                <a:solidFill>
                  <a:srgbClr val="31695F"/>
                </a:solidFill>
                <a:latin typeface="LXGW WenKai TC"/>
                <a:ea typeface="LXGW WenKai TC"/>
                <a:cs typeface="LXGW WenKai TC"/>
              </a:defRPr>
            </a:lvl6pPr>
            <a:lvl7pPr>
              <a:defRPr sz="2625" b="0">
                <a:solidFill>
                  <a:srgbClr val="31695F"/>
                </a:solidFill>
                <a:latin typeface="LXGW WenKai TC"/>
                <a:ea typeface="LXGW WenKai TC"/>
                <a:cs typeface="LXGW WenKai TC"/>
              </a:defRPr>
            </a:lvl7pPr>
            <a:lvl8pPr>
              <a:defRPr sz="2625" b="0">
                <a:solidFill>
                  <a:srgbClr val="31695F"/>
                </a:solidFill>
                <a:latin typeface="LXGW WenKai TC"/>
                <a:ea typeface="LXGW WenKai TC"/>
                <a:cs typeface="LXGW WenKai TC"/>
              </a:defRPr>
            </a:lvl8pPr>
            <a:lvl9pPr>
              <a:defRPr sz="2625" b="0">
                <a:solidFill>
                  <a:srgbClr val="31695F"/>
                </a:solidFill>
                <a:latin typeface="LXGW WenKai TC"/>
                <a:ea typeface="LXGW WenKai TC"/>
                <a:cs typeface="LXGW WenKai TC"/>
              </a:defRPr>
            </a:lvl9pPr>
          </a:lstStyle>
          <a:p xmlns:a="http://schemas.openxmlformats.org/drawingml/2006/main">
            <a:pPr>
              <a:defRPr sz="2625" b="0">
                <a:solidFill>
                  <a:srgbClr val="31695F"/>
                </a:solidFill>
                <a:latin typeface="LXGW WenKai TC"/>
                <a:ea typeface="LXGW WenKai TC"/>
                <a:cs typeface="LXGW WenKai TC"/>
              </a:defRPr>
            </a:pPr>
            <a:r>
              <a:rPr sz="2625" b="0">
                <a:solidFill>
                  <a:srgbClr val="31695F"/>
                </a:solidFill>
                <a:latin typeface="LXGW WenKai TC"/>
                <a:ea typeface="LXGW WenKai TC"/>
                <a:cs typeface="LXGW WenKai TC"/>
              </a:rPr>
              <a:t>“我”一边帮爸妈夹菜，一边不停地讲学校里的新闻旧事。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46D9EA95-7DBB-431F-8D05-D35A73C21C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543175"/>
            <a:ext cx="10820400" cy="4667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2100" b="0">
                <a:solidFill>
                  <a:srgbClr val="30291F"/>
                </a:solidFill>
                <a:latin typeface="Noto Serif CJK SC"/>
                <a:ea typeface="Noto Serif CJK SC"/>
                <a:cs typeface="Noto Serif CJK SC"/>
              </a:defRPr>
            </a:defPPr>
            <a:lvl1pPr>
              <a:defRPr sz="2100" b="0">
                <a:solidFill>
                  <a:srgbClr val="30291F"/>
                </a:solidFill>
                <a:latin typeface="Noto Serif CJK SC"/>
                <a:ea typeface="Noto Serif CJK SC"/>
                <a:cs typeface="Noto Serif CJK SC"/>
              </a:defRPr>
            </a:lvl1pPr>
            <a:lvl2pPr>
              <a:defRPr sz="2100" b="0">
                <a:solidFill>
                  <a:srgbClr val="30291F"/>
                </a:solidFill>
                <a:latin typeface="Noto Serif CJK SC"/>
                <a:ea typeface="Noto Serif CJK SC"/>
                <a:cs typeface="Noto Serif CJK SC"/>
              </a:defRPr>
            </a:lvl2pPr>
            <a:lvl3pPr>
              <a:defRPr sz="2100" b="0">
                <a:solidFill>
                  <a:srgbClr val="30291F"/>
                </a:solidFill>
                <a:latin typeface="Noto Serif CJK SC"/>
                <a:ea typeface="Noto Serif CJK SC"/>
                <a:cs typeface="Noto Serif CJK SC"/>
              </a:defRPr>
            </a:lvl3pPr>
            <a:lvl4pPr>
              <a:defRPr sz="2100" b="0">
                <a:solidFill>
                  <a:srgbClr val="30291F"/>
                </a:solidFill>
                <a:latin typeface="Noto Serif CJK SC"/>
                <a:ea typeface="Noto Serif CJK SC"/>
                <a:cs typeface="Noto Serif CJK SC"/>
              </a:defRPr>
            </a:lvl4pPr>
            <a:lvl5pPr>
              <a:defRPr sz="2100" b="0">
                <a:solidFill>
                  <a:srgbClr val="30291F"/>
                </a:solidFill>
                <a:latin typeface="Noto Serif CJK SC"/>
                <a:ea typeface="Noto Serif CJK SC"/>
                <a:cs typeface="Noto Serif CJK SC"/>
              </a:defRPr>
            </a:lvl5pPr>
            <a:lvl6pPr>
              <a:defRPr sz="2100" b="0">
                <a:solidFill>
                  <a:srgbClr val="30291F"/>
                </a:solidFill>
                <a:latin typeface="Noto Serif CJK SC"/>
                <a:ea typeface="Noto Serif CJK SC"/>
                <a:cs typeface="Noto Serif CJK SC"/>
              </a:defRPr>
            </a:lvl6pPr>
            <a:lvl7pPr>
              <a:defRPr sz="2100" b="0">
                <a:solidFill>
                  <a:srgbClr val="30291F"/>
                </a:solidFill>
                <a:latin typeface="Noto Serif CJK SC"/>
                <a:ea typeface="Noto Serif CJK SC"/>
                <a:cs typeface="Noto Serif CJK SC"/>
              </a:defRPr>
            </a:lvl7pPr>
            <a:lvl8pPr>
              <a:defRPr sz="2100" b="0">
                <a:solidFill>
                  <a:srgbClr val="30291F"/>
                </a:solidFill>
                <a:latin typeface="Noto Serif CJK SC"/>
                <a:ea typeface="Noto Serif CJK SC"/>
                <a:cs typeface="Noto Serif CJK SC"/>
              </a:defRPr>
            </a:lvl8pPr>
            <a:lvl9pPr>
              <a:defRPr sz="2100" b="0">
                <a:solidFill>
                  <a:srgbClr val="30291F"/>
                </a:solidFill>
                <a:latin typeface="Noto Serif CJK SC"/>
                <a:ea typeface="Noto Serif CJK SC"/>
                <a:cs typeface="Noto Serif CJK SC"/>
              </a:defRPr>
            </a:lvl9pPr>
          </a:lstStyle>
          <a:p xmlns:a="http://schemas.openxmlformats.org/drawingml/2006/main">
            <a:pPr>
              <a:defRPr sz="2100" b="0">
                <a:solidFill>
                  <a:srgbClr val="30291F"/>
                </a:solidFill>
                <a:latin typeface="Noto Serif CJK SC"/>
                <a:ea typeface="Noto Serif CJK SC"/>
                <a:cs typeface="Noto Serif CJK SC"/>
              </a:defRPr>
            </a:pPr>
            <a:r>
              <a:rPr sz="2100" b="0">
                <a:solidFill>
                  <a:srgbClr val="30291F"/>
                </a:solidFill>
                <a:latin typeface="Noto Serif CJK SC"/>
                <a:ea typeface="Noto Serif CJK SC"/>
                <a:cs typeface="Noto Serif CJK SC"/>
              </a:rPr>
              <a:t>“一边……一边……”连着两项行为；“希望……”才说明目的。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48A612B2-7402-4B98-9FC3-0B2063562B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25200" y="6477000"/>
            <a:ext cx="4572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1350" b="0">
                <a:solidFill>
                  <a:srgbClr val="776C60"/>
                </a:solidFill>
                <a:latin typeface="Noto Serif CJK SC"/>
                <a:ea typeface="Noto Serif CJK SC"/>
                <a:cs typeface="Noto Serif CJK SC"/>
              </a:defRPr>
            </a:defPPr>
            <a:lvl1pPr>
              <a:defRPr sz="1350" b="0">
                <a:solidFill>
                  <a:srgbClr val="776C60"/>
                </a:solidFill>
                <a:latin typeface="Noto Serif CJK SC"/>
                <a:ea typeface="Noto Serif CJK SC"/>
                <a:cs typeface="Noto Serif CJK SC"/>
              </a:defRPr>
            </a:lvl1pPr>
            <a:lvl2pPr>
              <a:defRPr sz="1350" b="0">
                <a:solidFill>
                  <a:srgbClr val="776C60"/>
                </a:solidFill>
                <a:latin typeface="Noto Serif CJK SC"/>
                <a:ea typeface="Noto Serif CJK SC"/>
                <a:cs typeface="Noto Serif CJK SC"/>
              </a:defRPr>
            </a:lvl2pPr>
            <a:lvl3pPr>
              <a:defRPr sz="1350" b="0">
                <a:solidFill>
                  <a:srgbClr val="776C60"/>
                </a:solidFill>
                <a:latin typeface="Noto Serif CJK SC"/>
                <a:ea typeface="Noto Serif CJK SC"/>
                <a:cs typeface="Noto Serif CJK SC"/>
              </a:defRPr>
            </a:lvl3pPr>
            <a:lvl4pPr>
              <a:defRPr sz="1350" b="0">
                <a:solidFill>
                  <a:srgbClr val="776C60"/>
                </a:solidFill>
                <a:latin typeface="Noto Serif CJK SC"/>
                <a:ea typeface="Noto Serif CJK SC"/>
                <a:cs typeface="Noto Serif CJK SC"/>
              </a:defRPr>
            </a:lvl4pPr>
            <a:lvl5pPr>
              <a:defRPr sz="1350" b="0">
                <a:solidFill>
                  <a:srgbClr val="776C60"/>
                </a:solidFill>
                <a:latin typeface="Noto Serif CJK SC"/>
                <a:ea typeface="Noto Serif CJK SC"/>
                <a:cs typeface="Noto Serif CJK SC"/>
              </a:defRPr>
            </a:lvl5pPr>
            <a:lvl6pPr>
              <a:defRPr sz="1350" b="0">
                <a:solidFill>
                  <a:srgbClr val="776C60"/>
                </a:solidFill>
                <a:latin typeface="Noto Serif CJK SC"/>
                <a:ea typeface="Noto Serif CJK SC"/>
                <a:cs typeface="Noto Serif CJK SC"/>
              </a:defRPr>
            </a:lvl6pPr>
            <a:lvl7pPr>
              <a:defRPr sz="1350" b="0">
                <a:solidFill>
                  <a:srgbClr val="776C60"/>
                </a:solidFill>
                <a:latin typeface="Noto Serif CJK SC"/>
                <a:ea typeface="Noto Serif CJK SC"/>
                <a:cs typeface="Noto Serif CJK SC"/>
              </a:defRPr>
            </a:lvl7pPr>
            <a:lvl8pPr>
              <a:defRPr sz="1350" b="0">
                <a:solidFill>
                  <a:srgbClr val="776C60"/>
                </a:solidFill>
                <a:latin typeface="Noto Serif CJK SC"/>
                <a:ea typeface="Noto Serif CJK SC"/>
                <a:cs typeface="Noto Serif CJK SC"/>
              </a:defRPr>
            </a:lvl8pPr>
            <a:lvl9pPr>
              <a:defRPr sz="1350" b="0">
                <a:solidFill>
                  <a:srgbClr val="776C60"/>
                </a:solidFill>
                <a:latin typeface="Noto Serif CJK SC"/>
                <a:ea typeface="Noto Serif CJK SC"/>
                <a:cs typeface="Noto Serif CJK SC"/>
              </a:defRPr>
            </a:lvl9pPr>
          </a:lstStyle>
          <a:p xmlns:a="http://schemas.openxmlformats.org/drawingml/2006/main">
            <a:pPr>
              <a:defRPr sz="1350" b="0">
                <a:solidFill>
                  <a:srgbClr val="776C60"/>
                </a:solidFill>
                <a:latin typeface="Noto Serif CJK SC"/>
                <a:ea typeface="Noto Serif CJK SC"/>
                <a:cs typeface="Noto Serif CJK SC"/>
              </a:defRPr>
            </a:pPr>
            <a:r>
              <a:rPr sz="1350" b="0">
                <a:solidFill>
                  <a:srgbClr val="776C60"/>
                </a:solidFill>
                <a:latin typeface="Noto Serif CJK SC"/>
                <a:ea typeface="Noto Serif CJK SC"/>
                <a:cs typeface="Noto Serif CJK SC"/>
              </a:rPr>
              <a:t>18</a:t>
            </a:r>
          </a:p>
        </p:txBody>
      </p:sp>
    </p:spTree>
    <p:extLst>
      <p:ext uri="{BB962C8B-B14F-4D97-AF65-F5344CB8AC3E}">
        <p14:creationId xmlns:p14="http://schemas.microsoft.com/office/powerpoint/2010/main" val="1718188865"/>
      </p:ext>
    </p:extLst>
  </p:cSld>
</p:sld>
</file>

<file path=ppt/slides/slide19.xml><?xml version="1.0" encoding="utf-8"?>
<p:sld xmlns:p="http://schemas.openxmlformats.org/presentationml/2006/main">
  <p:cSld>
    <p:bg>
      <p:bgPr>
        <a:solidFill xmlns:a="http://schemas.openxmlformats.org/drawingml/2006/main">
          <a:srgbClr val="FFFAF2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A4B1B97E-C2AD-45FA-B27A-472E04B24E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33375"/>
            <a:ext cx="762000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1575" b="0">
                <a:solidFill>
                  <a:srgbClr val="9B3024"/>
                </a:solidFill>
                <a:latin typeface="Noto Serif CJK SC"/>
                <a:ea typeface="Noto Serif CJK SC"/>
                <a:cs typeface="Noto Serif CJK SC"/>
              </a:defRPr>
            </a:defPPr>
            <a:lvl1pPr>
              <a:defRPr sz="1575" b="0">
                <a:solidFill>
                  <a:srgbClr val="9B3024"/>
                </a:solidFill>
                <a:latin typeface="Noto Serif CJK SC"/>
                <a:ea typeface="Noto Serif CJK SC"/>
                <a:cs typeface="Noto Serif CJK SC"/>
              </a:defRPr>
            </a:lvl1pPr>
            <a:lvl2pPr>
              <a:defRPr sz="1575" b="0">
                <a:solidFill>
                  <a:srgbClr val="9B3024"/>
                </a:solidFill>
                <a:latin typeface="Noto Serif CJK SC"/>
                <a:ea typeface="Noto Serif CJK SC"/>
                <a:cs typeface="Noto Serif CJK SC"/>
              </a:defRPr>
            </a:lvl2pPr>
            <a:lvl3pPr>
              <a:defRPr sz="1575" b="0">
                <a:solidFill>
                  <a:srgbClr val="9B3024"/>
                </a:solidFill>
                <a:latin typeface="Noto Serif CJK SC"/>
                <a:ea typeface="Noto Serif CJK SC"/>
                <a:cs typeface="Noto Serif CJK SC"/>
              </a:defRPr>
            </a:lvl3pPr>
            <a:lvl4pPr>
              <a:defRPr sz="1575" b="0">
                <a:solidFill>
                  <a:srgbClr val="9B3024"/>
                </a:solidFill>
                <a:latin typeface="Noto Serif CJK SC"/>
                <a:ea typeface="Noto Serif CJK SC"/>
                <a:cs typeface="Noto Serif CJK SC"/>
              </a:defRPr>
            </a:lvl4pPr>
            <a:lvl5pPr>
              <a:defRPr sz="1575" b="0">
                <a:solidFill>
                  <a:srgbClr val="9B3024"/>
                </a:solidFill>
                <a:latin typeface="Noto Serif CJK SC"/>
                <a:ea typeface="Noto Serif CJK SC"/>
                <a:cs typeface="Noto Serif CJK SC"/>
              </a:defRPr>
            </a:lvl5pPr>
            <a:lvl6pPr>
              <a:defRPr sz="1575" b="0">
                <a:solidFill>
                  <a:srgbClr val="9B3024"/>
                </a:solidFill>
                <a:latin typeface="Noto Serif CJK SC"/>
                <a:ea typeface="Noto Serif CJK SC"/>
                <a:cs typeface="Noto Serif CJK SC"/>
              </a:defRPr>
            </a:lvl6pPr>
            <a:lvl7pPr>
              <a:defRPr sz="1575" b="0">
                <a:solidFill>
                  <a:srgbClr val="9B3024"/>
                </a:solidFill>
                <a:latin typeface="Noto Serif CJK SC"/>
                <a:ea typeface="Noto Serif CJK SC"/>
                <a:cs typeface="Noto Serif CJK SC"/>
              </a:defRPr>
            </a:lvl7pPr>
            <a:lvl8pPr>
              <a:defRPr sz="1575" b="0">
                <a:solidFill>
                  <a:srgbClr val="9B3024"/>
                </a:solidFill>
                <a:latin typeface="Noto Serif CJK SC"/>
                <a:ea typeface="Noto Serif CJK SC"/>
                <a:cs typeface="Noto Serif CJK SC"/>
              </a:defRPr>
            </a:lvl8pPr>
            <a:lvl9pPr>
              <a:defRPr sz="1575" b="0">
                <a:solidFill>
                  <a:srgbClr val="9B3024"/>
                </a:solidFill>
                <a:latin typeface="Noto Serif CJK SC"/>
                <a:ea typeface="Noto Serif CJK SC"/>
                <a:cs typeface="Noto Serif CJK SC"/>
              </a:defRPr>
            </a:lvl9pPr>
          </a:lstStyle>
          <a:p xmlns:a="http://schemas.openxmlformats.org/drawingml/2006/main">
            <a:pPr>
              <a:defRPr sz="1575" b="0">
                <a:solidFill>
                  <a:srgbClr val="9B3024"/>
                </a:solidFill>
                <a:latin typeface="Noto Serif CJK SC"/>
                <a:ea typeface="Noto Serif CJK SC"/>
                <a:cs typeface="Noto Serif CJK SC"/>
              </a:defRPr>
            </a:pPr>
            <a:r>
              <a:rPr sz="1575" b="0">
                <a:solidFill>
                  <a:srgbClr val="9B3024"/>
                </a:solidFill>
                <a:latin typeface="Noto Serif CJK SC"/>
                <a:ea typeface="Noto Serif CJK SC"/>
                <a:cs typeface="Noto Serif CJK SC"/>
              </a:rPr>
              <a:t>第一课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AC1E6F10-1AF9-43CE-A41D-634A2AB84E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781050"/>
            <a:ext cx="109728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3150" b="1">
                <a:solidFill>
                  <a:srgbClr val="30291F"/>
                </a:solidFill>
                <a:latin typeface="Noto Serif CJK SC"/>
                <a:ea typeface="Noto Serif CJK SC"/>
                <a:cs typeface="Noto Serif CJK SC"/>
              </a:defRPr>
            </a:defPPr>
            <a:lvl1pPr>
              <a:defRPr sz="3150" b="1">
                <a:solidFill>
                  <a:srgbClr val="30291F"/>
                </a:solidFill>
                <a:latin typeface="Noto Serif CJK SC"/>
                <a:ea typeface="Noto Serif CJK SC"/>
                <a:cs typeface="Noto Serif CJK SC"/>
              </a:defRPr>
            </a:lvl1pPr>
            <a:lvl2pPr>
              <a:defRPr sz="3150" b="1">
                <a:solidFill>
                  <a:srgbClr val="30291F"/>
                </a:solidFill>
                <a:latin typeface="Noto Serif CJK SC"/>
                <a:ea typeface="Noto Serif CJK SC"/>
                <a:cs typeface="Noto Serif CJK SC"/>
              </a:defRPr>
            </a:lvl2pPr>
            <a:lvl3pPr>
              <a:defRPr sz="3150" b="1">
                <a:solidFill>
                  <a:srgbClr val="30291F"/>
                </a:solidFill>
                <a:latin typeface="Noto Serif CJK SC"/>
                <a:ea typeface="Noto Serif CJK SC"/>
                <a:cs typeface="Noto Serif CJK SC"/>
              </a:defRPr>
            </a:lvl3pPr>
            <a:lvl4pPr>
              <a:defRPr sz="3150" b="1">
                <a:solidFill>
                  <a:srgbClr val="30291F"/>
                </a:solidFill>
                <a:latin typeface="Noto Serif CJK SC"/>
                <a:ea typeface="Noto Serif CJK SC"/>
                <a:cs typeface="Noto Serif CJK SC"/>
              </a:defRPr>
            </a:lvl4pPr>
            <a:lvl5pPr>
              <a:defRPr sz="3150" b="1">
                <a:solidFill>
                  <a:srgbClr val="30291F"/>
                </a:solidFill>
                <a:latin typeface="Noto Serif CJK SC"/>
                <a:ea typeface="Noto Serif CJK SC"/>
                <a:cs typeface="Noto Serif CJK SC"/>
              </a:defRPr>
            </a:lvl5pPr>
            <a:lvl6pPr>
              <a:defRPr sz="3150" b="1">
                <a:solidFill>
                  <a:srgbClr val="30291F"/>
                </a:solidFill>
                <a:latin typeface="Noto Serif CJK SC"/>
                <a:ea typeface="Noto Serif CJK SC"/>
                <a:cs typeface="Noto Serif CJK SC"/>
              </a:defRPr>
            </a:lvl6pPr>
            <a:lvl7pPr>
              <a:defRPr sz="3150" b="1">
                <a:solidFill>
                  <a:srgbClr val="30291F"/>
                </a:solidFill>
                <a:latin typeface="Noto Serif CJK SC"/>
                <a:ea typeface="Noto Serif CJK SC"/>
                <a:cs typeface="Noto Serif CJK SC"/>
              </a:defRPr>
            </a:lvl7pPr>
            <a:lvl8pPr>
              <a:defRPr sz="3150" b="1">
                <a:solidFill>
                  <a:srgbClr val="30291F"/>
                </a:solidFill>
                <a:latin typeface="Noto Serif CJK SC"/>
                <a:ea typeface="Noto Serif CJK SC"/>
                <a:cs typeface="Noto Serif CJK SC"/>
              </a:defRPr>
            </a:lvl8pPr>
            <a:lvl9pPr>
              <a:defRPr sz="3150" b="1">
                <a:solidFill>
                  <a:srgbClr val="30291F"/>
                </a:solidFill>
                <a:latin typeface="Noto Serif CJK SC"/>
                <a:ea typeface="Noto Serif CJK SC"/>
                <a:cs typeface="Noto Serif CJK SC"/>
              </a:defRPr>
            </a:lvl9pPr>
          </a:lstStyle>
          <a:p xmlns:a="http://schemas.openxmlformats.org/drawingml/2006/main">
            <a:pPr>
              <a:defRPr sz="3150" b="1">
                <a:solidFill>
                  <a:srgbClr val="30291F"/>
                </a:solidFill>
                <a:latin typeface="Noto Serif CJK SC"/>
                <a:ea typeface="Noto Serif CJK SC"/>
                <a:cs typeface="Noto Serif CJK SC"/>
              </a:defRPr>
            </a:pPr>
            <a:r>
              <a:rPr sz="3150" b="1">
                <a:solidFill>
                  <a:srgbClr val="30291F"/>
                </a:solidFill>
                <a:latin typeface="Noto Serif CJK SC"/>
                <a:ea typeface="Noto Serif CJK SC"/>
                <a:cs typeface="Noto Serif CJK SC"/>
              </a:rPr>
              <a:t>任务6  从行为看人物特点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7CDF749B-4BEE-4CC2-B29F-C55D69A129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714500"/>
            <a:ext cx="10972800" cy="628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2775" b="0">
                <a:solidFill>
                  <a:srgbClr val="30291F"/>
                </a:solidFill>
                <a:latin typeface="LXGW WenKai TC"/>
                <a:ea typeface="LXGW WenKai TC"/>
                <a:cs typeface="LXGW WenKai TC"/>
              </a:defRPr>
            </a:defPPr>
            <a:lvl1pPr>
              <a:defRPr sz="2775" b="0">
                <a:solidFill>
                  <a:srgbClr val="30291F"/>
                </a:solidFill>
                <a:latin typeface="LXGW WenKai TC"/>
                <a:ea typeface="LXGW WenKai TC"/>
                <a:cs typeface="LXGW WenKai TC"/>
              </a:defRPr>
            </a:lvl1pPr>
            <a:lvl2pPr>
              <a:defRPr sz="2775" b="0">
                <a:solidFill>
                  <a:srgbClr val="30291F"/>
                </a:solidFill>
                <a:latin typeface="LXGW WenKai TC"/>
                <a:ea typeface="LXGW WenKai TC"/>
                <a:cs typeface="LXGW WenKai TC"/>
              </a:defRPr>
            </a:lvl2pPr>
            <a:lvl3pPr>
              <a:defRPr sz="2775" b="0">
                <a:solidFill>
                  <a:srgbClr val="30291F"/>
                </a:solidFill>
                <a:latin typeface="LXGW WenKai TC"/>
                <a:ea typeface="LXGW WenKai TC"/>
                <a:cs typeface="LXGW WenKai TC"/>
              </a:defRPr>
            </a:lvl3pPr>
            <a:lvl4pPr>
              <a:defRPr sz="2775" b="0">
                <a:solidFill>
                  <a:srgbClr val="30291F"/>
                </a:solidFill>
                <a:latin typeface="LXGW WenKai TC"/>
                <a:ea typeface="LXGW WenKai TC"/>
                <a:cs typeface="LXGW WenKai TC"/>
              </a:defRPr>
            </a:lvl4pPr>
            <a:lvl5pPr>
              <a:defRPr sz="2775" b="0">
                <a:solidFill>
                  <a:srgbClr val="30291F"/>
                </a:solidFill>
                <a:latin typeface="LXGW WenKai TC"/>
                <a:ea typeface="LXGW WenKai TC"/>
                <a:cs typeface="LXGW WenKai TC"/>
              </a:defRPr>
            </a:lvl5pPr>
            <a:lvl6pPr>
              <a:defRPr sz="2775" b="0">
                <a:solidFill>
                  <a:srgbClr val="30291F"/>
                </a:solidFill>
                <a:latin typeface="LXGW WenKai TC"/>
                <a:ea typeface="LXGW WenKai TC"/>
                <a:cs typeface="LXGW WenKai TC"/>
              </a:defRPr>
            </a:lvl6pPr>
            <a:lvl7pPr>
              <a:defRPr sz="2775" b="0">
                <a:solidFill>
                  <a:srgbClr val="30291F"/>
                </a:solidFill>
                <a:latin typeface="LXGW WenKai TC"/>
                <a:ea typeface="LXGW WenKai TC"/>
                <a:cs typeface="LXGW WenKai TC"/>
              </a:defRPr>
            </a:lvl7pPr>
            <a:lvl8pPr>
              <a:defRPr sz="2775" b="0">
                <a:solidFill>
                  <a:srgbClr val="30291F"/>
                </a:solidFill>
                <a:latin typeface="LXGW WenKai TC"/>
                <a:ea typeface="LXGW WenKai TC"/>
                <a:cs typeface="LXGW WenKai TC"/>
              </a:defRPr>
            </a:lvl8pPr>
            <a:lvl9pPr>
              <a:defRPr sz="2775" b="0">
                <a:solidFill>
                  <a:srgbClr val="30291F"/>
                </a:solidFill>
                <a:latin typeface="LXGW WenKai TC"/>
                <a:ea typeface="LXGW WenKai TC"/>
                <a:cs typeface="LXGW WenKai TC"/>
              </a:defRPr>
            </a:lvl9pPr>
          </a:lstStyle>
          <a:p xmlns:a="http://schemas.openxmlformats.org/drawingml/2006/main">
            <a:pPr>
              <a:defRPr sz="2775" b="0">
                <a:solidFill>
                  <a:srgbClr val="30291F"/>
                </a:solidFill>
                <a:latin typeface="LXGW WenKai TC"/>
                <a:ea typeface="LXGW WenKai TC"/>
                <a:cs typeface="LXGW WenKai TC"/>
              </a:defRPr>
            </a:pPr>
            <a:r>
              <a:rPr sz="2775" b="0">
                <a:solidFill>
                  <a:srgbClr val="30291F"/>
                </a:solidFill>
                <a:latin typeface="LXGW WenKai TC"/>
                <a:ea typeface="LXGW WenKai TC"/>
                <a:cs typeface="LXGW WenKai TC"/>
              </a:rPr>
              <a:t>作者是一个怎样的人？请结合课文内容说明。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635842A2-3FA6-4785-A466-CD0CEF9D34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667125"/>
            <a:ext cx="10972800" cy="1619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2325" b="0">
                <a:solidFill>
                  <a:srgbClr val="31695F"/>
                </a:solidFill>
                <a:latin typeface="Noto Serif CJK SC"/>
                <a:ea typeface="Noto Serif CJK SC"/>
                <a:cs typeface="Noto Serif CJK SC"/>
              </a:defRPr>
            </a:defPPr>
            <a:lvl1pPr>
              <a:defRPr sz="2325" b="0">
                <a:solidFill>
                  <a:srgbClr val="31695F"/>
                </a:solidFill>
                <a:latin typeface="Noto Serif CJK SC"/>
                <a:ea typeface="Noto Serif CJK SC"/>
                <a:cs typeface="Noto Serif CJK SC"/>
              </a:defRPr>
            </a:lvl1pPr>
            <a:lvl2pPr>
              <a:defRPr sz="2325" b="0">
                <a:solidFill>
                  <a:srgbClr val="31695F"/>
                </a:solidFill>
                <a:latin typeface="Noto Serif CJK SC"/>
                <a:ea typeface="Noto Serif CJK SC"/>
                <a:cs typeface="Noto Serif CJK SC"/>
              </a:defRPr>
            </a:lvl2pPr>
            <a:lvl3pPr>
              <a:defRPr sz="2325" b="0">
                <a:solidFill>
                  <a:srgbClr val="31695F"/>
                </a:solidFill>
                <a:latin typeface="Noto Serif CJK SC"/>
                <a:ea typeface="Noto Serif CJK SC"/>
                <a:cs typeface="Noto Serif CJK SC"/>
              </a:defRPr>
            </a:lvl3pPr>
            <a:lvl4pPr>
              <a:defRPr sz="2325" b="0">
                <a:solidFill>
                  <a:srgbClr val="31695F"/>
                </a:solidFill>
                <a:latin typeface="Noto Serif CJK SC"/>
                <a:ea typeface="Noto Serif CJK SC"/>
                <a:cs typeface="Noto Serif CJK SC"/>
              </a:defRPr>
            </a:lvl4pPr>
            <a:lvl5pPr>
              <a:defRPr sz="2325" b="0">
                <a:solidFill>
                  <a:srgbClr val="31695F"/>
                </a:solidFill>
                <a:latin typeface="Noto Serif CJK SC"/>
                <a:ea typeface="Noto Serif CJK SC"/>
                <a:cs typeface="Noto Serif CJK SC"/>
              </a:defRPr>
            </a:lvl5pPr>
            <a:lvl6pPr>
              <a:defRPr sz="2325" b="0">
                <a:solidFill>
                  <a:srgbClr val="31695F"/>
                </a:solidFill>
                <a:latin typeface="Noto Serif CJK SC"/>
                <a:ea typeface="Noto Serif CJK SC"/>
                <a:cs typeface="Noto Serif CJK SC"/>
              </a:defRPr>
            </a:lvl6pPr>
            <a:lvl7pPr>
              <a:defRPr sz="2325" b="0">
                <a:solidFill>
                  <a:srgbClr val="31695F"/>
                </a:solidFill>
                <a:latin typeface="Noto Serif CJK SC"/>
                <a:ea typeface="Noto Serif CJK SC"/>
                <a:cs typeface="Noto Serif CJK SC"/>
              </a:defRPr>
            </a:lvl7pPr>
            <a:lvl8pPr>
              <a:defRPr sz="2325" b="0">
                <a:solidFill>
                  <a:srgbClr val="31695F"/>
                </a:solidFill>
                <a:latin typeface="Noto Serif CJK SC"/>
                <a:ea typeface="Noto Serif CJK SC"/>
                <a:cs typeface="Noto Serif CJK SC"/>
              </a:defRPr>
            </a:lvl8pPr>
            <a:lvl9pPr>
              <a:defRPr sz="2325" b="0">
                <a:solidFill>
                  <a:srgbClr val="31695F"/>
                </a:solidFill>
                <a:latin typeface="Noto Serif CJK SC"/>
                <a:ea typeface="Noto Serif CJK SC"/>
                <a:cs typeface="Noto Serif CJK SC"/>
              </a:defRPr>
            </a:lvl9pPr>
          </a:lstStyle>
          <a:p xmlns:a="http://schemas.openxmlformats.org/drawingml/2006/main">
            <a:pPr>
              <a:defRPr sz="2325" b="0">
                <a:solidFill>
                  <a:srgbClr val="31695F"/>
                </a:solidFill>
                <a:latin typeface="Noto Serif CJK SC"/>
                <a:ea typeface="Noto Serif CJK SC"/>
                <a:cs typeface="Noto Serif CJK SC"/>
              </a:defRPr>
            </a:pPr>
            <a:r>
              <a:rPr sz="2325" b="0">
                <a:solidFill>
                  <a:srgbClr val="31695F"/>
                </a:solidFill>
                <a:latin typeface="Noto Serif CJK SC"/>
                <a:ea typeface="Noto Serif CJK SC"/>
                <a:cs typeface="Noto Serif CJK SC"/>
              </a:rPr>
              <a:t>本题依据文中的“我”来分析。自己写特点、行为依据，以及行为为什么能说明这</a:t>
            </a:r>
          </a:p>
          <a:p xmlns:a="http://schemas.openxmlformats.org/drawingml/2006/main">
            <a:pPr>
              <a:defRPr sz="2325" b="0">
                <a:solidFill>
                  <a:srgbClr val="31695F"/>
                </a:solidFill>
                <a:latin typeface="Noto Serif CJK SC"/>
                <a:ea typeface="Noto Serif CJK SC"/>
                <a:cs typeface="Noto Serif CJK SC"/>
              </a:defRPr>
            </a:pPr>
            <a:r>
              <a:rPr sz="2325" b="0">
                <a:solidFill>
                  <a:srgbClr val="31695F"/>
                </a:solidFill>
                <a:latin typeface="Noto Serif CJK SC"/>
                <a:ea typeface="Noto Serif CJK SC"/>
                <a:cs typeface="Noto Serif CJK SC"/>
              </a:rPr>
              <a:t>个特点。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435E0E1D-1E04-4E65-A5C4-FB374D1077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543550"/>
            <a:ext cx="3543300" cy="609600"/>
          </a:xfrm>
          <a:prstGeom xmlns:a="http://schemas.openxmlformats.org/drawingml/2006/main" prst="roundRect">
            <a:avLst>
              <a:gd name="adj" fmla="val 12500"/>
            </a:avLst>
          </a:prstGeom>
          <a:solidFill xmlns:a="http://schemas.openxmlformats.org/drawingml/2006/main">
            <a:srgbClr val="EAF2EB"/>
          </a:solidFill>
          <a:ln xmlns:a="http://schemas.openxmlformats.org/drawingml/2006/main" w="9525">
            <a:solidFill>
              <a:srgbClr val="CBD8CC"/>
            </a:solidFill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0979EA23-4837-4B6E-A465-99C0A772E8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5657850"/>
            <a:ext cx="3276600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2175" b="1">
                <a:solidFill>
                  <a:srgbClr val="31695F"/>
                </a:solidFill>
                <a:latin typeface="LXGW WenKai TC"/>
                <a:ea typeface="LXGW WenKai TC"/>
                <a:cs typeface="LXGW WenKai TC"/>
              </a:defRPr>
            </a:defPPr>
            <a:lvl1pPr>
              <a:defRPr sz="2175" b="1">
                <a:solidFill>
                  <a:srgbClr val="31695F"/>
                </a:solidFill>
                <a:latin typeface="LXGW WenKai TC"/>
                <a:ea typeface="LXGW WenKai TC"/>
                <a:cs typeface="LXGW WenKai TC"/>
              </a:defRPr>
            </a:lvl1pPr>
            <a:lvl2pPr>
              <a:defRPr sz="2175" b="1">
                <a:solidFill>
                  <a:srgbClr val="31695F"/>
                </a:solidFill>
                <a:latin typeface="LXGW WenKai TC"/>
                <a:ea typeface="LXGW WenKai TC"/>
                <a:cs typeface="LXGW WenKai TC"/>
              </a:defRPr>
            </a:lvl2pPr>
            <a:lvl3pPr>
              <a:defRPr sz="2175" b="1">
                <a:solidFill>
                  <a:srgbClr val="31695F"/>
                </a:solidFill>
                <a:latin typeface="LXGW WenKai TC"/>
                <a:ea typeface="LXGW WenKai TC"/>
                <a:cs typeface="LXGW WenKai TC"/>
              </a:defRPr>
            </a:lvl3pPr>
            <a:lvl4pPr>
              <a:defRPr sz="2175" b="1">
                <a:solidFill>
                  <a:srgbClr val="31695F"/>
                </a:solidFill>
                <a:latin typeface="LXGW WenKai TC"/>
                <a:ea typeface="LXGW WenKai TC"/>
                <a:cs typeface="LXGW WenKai TC"/>
              </a:defRPr>
            </a:lvl4pPr>
            <a:lvl5pPr>
              <a:defRPr sz="2175" b="1">
                <a:solidFill>
                  <a:srgbClr val="31695F"/>
                </a:solidFill>
                <a:latin typeface="LXGW WenKai TC"/>
                <a:ea typeface="LXGW WenKai TC"/>
                <a:cs typeface="LXGW WenKai TC"/>
              </a:defRPr>
            </a:lvl5pPr>
            <a:lvl6pPr>
              <a:defRPr sz="2175" b="1">
                <a:solidFill>
                  <a:srgbClr val="31695F"/>
                </a:solidFill>
                <a:latin typeface="LXGW WenKai TC"/>
                <a:ea typeface="LXGW WenKai TC"/>
                <a:cs typeface="LXGW WenKai TC"/>
              </a:defRPr>
            </a:lvl6pPr>
            <a:lvl7pPr>
              <a:defRPr sz="2175" b="1">
                <a:solidFill>
                  <a:srgbClr val="31695F"/>
                </a:solidFill>
                <a:latin typeface="LXGW WenKai TC"/>
                <a:ea typeface="LXGW WenKai TC"/>
                <a:cs typeface="LXGW WenKai TC"/>
              </a:defRPr>
            </a:lvl7pPr>
            <a:lvl8pPr>
              <a:defRPr sz="2175" b="1">
                <a:solidFill>
                  <a:srgbClr val="31695F"/>
                </a:solidFill>
                <a:latin typeface="LXGW WenKai TC"/>
                <a:ea typeface="LXGW WenKai TC"/>
                <a:cs typeface="LXGW WenKai TC"/>
              </a:defRPr>
            </a:lvl8pPr>
            <a:lvl9pPr>
              <a:defRPr sz="2175" b="1">
                <a:solidFill>
                  <a:srgbClr val="31695F"/>
                </a:solidFill>
                <a:latin typeface="LXGW WenKai TC"/>
                <a:ea typeface="LXGW WenKai TC"/>
                <a:cs typeface="LXGW WenKai TC"/>
              </a:defRPr>
            </a:lvl9pPr>
          </a:lstStyle>
          <a:p xmlns:a="http://schemas.openxmlformats.org/drawingml/2006/main">
            <a:pPr>
              <a:defRPr sz="2175" b="1">
                <a:solidFill>
                  <a:srgbClr val="31695F"/>
                </a:solidFill>
                <a:latin typeface="LXGW WenKai TC"/>
                <a:ea typeface="LXGW WenKai TC"/>
                <a:cs typeface="LXGW WenKai TC"/>
              </a:defRPr>
            </a:pPr>
            <a:r>
              <a:rPr sz="2175" b="1">
                <a:solidFill>
                  <a:srgbClr val="31695F"/>
                </a:solidFill>
                <a:latin typeface="LXGW WenKai TC"/>
                <a:ea typeface="LXGW WenKai TC"/>
                <a:cs typeface="LXGW WenKai TC"/>
              </a:rPr>
              <a:t>特点是什么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F36AB57E-3D84-4F8C-ACBE-CF4DC1D224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24350" y="5543550"/>
            <a:ext cx="3543300" cy="609600"/>
          </a:xfrm>
          <a:prstGeom xmlns:a="http://schemas.openxmlformats.org/drawingml/2006/main" prst="roundRect">
            <a:avLst>
              <a:gd name="adj" fmla="val 12500"/>
            </a:avLst>
          </a:prstGeom>
          <a:solidFill xmlns:a="http://schemas.openxmlformats.org/drawingml/2006/main">
            <a:srgbClr val="EAF2EB"/>
          </a:solidFill>
          <a:ln xmlns:a="http://schemas.openxmlformats.org/drawingml/2006/main" w="9525">
            <a:solidFill>
              <a:srgbClr val="CBD8CC"/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13023566-38CE-4D5C-AE34-EB17856506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57700" y="5657850"/>
            <a:ext cx="3276600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2175" b="1">
                <a:solidFill>
                  <a:srgbClr val="31695F"/>
                </a:solidFill>
                <a:latin typeface="LXGW WenKai TC"/>
                <a:ea typeface="LXGW WenKai TC"/>
                <a:cs typeface="LXGW WenKai TC"/>
              </a:defRPr>
            </a:defPPr>
            <a:lvl1pPr>
              <a:defRPr sz="2175" b="1">
                <a:solidFill>
                  <a:srgbClr val="31695F"/>
                </a:solidFill>
                <a:latin typeface="LXGW WenKai TC"/>
                <a:ea typeface="LXGW WenKai TC"/>
                <a:cs typeface="LXGW WenKai TC"/>
              </a:defRPr>
            </a:lvl1pPr>
            <a:lvl2pPr>
              <a:defRPr sz="2175" b="1">
                <a:solidFill>
                  <a:srgbClr val="31695F"/>
                </a:solidFill>
                <a:latin typeface="LXGW WenKai TC"/>
                <a:ea typeface="LXGW WenKai TC"/>
                <a:cs typeface="LXGW WenKai TC"/>
              </a:defRPr>
            </a:lvl2pPr>
            <a:lvl3pPr>
              <a:defRPr sz="2175" b="1">
                <a:solidFill>
                  <a:srgbClr val="31695F"/>
                </a:solidFill>
                <a:latin typeface="LXGW WenKai TC"/>
                <a:ea typeface="LXGW WenKai TC"/>
                <a:cs typeface="LXGW WenKai TC"/>
              </a:defRPr>
            </a:lvl3pPr>
            <a:lvl4pPr>
              <a:defRPr sz="2175" b="1">
                <a:solidFill>
                  <a:srgbClr val="31695F"/>
                </a:solidFill>
                <a:latin typeface="LXGW WenKai TC"/>
                <a:ea typeface="LXGW WenKai TC"/>
                <a:cs typeface="LXGW WenKai TC"/>
              </a:defRPr>
            </a:lvl4pPr>
            <a:lvl5pPr>
              <a:defRPr sz="2175" b="1">
                <a:solidFill>
                  <a:srgbClr val="31695F"/>
                </a:solidFill>
                <a:latin typeface="LXGW WenKai TC"/>
                <a:ea typeface="LXGW WenKai TC"/>
                <a:cs typeface="LXGW WenKai TC"/>
              </a:defRPr>
            </a:lvl5pPr>
            <a:lvl6pPr>
              <a:defRPr sz="2175" b="1">
                <a:solidFill>
                  <a:srgbClr val="31695F"/>
                </a:solidFill>
                <a:latin typeface="LXGW WenKai TC"/>
                <a:ea typeface="LXGW WenKai TC"/>
                <a:cs typeface="LXGW WenKai TC"/>
              </a:defRPr>
            </a:lvl6pPr>
            <a:lvl7pPr>
              <a:defRPr sz="2175" b="1">
                <a:solidFill>
                  <a:srgbClr val="31695F"/>
                </a:solidFill>
                <a:latin typeface="LXGW WenKai TC"/>
                <a:ea typeface="LXGW WenKai TC"/>
                <a:cs typeface="LXGW WenKai TC"/>
              </a:defRPr>
            </a:lvl7pPr>
            <a:lvl8pPr>
              <a:defRPr sz="2175" b="1">
                <a:solidFill>
                  <a:srgbClr val="31695F"/>
                </a:solidFill>
                <a:latin typeface="LXGW WenKai TC"/>
                <a:ea typeface="LXGW WenKai TC"/>
                <a:cs typeface="LXGW WenKai TC"/>
              </a:defRPr>
            </a:lvl8pPr>
            <a:lvl9pPr>
              <a:defRPr sz="2175" b="1">
                <a:solidFill>
                  <a:srgbClr val="31695F"/>
                </a:solidFill>
                <a:latin typeface="LXGW WenKai TC"/>
                <a:ea typeface="LXGW WenKai TC"/>
                <a:cs typeface="LXGW WenKai TC"/>
              </a:defRPr>
            </a:lvl9pPr>
          </a:lstStyle>
          <a:p xmlns:a="http://schemas.openxmlformats.org/drawingml/2006/main">
            <a:pPr>
              <a:defRPr sz="2175" b="1">
                <a:solidFill>
                  <a:srgbClr val="31695F"/>
                </a:solidFill>
                <a:latin typeface="LXGW WenKai TC"/>
                <a:ea typeface="LXGW WenKai TC"/>
                <a:cs typeface="LXGW WenKai TC"/>
              </a:defRPr>
            </a:pPr>
            <a:r>
              <a:rPr sz="2175" b="1">
                <a:solidFill>
                  <a:srgbClr val="31695F"/>
                </a:solidFill>
                <a:latin typeface="LXGW WenKai TC"/>
                <a:ea typeface="LXGW WenKai TC"/>
                <a:cs typeface="LXGW WenKai TC"/>
              </a:rPr>
              <a:t>哪些行为证明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9B0D74CA-DA93-40A4-8011-C9DB458C69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39100" y="5543550"/>
            <a:ext cx="3543300" cy="609600"/>
          </a:xfrm>
          <a:prstGeom xmlns:a="http://schemas.openxmlformats.org/drawingml/2006/main" prst="roundRect">
            <a:avLst>
              <a:gd name="adj" fmla="val 12500"/>
            </a:avLst>
          </a:prstGeom>
          <a:solidFill xmlns:a="http://schemas.openxmlformats.org/drawingml/2006/main">
            <a:srgbClr val="EAF2EB"/>
          </a:solidFill>
          <a:ln xmlns:a="http://schemas.openxmlformats.org/drawingml/2006/main" w="9525">
            <a:solidFill>
              <a:srgbClr val="CBD8CC"/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F67A37AC-7442-4E0B-B9C0-E28BF36A2E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72450" y="5657850"/>
            <a:ext cx="3276600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2175" b="1">
                <a:solidFill>
                  <a:srgbClr val="31695F"/>
                </a:solidFill>
                <a:latin typeface="LXGW WenKai TC"/>
                <a:ea typeface="LXGW WenKai TC"/>
                <a:cs typeface="LXGW WenKai TC"/>
              </a:defRPr>
            </a:defPPr>
            <a:lvl1pPr>
              <a:defRPr sz="2175" b="1">
                <a:solidFill>
                  <a:srgbClr val="31695F"/>
                </a:solidFill>
                <a:latin typeface="LXGW WenKai TC"/>
                <a:ea typeface="LXGW WenKai TC"/>
                <a:cs typeface="LXGW WenKai TC"/>
              </a:defRPr>
            </a:lvl1pPr>
            <a:lvl2pPr>
              <a:defRPr sz="2175" b="1">
                <a:solidFill>
                  <a:srgbClr val="31695F"/>
                </a:solidFill>
                <a:latin typeface="LXGW WenKai TC"/>
                <a:ea typeface="LXGW WenKai TC"/>
                <a:cs typeface="LXGW WenKai TC"/>
              </a:defRPr>
            </a:lvl2pPr>
            <a:lvl3pPr>
              <a:defRPr sz="2175" b="1">
                <a:solidFill>
                  <a:srgbClr val="31695F"/>
                </a:solidFill>
                <a:latin typeface="LXGW WenKai TC"/>
                <a:ea typeface="LXGW WenKai TC"/>
                <a:cs typeface="LXGW WenKai TC"/>
              </a:defRPr>
            </a:lvl3pPr>
            <a:lvl4pPr>
              <a:defRPr sz="2175" b="1">
                <a:solidFill>
                  <a:srgbClr val="31695F"/>
                </a:solidFill>
                <a:latin typeface="LXGW WenKai TC"/>
                <a:ea typeface="LXGW WenKai TC"/>
                <a:cs typeface="LXGW WenKai TC"/>
              </a:defRPr>
            </a:lvl4pPr>
            <a:lvl5pPr>
              <a:defRPr sz="2175" b="1">
                <a:solidFill>
                  <a:srgbClr val="31695F"/>
                </a:solidFill>
                <a:latin typeface="LXGW WenKai TC"/>
                <a:ea typeface="LXGW WenKai TC"/>
                <a:cs typeface="LXGW WenKai TC"/>
              </a:defRPr>
            </a:lvl5pPr>
            <a:lvl6pPr>
              <a:defRPr sz="2175" b="1">
                <a:solidFill>
                  <a:srgbClr val="31695F"/>
                </a:solidFill>
                <a:latin typeface="LXGW WenKai TC"/>
                <a:ea typeface="LXGW WenKai TC"/>
                <a:cs typeface="LXGW WenKai TC"/>
              </a:defRPr>
            </a:lvl6pPr>
            <a:lvl7pPr>
              <a:defRPr sz="2175" b="1">
                <a:solidFill>
                  <a:srgbClr val="31695F"/>
                </a:solidFill>
                <a:latin typeface="LXGW WenKai TC"/>
                <a:ea typeface="LXGW WenKai TC"/>
                <a:cs typeface="LXGW WenKai TC"/>
              </a:defRPr>
            </a:lvl7pPr>
            <a:lvl8pPr>
              <a:defRPr sz="2175" b="1">
                <a:solidFill>
                  <a:srgbClr val="31695F"/>
                </a:solidFill>
                <a:latin typeface="LXGW WenKai TC"/>
                <a:ea typeface="LXGW WenKai TC"/>
                <a:cs typeface="LXGW WenKai TC"/>
              </a:defRPr>
            </a:lvl8pPr>
            <a:lvl9pPr>
              <a:defRPr sz="2175" b="1">
                <a:solidFill>
                  <a:srgbClr val="31695F"/>
                </a:solidFill>
                <a:latin typeface="LXGW WenKai TC"/>
                <a:ea typeface="LXGW WenKai TC"/>
                <a:cs typeface="LXGW WenKai TC"/>
              </a:defRPr>
            </a:lvl9pPr>
          </a:lstStyle>
          <a:p xmlns:a="http://schemas.openxmlformats.org/drawingml/2006/main">
            <a:pPr>
              <a:defRPr sz="2175" b="1">
                <a:solidFill>
                  <a:srgbClr val="31695F"/>
                </a:solidFill>
                <a:latin typeface="LXGW WenKai TC"/>
                <a:ea typeface="LXGW WenKai TC"/>
                <a:cs typeface="LXGW WenKai TC"/>
              </a:defRPr>
            </a:pPr>
            <a:r>
              <a:rPr sz="2175" b="1">
                <a:solidFill>
                  <a:srgbClr val="31695F"/>
                </a:solidFill>
                <a:latin typeface="LXGW WenKai TC"/>
                <a:ea typeface="LXGW WenKai TC"/>
                <a:cs typeface="LXGW WenKai TC"/>
              </a:rPr>
              <a:t>为什么能看出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52F9A3A9-5F4F-4EA3-A5AD-FEF96E1117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25200" y="6477000"/>
            <a:ext cx="4572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1350" b="0">
                <a:solidFill>
                  <a:srgbClr val="776C60"/>
                </a:solidFill>
                <a:latin typeface="Noto Serif CJK SC"/>
                <a:ea typeface="Noto Serif CJK SC"/>
                <a:cs typeface="Noto Serif CJK SC"/>
              </a:defRPr>
            </a:defPPr>
            <a:lvl1pPr>
              <a:defRPr sz="1350" b="0">
                <a:solidFill>
                  <a:srgbClr val="776C60"/>
                </a:solidFill>
                <a:latin typeface="Noto Serif CJK SC"/>
                <a:ea typeface="Noto Serif CJK SC"/>
                <a:cs typeface="Noto Serif CJK SC"/>
              </a:defRPr>
            </a:lvl1pPr>
            <a:lvl2pPr>
              <a:defRPr sz="1350" b="0">
                <a:solidFill>
                  <a:srgbClr val="776C60"/>
                </a:solidFill>
                <a:latin typeface="Noto Serif CJK SC"/>
                <a:ea typeface="Noto Serif CJK SC"/>
                <a:cs typeface="Noto Serif CJK SC"/>
              </a:defRPr>
            </a:lvl2pPr>
            <a:lvl3pPr>
              <a:defRPr sz="1350" b="0">
                <a:solidFill>
                  <a:srgbClr val="776C60"/>
                </a:solidFill>
                <a:latin typeface="Noto Serif CJK SC"/>
                <a:ea typeface="Noto Serif CJK SC"/>
                <a:cs typeface="Noto Serif CJK SC"/>
              </a:defRPr>
            </a:lvl3pPr>
            <a:lvl4pPr>
              <a:defRPr sz="1350" b="0">
                <a:solidFill>
                  <a:srgbClr val="776C60"/>
                </a:solidFill>
                <a:latin typeface="Noto Serif CJK SC"/>
                <a:ea typeface="Noto Serif CJK SC"/>
                <a:cs typeface="Noto Serif CJK SC"/>
              </a:defRPr>
            </a:lvl4pPr>
            <a:lvl5pPr>
              <a:defRPr sz="1350" b="0">
                <a:solidFill>
                  <a:srgbClr val="776C60"/>
                </a:solidFill>
                <a:latin typeface="Noto Serif CJK SC"/>
                <a:ea typeface="Noto Serif CJK SC"/>
                <a:cs typeface="Noto Serif CJK SC"/>
              </a:defRPr>
            </a:lvl5pPr>
            <a:lvl6pPr>
              <a:defRPr sz="1350" b="0">
                <a:solidFill>
                  <a:srgbClr val="776C60"/>
                </a:solidFill>
                <a:latin typeface="Noto Serif CJK SC"/>
                <a:ea typeface="Noto Serif CJK SC"/>
                <a:cs typeface="Noto Serif CJK SC"/>
              </a:defRPr>
            </a:lvl6pPr>
            <a:lvl7pPr>
              <a:defRPr sz="1350" b="0">
                <a:solidFill>
                  <a:srgbClr val="776C60"/>
                </a:solidFill>
                <a:latin typeface="Noto Serif CJK SC"/>
                <a:ea typeface="Noto Serif CJK SC"/>
                <a:cs typeface="Noto Serif CJK SC"/>
              </a:defRPr>
            </a:lvl7pPr>
            <a:lvl8pPr>
              <a:defRPr sz="1350" b="0">
                <a:solidFill>
                  <a:srgbClr val="776C60"/>
                </a:solidFill>
                <a:latin typeface="Noto Serif CJK SC"/>
                <a:ea typeface="Noto Serif CJK SC"/>
                <a:cs typeface="Noto Serif CJK SC"/>
              </a:defRPr>
            </a:lvl8pPr>
            <a:lvl9pPr>
              <a:defRPr sz="1350" b="0">
                <a:solidFill>
                  <a:srgbClr val="776C60"/>
                </a:solidFill>
                <a:latin typeface="Noto Serif CJK SC"/>
                <a:ea typeface="Noto Serif CJK SC"/>
                <a:cs typeface="Noto Serif CJK SC"/>
              </a:defRPr>
            </a:lvl9pPr>
          </a:lstStyle>
          <a:p xmlns:a="http://schemas.openxmlformats.org/drawingml/2006/main">
            <a:pPr>
              <a:defRPr sz="1350" b="0">
                <a:solidFill>
                  <a:srgbClr val="776C60"/>
                </a:solidFill>
                <a:latin typeface="Noto Serif CJK SC"/>
                <a:ea typeface="Noto Serif CJK SC"/>
                <a:cs typeface="Noto Serif CJK SC"/>
              </a:defRPr>
            </a:pPr>
            <a:r>
              <a:rPr sz="1350" b="0">
                <a:solidFill>
                  <a:srgbClr val="776C60"/>
                </a:solidFill>
                <a:latin typeface="Noto Serif CJK SC"/>
                <a:ea typeface="Noto Serif CJK SC"/>
                <a:cs typeface="Noto Serif CJK SC"/>
              </a:rPr>
              <a:t>19</a:t>
            </a:r>
          </a:p>
        </p:txBody>
      </p:sp>
    </p:spTree>
    <p:extLst>
      <p:ext uri="{BB962C8B-B14F-4D97-AF65-F5344CB8AC3E}">
        <p14:creationId xmlns:p14="http://schemas.microsoft.com/office/powerpoint/2010/main" val="163180113"/>
      </p:ext>
    </p:extLst>
  </p:cSld>
</p:sld>
</file>

<file path=ppt/slides/slide20.xml><?xml version="1.0" encoding="utf-8"?>
<p:sld xmlns:p="http://schemas.openxmlformats.org/presentationml/2006/main">
  <p:cSld>
    <p:bg>
      <p:bgPr>
        <a:solidFill xmlns:a="http://schemas.openxmlformats.org/drawingml/2006/main">
          <a:srgbClr val="FFFAF2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0DA68517-973D-473A-9890-59970FD52D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33375"/>
            <a:ext cx="762000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1575" b="0">
                <a:solidFill>
                  <a:srgbClr val="9B3024"/>
                </a:solidFill>
                <a:latin typeface="Noto Serif CJK SC"/>
                <a:ea typeface="Noto Serif CJK SC"/>
                <a:cs typeface="Noto Serif CJK SC"/>
              </a:defRPr>
            </a:defPPr>
            <a:lvl1pPr>
              <a:defRPr sz="1575" b="0">
                <a:solidFill>
                  <a:srgbClr val="9B3024"/>
                </a:solidFill>
                <a:latin typeface="Noto Serif CJK SC"/>
                <a:ea typeface="Noto Serif CJK SC"/>
                <a:cs typeface="Noto Serif CJK SC"/>
              </a:defRPr>
            </a:lvl1pPr>
            <a:lvl2pPr>
              <a:defRPr sz="1575" b="0">
                <a:solidFill>
                  <a:srgbClr val="9B3024"/>
                </a:solidFill>
                <a:latin typeface="Noto Serif CJK SC"/>
                <a:ea typeface="Noto Serif CJK SC"/>
                <a:cs typeface="Noto Serif CJK SC"/>
              </a:defRPr>
            </a:lvl2pPr>
            <a:lvl3pPr>
              <a:defRPr sz="1575" b="0">
                <a:solidFill>
                  <a:srgbClr val="9B3024"/>
                </a:solidFill>
                <a:latin typeface="Noto Serif CJK SC"/>
                <a:ea typeface="Noto Serif CJK SC"/>
                <a:cs typeface="Noto Serif CJK SC"/>
              </a:defRPr>
            </a:lvl3pPr>
            <a:lvl4pPr>
              <a:defRPr sz="1575" b="0">
                <a:solidFill>
                  <a:srgbClr val="9B3024"/>
                </a:solidFill>
                <a:latin typeface="Noto Serif CJK SC"/>
                <a:ea typeface="Noto Serif CJK SC"/>
                <a:cs typeface="Noto Serif CJK SC"/>
              </a:defRPr>
            </a:lvl4pPr>
            <a:lvl5pPr>
              <a:defRPr sz="1575" b="0">
                <a:solidFill>
                  <a:srgbClr val="9B3024"/>
                </a:solidFill>
                <a:latin typeface="Noto Serif CJK SC"/>
                <a:ea typeface="Noto Serif CJK SC"/>
                <a:cs typeface="Noto Serif CJK SC"/>
              </a:defRPr>
            </a:lvl5pPr>
            <a:lvl6pPr>
              <a:defRPr sz="1575" b="0">
                <a:solidFill>
                  <a:srgbClr val="9B3024"/>
                </a:solidFill>
                <a:latin typeface="Noto Serif CJK SC"/>
                <a:ea typeface="Noto Serif CJK SC"/>
                <a:cs typeface="Noto Serif CJK SC"/>
              </a:defRPr>
            </a:lvl6pPr>
            <a:lvl7pPr>
              <a:defRPr sz="1575" b="0">
                <a:solidFill>
                  <a:srgbClr val="9B3024"/>
                </a:solidFill>
                <a:latin typeface="Noto Serif CJK SC"/>
                <a:ea typeface="Noto Serif CJK SC"/>
                <a:cs typeface="Noto Serif CJK SC"/>
              </a:defRPr>
            </a:lvl7pPr>
            <a:lvl8pPr>
              <a:defRPr sz="1575" b="0">
                <a:solidFill>
                  <a:srgbClr val="9B3024"/>
                </a:solidFill>
                <a:latin typeface="Noto Serif CJK SC"/>
                <a:ea typeface="Noto Serif CJK SC"/>
                <a:cs typeface="Noto Serif CJK SC"/>
              </a:defRPr>
            </a:lvl8pPr>
            <a:lvl9pPr>
              <a:defRPr sz="1575" b="0">
                <a:solidFill>
                  <a:srgbClr val="9B3024"/>
                </a:solidFill>
                <a:latin typeface="Noto Serif CJK SC"/>
                <a:ea typeface="Noto Serif CJK SC"/>
                <a:cs typeface="Noto Serif CJK SC"/>
              </a:defRPr>
            </a:lvl9pPr>
          </a:lstStyle>
          <a:p xmlns:a="http://schemas.openxmlformats.org/drawingml/2006/main">
            <a:pPr>
              <a:defRPr sz="1575" b="0">
                <a:solidFill>
                  <a:srgbClr val="9B3024"/>
                </a:solidFill>
                <a:latin typeface="Noto Serif CJK SC"/>
                <a:ea typeface="Noto Serif CJK SC"/>
                <a:cs typeface="Noto Serif CJK SC"/>
              </a:defRPr>
            </a:pPr>
            <a:r>
              <a:rPr sz="1575" b="0">
                <a:solidFill>
                  <a:srgbClr val="9B3024"/>
                </a:solidFill>
                <a:latin typeface="Noto Serif CJK SC"/>
                <a:ea typeface="Noto Serif CJK SC"/>
                <a:cs typeface="Noto Serif CJK SC"/>
              </a:rPr>
              <a:t>第一课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4FB18424-1D6B-4265-99B0-E786ABF8BC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781050"/>
            <a:ext cx="109728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3150" b="1">
                <a:solidFill>
                  <a:srgbClr val="30291F"/>
                </a:solidFill>
                <a:latin typeface="Noto Serif CJK SC"/>
                <a:ea typeface="Noto Serif CJK SC"/>
                <a:cs typeface="Noto Serif CJK SC"/>
              </a:defRPr>
            </a:defPPr>
            <a:lvl1pPr>
              <a:defRPr sz="3150" b="1">
                <a:solidFill>
                  <a:srgbClr val="30291F"/>
                </a:solidFill>
                <a:latin typeface="Noto Serif CJK SC"/>
                <a:ea typeface="Noto Serif CJK SC"/>
                <a:cs typeface="Noto Serif CJK SC"/>
              </a:defRPr>
            </a:lvl1pPr>
            <a:lvl2pPr>
              <a:defRPr sz="3150" b="1">
                <a:solidFill>
                  <a:srgbClr val="30291F"/>
                </a:solidFill>
                <a:latin typeface="Noto Serif CJK SC"/>
                <a:ea typeface="Noto Serif CJK SC"/>
                <a:cs typeface="Noto Serif CJK SC"/>
              </a:defRPr>
            </a:lvl2pPr>
            <a:lvl3pPr>
              <a:defRPr sz="3150" b="1">
                <a:solidFill>
                  <a:srgbClr val="30291F"/>
                </a:solidFill>
                <a:latin typeface="Noto Serif CJK SC"/>
                <a:ea typeface="Noto Serif CJK SC"/>
                <a:cs typeface="Noto Serif CJK SC"/>
              </a:defRPr>
            </a:lvl3pPr>
            <a:lvl4pPr>
              <a:defRPr sz="3150" b="1">
                <a:solidFill>
                  <a:srgbClr val="30291F"/>
                </a:solidFill>
                <a:latin typeface="Noto Serif CJK SC"/>
                <a:ea typeface="Noto Serif CJK SC"/>
                <a:cs typeface="Noto Serif CJK SC"/>
              </a:defRPr>
            </a:lvl4pPr>
            <a:lvl5pPr>
              <a:defRPr sz="3150" b="1">
                <a:solidFill>
                  <a:srgbClr val="30291F"/>
                </a:solidFill>
                <a:latin typeface="Noto Serif CJK SC"/>
                <a:ea typeface="Noto Serif CJK SC"/>
                <a:cs typeface="Noto Serif CJK SC"/>
              </a:defRPr>
            </a:lvl5pPr>
            <a:lvl6pPr>
              <a:defRPr sz="3150" b="1">
                <a:solidFill>
                  <a:srgbClr val="30291F"/>
                </a:solidFill>
                <a:latin typeface="Noto Serif CJK SC"/>
                <a:ea typeface="Noto Serif CJK SC"/>
                <a:cs typeface="Noto Serif CJK SC"/>
              </a:defRPr>
            </a:lvl6pPr>
            <a:lvl7pPr>
              <a:defRPr sz="3150" b="1">
                <a:solidFill>
                  <a:srgbClr val="30291F"/>
                </a:solidFill>
                <a:latin typeface="Noto Serif CJK SC"/>
                <a:ea typeface="Noto Serif CJK SC"/>
                <a:cs typeface="Noto Serif CJK SC"/>
              </a:defRPr>
            </a:lvl7pPr>
            <a:lvl8pPr>
              <a:defRPr sz="3150" b="1">
                <a:solidFill>
                  <a:srgbClr val="30291F"/>
                </a:solidFill>
                <a:latin typeface="Noto Serif CJK SC"/>
                <a:ea typeface="Noto Serif CJK SC"/>
                <a:cs typeface="Noto Serif CJK SC"/>
              </a:defRPr>
            </a:lvl8pPr>
            <a:lvl9pPr>
              <a:defRPr sz="3150" b="1">
                <a:solidFill>
                  <a:srgbClr val="30291F"/>
                </a:solidFill>
                <a:latin typeface="Noto Serif CJK SC"/>
                <a:ea typeface="Noto Serif CJK SC"/>
                <a:cs typeface="Noto Serif CJK SC"/>
              </a:defRPr>
            </a:lvl9pPr>
          </a:lstStyle>
          <a:p xmlns:a="http://schemas.openxmlformats.org/drawingml/2006/main">
            <a:pPr>
              <a:defRPr sz="3150" b="1">
                <a:solidFill>
                  <a:srgbClr val="30291F"/>
                </a:solidFill>
                <a:latin typeface="Noto Serif CJK SC"/>
                <a:ea typeface="Noto Serif CJK SC"/>
                <a:cs typeface="Noto Serif CJK SC"/>
              </a:defRPr>
            </a:pPr>
            <a:r>
              <a:rPr sz="3150" b="1">
                <a:solidFill>
                  <a:srgbClr val="30291F"/>
                </a:solidFill>
                <a:latin typeface="Noto Serif CJK SC"/>
                <a:ea typeface="Noto Serif CJK SC"/>
                <a:cs typeface="Noto Serif CJK SC"/>
              </a:rPr>
              <a:t>任务6  依据与解释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A380CBD3-BBC4-4FAF-95CF-AB5A4B2B63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714500"/>
            <a:ext cx="10972800" cy="15144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2625" b="0">
                <a:solidFill>
                  <a:srgbClr val="31695F"/>
                </a:solidFill>
                <a:latin typeface="LXGW WenKai TC"/>
                <a:ea typeface="LXGW WenKai TC"/>
                <a:cs typeface="LXGW WenKai TC"/>
              </a:defRPr>
            </a:defPPr>
            <a:lvl1pPr>
              <a:defRPr sz="2625" b="0">
                <a:solidFill>
                  <a:srgbClr val="31695F"/>
                </a:solidFill>
                <a:latin typeface="LXGW WenKai TC"/>
                <a:ea typeface="LXGW WenKai TC"/>
                <a:cs typeface="LXGW WenKai TC"/>
              </a:defRPr>
            </a:lvl1pPr>
            <a:lvl2pPr>
              <a:defRPr sz="2625" b="0">
                <a:solidFill>
                  <a:srgbClr val="31695F"/>
                </a:solidFill>
                <a:latin typeface="LXGW WenKai TC"/>
                <a:ea typeface="LXGW WenKai TC"/>
                <a:cs typeface="LXGW WenKai TC"/>
              </a:defRPr>
            </a:lvl2pPr>
            <a:lvl3pPr>
              <a:defRPr sz="2625" b="0">
                <a:solidFill>
                  <a:srgbClr val="31695F"/>
                </a:solidFill>
                <a:latin typeface="LXGW WenKai TC"/>
                <a:ea typeface="LXGW WenKai TC"/>
                <a:cs typeface="LXGW WenKai TC"/>
              </a:defRPr>
            </a:lvl3pPr>
            <a:lvl4pPr>
              <a:defRPr sz="2625" b="0">
                <a:solidFill>
                  <a:srgbClr val="31695F"/>
                </a:solidFill>
                <a:latin typeface="LXGW WenKai TC"/>
                <a:ea typeface="LXGW WenKai TC"/>
                <a:cs typeface="LXGW WenKai TC"/>
              </a:defRPr>
            </a:lvl4pPr>
            <a:lvl5pPr>
              <a:defRPr sz="2625" b="0">
                <a:solidFill>
                  <a:srgbClr val="31695F"/>
                </a:solidFill>
                <a:latin typeface="LXGW WenKai TC"/>
                <a:ea typeface="LXGW WenKai TC"/>
                <a:cs typeface="LXGW WenKai TC"/>
              </a:defRPr>
            </a:lvl5pPr>
            <a:lvl6pPr>
              <a:defRPr sz="2625" b="0">
                <a:solidFill>
                  <a:srgbClr val="31695F"/>
                </a:solidFill>
                <a:latin typeface="LXGW WenKai TC"/>
                <a:ea typeface="LXGW WenKai TC"/>
                <a:cs typeface="LXGW WenKai TC"/>
              </a:defRPr>
            </a:lvl6pPr>
            <a:lvl7pPr>
              <a:defRPr sz="2625" b="0">
                <a:solidFill>
                  <a:srgbClr val="31695F"/>
                </a:solidFill>
                <a:latin typeface="LXGW WenKai TC"/>
                <a:ea typeface="LXGW WenKai TC"/>
                <a:cs typeface="LXGW WenKai TC"/>
              </a:defRPr>
            </a:lvl7pPr>
            <a:lvl8pPr>
              <a:defRPr sz="2625" b="0">
                <a:solidFill>
                  <a:srgbClr val="31695F"/>
                </a:solidFill>
                <a:latin typeface="LXGW WenKai TC"/>
                <a:ea typeface="LXGW WenKai TC"/>
                <a:cs typeface="LXGW WenKai TC"/>
              </a:defRPr>
            </a:lvl8pPr>
            <a:lvl9pPr>
              <a:defRPr sz="2625" b="0">
                <a:solidFill>
                  <a:srgbClr val="31695F"/>
                </a:solidFill>
                <a:latin typeface="LXGW WenKai TC"/>
                <a:ea typeface="LXGW WenKai TC"/>
                <a:cs typeface="LXGW WenKai TC"/>
              </a:defRPr>
            </a:lvl9pPr>
          </a:lstStyle>
          <a:p xmlns:a="http://schemas.openxmlformats.org/drawingml/2006/main">
            <a:pPr>
              <a:defRPr sz="2625" b="0">
                <a:solidFill>
                  <a:srgbClr val="31695F"/>
                </a:solidFill>
                <a:latin typeface="LXGW WenKai TC"/>
                <a:ea typeface="LXGW WenKai TC"/>
                <a:cs typeface="LXGW WenKai TC"/>
              </a:defRPr>
            </a:pPr>
            <a:r>
              <a:rPr sz="2625" b="0">
                <a:solidFill>
                  <a:srgbClr val="31695F"/>
                </a:solidFill>
                <a:latin typeface="LXGW WenKai TC"/>
                <a:ea typeface="LXGW WenKai TC"/>
                <a:cs typeface="LXGW WenKai TC"/>
              </a:rPr>
              <a:t>作者是一个体贴、关心父母的人。哥哥姐姐缺席时，“我”主动帮父母夹</a:t>
            </a:r>
          </a:p>
          <a:p xmlns:a="http://schemas.openxmlformats.org/drawingml/2006/main">
            <a:pPr>
              <a:defRPr sz="2625" b="0">
                <a:solidFill>
                  <a:srgbClr val="31695F"/>
                </a:solidFill>
                <a:latin typeface="LXGW WenKai TC"/>
                <a:ea typeface="LXGW WenKai TC"/>
                <a:cs typeface="LXGW WenKai TC"/>
              </a:defRPr>
            </a:pPr>
            <a:r>
              <a:rPr sz="2625" b="0">
                <a:solidFill>
                  <a:srgbClr val="31695F"/>
                </a:solidFill>
                <a:latin typeface="LXGW WenKai TC"/>
                <a:ea typeface="LXGW WenKai TC"/>
                <a:cs typeface="LXGW WenKai TC"/>
              </a:rPr>
              <a:t>菜，还不停地讲学校里的事，希望冲淡冷清。这说明“我”注意到父母的</a:t>
            </a:r>
          </a:p>
          <a:p xmlns:a="http://schemas.openxmlformats.org/drawingml/2006/main">
            <a:pPr>
              <a:defRPr sz="2625" b="0">
                <a:solidFill>
                  <a:srgbClr val="31695F"/>
                </a:solidFill>
                <a:latin typeface="LXGW WenKai TC"/>
                <a:ea typeface="LXGW WenKai TC"/>
                <a:cs typeface="LXGW WenKai TC"/>
              </a:defRPr>
            </a:pPr>
            <a:r>
              <a:rPr sz="2625" b="0">
                <a:solidFill>
                  <a:srgbClr val="31695F"/>
                </a:solidFill>
                <a:latin typeface="LXGW WenKai TC"/>
                <a:ea typeface="LXGW WenKai TC"/>
                <a:cs typeface="LXGW WenKai TC"/>
              </a:rPr>
              <a:t>失落，并愿意用行动安慰他们。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129E0910-BFE9-4A9A-88A6-97A9283D2A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457575"/>
            <a:ext cx="10820400" cy="4667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2100" b="0">
                <a:solidFill>
                  <a:srgbClr val="30291F"/>
                </a:solidFill>
                <a:latin typeface="Noto Serif CJK SC"/>
                <a:ea typeface="Noto Serif CJK SC"/>
                <a:cs typeface="Noto Serif CJK SC"/>
              </a:defRPr>
            </a:defPPr>
            <a:lvl1pPr>
              <a:defRPr sz="2100" b="0">
                <a:solidFill>
                  <a:srgbClr val="30291F"/>
                </a:solidFill>
                <a:latin typeface="Noto Serif CJK SC"/>
                <a:ea typeface="Noto Serif CJK SC"/>
                <a:cs typeface="Noto Serif CJK SC"/>
              </a:defRPr>
            </a:lvl1pPr>
            <a:lvl2pPr>
              <a:defRPr sz="2100" b="0">
                <a:solidFill>
                  <a:srgbClr val="30291F"/>
                </a:solidFill>
                <a:latin typeface="Noto Serif CJK SC"/>
                <a:ea typeface="Noto Serif CJK SC"/>
                <a:cs typeface="Noto Serif CJK SC"/>
              </a:defRPr>
            </a:lvl2pPr>
            <a:lvl3pPr>
              <a:defRPr sz="2100" b="0">
                <a:solidFill>
                  <a:srgbClr val="30291F"/>
                </a:solidFill>
                <a:latin typeface="Noto Serif CJK SC"/>
                <a:ea typeface="Noto Serif CJK SC"/>
                <a:cs typeface="Noto Serif CJK SC"/>
              </a:defRPr>
            </a:lvl3pPr>
            <a:lvl4pPr>
              <a:defRPr sz="2100" b="0">
                <a:solidFill>
                  <a:srgbClr val="30291F"/>
                </a:solidFill>
                <a:latin typeface="Noto Serif CJK SC"/>
                <a:ea typeface="Noto Serif CJK SC"/>
                <a:cs typeface="Noto Serif CJK SC"/>
              </a:defRPr>
            </a:lvl4pPr>
            <a:lvl5pPr>
              <a:defRPr sz="2100" b="0">
                <a:solidFill>
                  <a:srgbClr val="30291F"/>
                </a:solidFill>
                <a:latin typeface="Noto Serif CJK SC"/>
                <a:ea typeface="Noto Serif CJK SC"/>
                <a:cs typeface="Noto Serif CJK SC"/>
              </a:defRPr>
            </a:lvl5pPr>
            <a:lvl6pPr>
              <a:defRPr sz="2100" b="0">
                <a:solidFill>
                  <a:srgbClr val="30291F"/>
                </a:solidFill>
                <a:latin typeface="Noto Serif CJK SC"/>
                <a:ea typeface="Noto Serif CJK SC"/>
                <a:cs typeface="Noto Serif CJK SC"/>
              </a:defRPr>
            </a:lvl6pPr>
            <a:lvl7pPr>
              <a:defRPr sz="2100" b="0">
                <a:solidFill>
                  <a:srgbClr val="30291F"/>
                </a:solidFill>
                <a:latin typeface="Noto Serif CJK SC"/>
                <a:ea typeface="Noto Serif CJK SC"/>
                <a:cs typeface="Noto Serif CJK SC"/>
              </a:defRPr>
            </a:lvl7pPr>
            <a:lvl8pPr>
              <a:defRPr sz="2100" b="0">
                <a:solidFill>
                  <a:srgbClr val="30291F"/>
                </a:solidFill>
                <a:latin typeface="Noto Serif CJK SC"/>
                <a:ea typeface="Noto Serif CJK SC"/>
                <a:cs typeface="Noto Serif CJK SC"/>
              </a:defRPr>
            </a:lvl8pPr>
            <a:lvl9pPr>
              <a:defRPr sz="2100" b="0">
                <a:solidFill>
                  <a:srgbClr val="30291F"/>
                </a:solidFill>
                <a:latin typeface="Noto Serif CJK SC"/>
                <a:ea typeface="Noto Serif CJK SC"/>
                <a:cs typeface="Noto Serif CJK SC"/>
              </a:defRPr>
            </a:lvl9pPr>
          </a:lstStyle>
          <a:p xmlns:a="http://schemas.openxmlformats.org/drawingml/2006/main">
            <a:pPr>
              <a:defRPr sz="2100" b="0">
                <a:solidFill>
                  <a:srgbClr val="30291F"/>
                </a:solidFill>
                <a:latin typeface="Noto Serif CJK SC"/>
                <a:ea typeface="Noto Serif CJK SC"/>
                <a:cs typeface="Noto Serif CJK SC"/>
              </a:defRPr>
            </a:pPr>
            <a:r>
              <a:rPr sz="2100" b="0">
                <a:solidFill>
                  <a:srgbClr val="30291F"/>
                </a:solidFill>
                <a:latin typeface="Noto Serif CJK SC"/>
                <a:ea typeface="Noto Serif CJK SC"/>
                <a:cs typeface="Noto Serif CJK SC"/>
              </a:rPr>
              <a:t>我概括了有依据的人物特点。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2800C55C-A897-44F0-84A7-B57CFCACBC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057650"/>
            <a:ext cx="10820400" cy="4667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2100" b="0">
                <a:solidFill>
                  <a:srgbClr val="30291F"/>
                </a:solidFill>
                <a:latin typeface="Noto Serif CJK SC"/>
                <a:ea typeface="Noto Serif CJK SC"/>
                <a:cs typeface="Noto Serif CJK SC"/>
              </a:defRPr>
            </a:defPPr>
            <a:lvl1pPr>
              <a:defRPr sz="2100" b="0">
                <a:solidFill>
                  <a:srgbClr val="30291F"/>
                </a:solidFill>
                <a:latin typeface="Noto Serif CJK SC"/>
                <a:ea typeface="Noto Serif CJK SC"/>
                <a:cs typeface="Noto Serif CJK SC"/>
              </a:defRPr>
            </a:lvl1pPr>
            <a:lvl2pPr>
              <a:defRPr sz="2100" b="0">
                <a:solidFill>
                  <a:srgbClr val="30291F"/>
                </a:solidFill>
                <a:latin typeface="Noto Serif CJK SC"/>
                <a:ea typeface="Noto Serif CJK SC"/>
                <a:cs typeface="Noto Serif CJK SC"/>
              </a:defRPr>
            </a:lvl2pPr>
            <a:lvl3pPr>
              <a:defRPr sz="2100" b="0">
                <a:solidFill>
                  <a:srgbClr val="30291F"/>
                </a:solidFill>
                <a:latin typeface="Noto Serif CJK SC"/>
                <a:ea typeface="Noto Serif CJK SC"/>
                <a:cs typeface="Noto Serif CJK SC"/>
              </a:defRPr>
            </a:lvl3pPr>
            <a:lvl4pPr>
              <a:defRPr sz="2100" b="0">
                <a:solidFill>
                  <a:srgbClr val="30291F"/>
                </a:solidFill>
                <a:latin typeface="Noto Serif CJK SC"/>
                <a:ea typeface="Noto Serif CJK SC"/>
                <a:cs typeface="Noto Serif CJK SC"/>
              </a:defRPr>
            </a:lvl4pPr>
            <a:lvl5pPr>
              <a:defRPr sz="2100" b="0">
                <a:solidFill>
                  <a:srgbClr val="30291F"/>
                </a:solidFill>
                <a:latin typeface="Noto Serif CJK SC"/>
                <a:ea typeface="Noto Serif CJK SC"/>
                <a:cs typeface="Noto Serif CJK SC"/>
              </a:defRPr>
            </a:lvl5pPr>
            <a:lvl6pPr>
              <a:defRPr sz="2100" b="0">
                <a:solidFill>
                  <a:srgbClr val="30291F"/>
                </a:solidFill>
                <a:latin typeface="Noto Serif CJK SC"/>
                <a:ea typeface="Noto Serif CJK SC"/>
                <a:cs typeface="Noto Serif CJK SC"/>
              </a:defRPr>
            </a:lvl6pPr>
            <a:lvl7pPr>
              <a:defRPr sz="2100" b="0">
                <a:solidFill>
                  <a:srgbClr val="30291F"/>
                </a:solidFill>
                <a:latin typeface="Noto Serif CJK SC"/>
                <a:ea typeface="Noto Serif CJK SC"/>
                <a:cs typeface="Noto Serif CJK SC"/>
              </a:defRPr>
            </a:lvl7pPr>
            <a:lvl8pPr>
              <a:defRPr sz="2100" b="0">
                <a:solidFill>
                  <a:srgbClr val="30291F"/>
                </a:solidFill>
                <a:latin typeface="Noto Serif CJK SC"/>
                <a:ea typeface="Noto Serif CJK SC"/>
                <a:cs typeface="Noto Serif CJK SC"/>
              </a:defRPr>
            </a:lvl8pPr>
            <a:lvl9pPr>
              <a:defRPr sz="2100" b="0">
                <a:solidFill>
                  <a:srgbClr val="30291F"/>
                </a:solidFill>
                <a:latin typeface="Noto Serif CJK SC"/>
                <a:ea typeface="Noto Serif CJK SC"/>
                <a:cs typeface="Noto Serif CJK SC"/>
              </a:defRPr>
            </a:lvl9pPr>
          </a:lstStyle>
          <a:p xmlns:a="http://schemas.openxmlformats.org/drawingml/2006/main">
            <a:pPr>
              <a:defRPr sz="2100" b="0">
                <a:solidFill>
                  <a:srgbClr val="30291F"/>
                </a:solidFill>
                <a:latin typeface="Noto Serif CJK SC"/>
                <a:ea typeface="Noto Serif CJK SC"/>
                <a:cs typeface="Noto Serif CJK SC"/>
              </a:defRPr>
            </a:pPr>
            <a:r>
              <a:rPr sz="2100" b="0">
                <a:solidFill>
                  <a:srgbClr val="30291F"/>
                </a:solidFill>
                <a:latin typeface="Noto Serif CJK SC"/>
                <a:ea typeface="Noto Serif CJK SC"/>
                <a:cs typeface="Noto Serif CJK SC"/>
              </a:rPr>
              <a:t>我写出了能支持特点的具体行为。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E4CE0B83-B942-4C91-8D91-8527A8F5E6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657725"/>
            <a:ext cx="10820400" cy="4667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2100" b="0">
                <a:solidFill>
                  <a:srgbClr val="30291F"/>
                </a:solidFill>
                <a:latin typeface="Noto Serif CJK SC"/>
                <a:ea typeface="Noto Serif CJK SC"/>
                <a:cs typeface="Noto Serif CJK SC"/>
              </a:defRPr>
            </a:defPPr>
            <a:lvl1pPr>
              <a:defRPr sz="2100" b="0">
                <a:solidFill>
                  <a:srgbClr val="30291F"/>
                </a:solidFill>
                <a:latin typeface="Noto Serif CJK SC"/>
                <a:ea typeface="Noto Serif CJK SC"/>
                <a:cs typeface="Noto Serif CJK SC"/>
              </a:defRPr>
            </a:lvl1pPr>
            <a:lvl2pPr>
              <a:defRPr sz="2100" b="0">
                <a:solidFill>
                  <a:srgbClr val="30291F"/>
                </a:solidFill>
                <a:latin typeface="Noto Serif CJK SC"/>
                <a:ea typeface="Noto Serif CJK SC"/>
                <a:cs typeface="Noto Serif CJK SC"/>
              </a:defRPr>
            </a:lvl2pPr>
            <a:lvl3pPr>
              <a:defRPr sz="2100" b="0">
                <a:solidFill>
                  <a:srgbClr val="30291F"/>
                </a:solidFill>
                <a:latin typeface="Noto Serif CJK SC"/>
                <a:ea typeface="Noto Serif CJK SC"/>
                <a:cs typeface="Noto Serif CJK SC"/>
              </a:defRPr>
            </a:lvl3pPr>
            <a:lvl4pPr>
              <a:defRPr sz="2100" b="0">
                <a:solidFill>
                  <a:srgbClr val="30291F"/>
                </a:solidFill>
                <a:latin typeface="Noto Serif CJK SC"/>
                <a:ea typeface="Noto Serif CJK SC"/>
                <a:cs typeface="Noto Serif CJK SC"/>
              </a:defRPr>
            </a:lvl4pPr>
            <a:lvl5pPr>
              <a:defRPr sz="2100" b="0">
                <a:solidFill>
                  <a:srgbClr val="30291F"/>
                </a:solidFill>
                <a:latin typeface="Noto Serif CJK SC"/>
                <a:ea typeface="Noto Serif CJK SC"/>
                <a:cs typeface="Noto Serif CJK SC"/>
              </a:defRPr>
            </a:lvl5pPr>
            <a:lvl6pPr>
              <a:defRPr sz="2100" b="0">
                <a:solidFill>
                  <a:srgbClr val="30291F"/>
                </a:solidFill>
                <a:latin typeface="Noto Serif CJK SC"/>
                <a:ea typeface="Noto Serif CJK SC"/>
                <a:cs typeface="Noto Serif CJK SC"/>
              </a:defRPr>
            </a:lvl6pPr>
            <a:lvl7pPr>
              <a:defRPr sz="2100" b="0">
                <a:solidFill>
                  <a:srgbClr val="30291F"/>
                </a:solidFill>
                <a:latin typeface="Noto Serif CJK SC"/>
                <a:ea typeface="Noto Serif CJK SC"/>
                <a:cs typeface="Noto Serif CJK SC"/>
              </a:defRPr>
            </a:lvl7pPr>
            <a:lvl8pPr>
              <a:defRPr sz="2100" b="0">
                <a:solidFill>
                  <a:srgbClr val="30291F"/>
                </a:solidFill>
                <a:latin typeface="Noto Serif CJK SC"/>
                <a:ea typeface="Noto Serif CJK SC"/>
                <a:cs typeface="Noto Serif CJK SC"/>
              </a:defRPr>
            </a:lvl8pPr>
            <a:lvl9pPr>
              <a:defRPr sz="2100" b="0">
                <a:solidFill>
                  <a:srgbClr val="30291F"/>
                </a:solidFill>
                <a:latin typeface="Noto Serif CJK SC"/>
                <a:ea typeface="Noto Serif CJK SC"/>
                <a:cs typeface="Noto Serif CJK SC"/>
              </a:defRPr>
            </a:lvl9pPr>
          </a:lstStyle>
          <a:p xmlns:a="http://schemas.openxmlformats.org/drawingml/2006/main">
            <a:pPr>
              <a:defRPr sz="2100" b="0">
                <a:solidFill>
                  <a:srgbClr val="30291F"/>
                </a:solidFill>
                <a:latin typeface="Noto Serif CJK SC"/>
                <a:ea typeface="Noto Serif CJK SC"/>
                <a:cs typeface="Noto Serif CJK SC"/>
              </a:defRPr>
            </a:pPr>
            <a:r>
              <a:rPr sz="2100" b="0">
                <a:solidFill>
                  <a:srgbClr val="30291F"/>
                </a:solidFill>
                <a:latin typeface="Noto Serif CJK SC"/>
                <a:ea typeface="Noto Serif CJK SC"/>
                <a:cs typeface="Noto Serif CJK SC"/>
              </a:rPr>
              <a:t>我解释了这些行为为什么能体现该特点。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48B98D2E-581D-42A2-A80A-619518E615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25200" y="6477000"/>
            <a:ext cx="4572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1350" b="0">
                <a:solidFill>
                  <a:srgbClr val="776C60"/>
                </a:solidFill>
                <a:latin typeface="Noto Serif CJK SC"/>
                <a:ea typeface="Noto Serif CJK SC"/>
                <a:cs typeface="Noto Serif CJK SC"/>
              </a:defRPr>
            </a:defPPr>
            <a:lvl1pPr>
              <a:defRPr sz="1350" b="0">
                <a:solidFill>
                  <a:srgbClr val="776C60"/>
                </a:solidFill>
                <a:latin typeface="Noto Serif CJK SC"/>
                <a:ea typeface="Noto Serif CJK SC"/>
                <a:cs typeface="Noto Serif CJK SC"/>
              </a:defRPr>
            </a:lvl1pPr>
            <a:lvl2pPr>
              <a:defRPr sz="1350" b="0">
                <a:solidFill>
                  <a:srgbClr val="776C60"/>
                </a:solidFill>
                <a:latin typeface="Noto Serif CJK SC"/>
                <a:ea typeface="Noto Serif CJK SC"/>
                <a:cs typeface="Noto Serif CJK SC"/>
              </a:defRPr>
            </a:lvl2pPr>
            <a:lvl3pPr>
              <a:defRPr sz="1350" b="0">
                <a:solidFill>
                  <a:srgbClr val="776C60"/>
                </a:solidFill>
                <a:latin typeface="Noto Serif CJK SC"/>
                <a:ea typeface="Noto Serif CJK SC"/>
                <a:cs typeface="Noto Serif CJK SC"/>
              </a:defRPr>
            </a:lvl3pPr>
            <a:lvl4pPr>
              <a:defRPr sz="1350" b="0">
                <a:solidFill>
                  <a:srgbClr val="776C60"/>
                </a:solidFill>
                <a:latin typeface="Noto Serif CJK SC"/>
                <a:ea typeface="Noto Serif CJK SC"/>
                <a:cs typeface="Noto Serif CJK SC"/>
              </a:defRPr>
            </a:lvl4pPr>
            <a:lvl5pPr>
              <a:defRPr sz="1350" b="0">
                <a:solidFill>
                  <a:srgbClr val="776C60"/>
                </a:solidFill>
                <a:latin typeface="Noto Serif CJK SC"/>
                <a:ea typeface="Noto Serif CJK SC"/>
                <a:cs typeface="Noto Serif CJK SC"/>
              </a:defRPr>
            </a:lvl5pPr>
            <a:lvl6pPr>
              <a:defRPr sz="1350" b="0">
                <a:solidFill>
                  <a:srgbClr val="776C60"/>
                </a:solidFill>
                <a:latin typeface="Noto Serif CJK SC"/>
                <a:ea typeface="Noto Serif CJK SC"/>
                <a:cs typeface="Noto Serif CJK SC"/>
              </a:defRPr>
            </a:lvl6pPr>
            <a:lvl7pPr>
              <a:defRPr sz="1350" b="0">
                <a:solidFill>
                  <a:srgbClr val="776C60"/>
                </a:solidFill>
                <a:latin typeface="Noto Serif CJK SC"/>
                <a:ea typeface="Noto Serif CJK SC"/>
                <a:cs typeface="Noto Serif CJK SC"/>
              </a:defRPr>
            </a:lvl7pPr>
            <a:lvl8pPr>
              <a:defRPr sz="1350" b="0">
                <a:solidFill>
                  <a:srgbClr val="776C60"/>
                </a:solidFill>
                <a:latin typeface="Noto Serif CJK SC"/>
                <a:ea typeface="Noto Serif CJK SC"/>
                <a:cs typeface="Noto Serif CJK SC"/>
              </a:defRPr>
            </a:lvl8pPr>
            <a:lvl9pPr>
              <a:defRPr sz="1350" b="0">
                <a:solidFill>
                  <a:srgbClr val="776C60"/>
                </a:solidFill>
                <a:latin typeface="Noto Serif CJK SC"/>
                <a:ea typeface="Noto Serif CJK SC"/>
                <a:cs typeface="Noto Serif CJK SC"/>
              </a:defRPr>
            </a:lvl9pPr>
          </a:lstStyle>
          <a:p xmlns:a="http://schemas.openxmlformats.org/drawingml/2006/main">
            <a:pPr>
              <a:defRPr sz="1350" b="0">
                <a:solidFill>
                  <a:srgbClr val="776C60"/>
                </a:solidFill>
                <a:latin typeface="Noto Serif CJK SC"/>
                <a:ea typeface="Noto Serif CJK SC"/>
                <a:cs typeface="Noto Serif CJK SC"/>
              </a:defRPr>
            </a:pPr>
            <a:r>
              <a:rPr sz="1350" b="0">
                <a:solidFill>
                  <a:srgbClr val="776C60"/>
                </a:solidFill>
                <a:latin typeface="Noto Serif CJK SC"/>
                <a:ea typeface="Noto Serif CJK SC"/>
                <a:cs typeface="Noto Serif CJK SC"/>
              </a:rPr>
              <a:t>20</a:t>
            </a:r>
          </a:p>
        </p:txBody>
      </p:sp>
    </p:spTree>
    <p:extLst>
      <p:ext uri="{BB962C8B-B14F-4D97-AF65-F5344CB8AC3E}">
        <p14:creationId xmlns:p14="http://schemas.microsoft.com/office/powerpoint/2010/main" val="2033800492"/>
      </p:ext>
    </p:extLst>
  </p:cSld>
</p:sld>
</file>

<file path=ppt/slides/slide21.xml><?xml version="1.0" encoding="utf-8"?>
<p:sld xmlns:p="http://schemas.openxmlformats.org/presentationml/2006/main">
  <p:cSld>
    <p:bg>
      <p:bgPr>
        <a:solidFill xmlns:a="http://schemas.openxmlformats.org/drawingml/2006/main">
          <a:srgbClr val="FFFAF2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176F2BE7-BBC9-481F-B41F-EAC39BCA00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33375"/>
            <a:ext cx="762000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1575" b="0">
                <a:solidFill>
                  <a:srgbClr val="9B3024"/>
                </a:solidFill>
                <a:latin typeface="Noto Serif CJK SC"/>
                <a:ea typeface="Noto Serif CJK SC"/>
                <a:cs typeface="Noto Serif CJK SC"/>
              </a:defRPr>
            </a:defPPr>
            <a:lvl1pPr>
              <a:defRPr sz="1575" b="0">
                <a:solidFill>
                  <a:srgbClr val="9B3024"/>
                </a:solidFill>
                <a:latin typeface="Noto Serif CJK SC"/>
                <a:ea typeface="Noto Serif CJK SC"/>
                <a:cs typeface="Noto Serif CJK SC"/>
              </a:defRPr>
            </a:lvl1pPr>
            <a:lvl2pPr>
              <a:defRPr sz="1575" b="0">
                <a:solidFill>
                  <a:srgbClr val="9B3024"/>
                </a:solidFill>
                <a:latin typeface="Noto Serif CJK SC"/>
                <a:ea typeface="Noto Serif CJK SC"/>
                <a:cs typeface="Noto Serif CJK SC"/>
              </a:defRPr>
            </a:lvl2pPr>
            <a:lvl3pPr>
              <a:defRPr sz="1575" b="0">
                <a:solidFill>
                  <a:srgbClr val="9B3024"/>
                </a:solidFill>
                <a:latin typeface="Noto Serif CJK SC"/>
                <a:ea typeface="Noto Serif CJK SC"/>
                <a:cs typeface="Noto Serif CJK SC"/>
              </a:defRPr>
            </a:lvl3pPr>
            <a:lvl4pPr>
              <a:defRPr sz="1575" b="0">
                <a:solidFill>
                  <a:srgbClr val="9B3024"/>
                </a:solidFill>
                <a:latin typeface="Noto Serif CJK SC"/>
                <a:ea typeface="Noto Serif CJK SC"/>
                <a:cs typeface="Noto Serif CJK SC"/>
              </a:defRPr>
            </a:lvl4pPr>
            <a:lvl5pPr>
              <a:defRPr sz="1575" b="0">
                <a:solidFill>
                  <a:srgbClr val="9B3024"/>
                </a:solidFill>
                <a:latin typeface="Noto Serif CJK SC"/>
                <a:ea typeface="Noto Serif CJK SC"/>
                <a:cs typeface="Noto Serif CJK SC"/>
              </a:defRPr>
            </a:lvl5pPr>
            <a:lvl6pPr>
              <a:defRPr sz="1575" b="0">
                <a:solidFill>
                  <a:srgbClr val="9B3024"/>
                </a:solidFill>
                <a:latin typeface="Noto Serif CJK SC"/>
                <a:ea typeface="Noto Serif CJK SC"/>
                <a:cs typeface="Noto Serif CJK SC"/>
              </a:defRPr>
            </a:lvl6pPr>
            <a:lvl7pPr>
              <a:defRPr sz="1575" b="0">
                <a:solidFill>
                  <a:srgbClr val="9B3024"/>
                </a:solidFill>
                <a:latin typeface="Noto Serif CJK SC"/>
                <a:ea typeface="Noto Serif CJK SC"/>
                <a:cs typeface="Noto Serif CJK SC"/>
              </a:defRPr>
            </a:lvl7pPr>
            <a:lvl8pPr>
              <a:defRPr sz="1575" b="0">
                <a:solidFill>
                  <a:srgbClr val="9B3024"/>
                </a:solidFill>
                <a:latin typeface="Noto Serif CJK SC"/>
                <a:ea typeface="Noto Serif CJK SC"/>
                <a:cs typeface="Noto Serif CJK SC"/>
              </a:defRPr>
            </a:lvl8pPr>
            <a:lvl9pPr>
              <a:defRPr sz="1575" b="0">
                <a:solidFill>
                  <a:srgbClr val="9B3024"/>
                </a:solidFill>
                <a:latin typeface="Noto Serif CJK SC"/>
                <a:ea typeface="Noto Serif CJK SC"/>
                <a:cs typeface="Noto Serif CJK SC"/>
              </a:defRPr>
            </a:lvl9pPr>
          </a:lstStyle>
          <a:p xmlns:a="http://schemas.openxmlformats.org/drawingml/2006/main">
            <a:pPr>
              <a:defRPr sz="1575" b="0">
                <a:solidFill>
                  <a:srgbClr val="9B3024"/>
                </a:solidFill>
                <a:latin typeface="Noto Serif CJK SC"/>
                <a:ea typeface="Noto Serif CJK SC"/>
                <a:cs typeface="Noto Serif CJK SC"/>
              </a:defRPr>
            </a:pPr>
            <a:r>
              <a:rPr sz="1575" b="0">
                <a:solidFill>
                  <a:srgbClr val="9B3024"/>
                </a:solidFill>
                <a:latin typeface="Noto Serif CJK SC"/>
                <a:ea typeface="Noto Serif CJK SC"/>
                <a:cs typeface="Noto Serif CJK SC"/>
              </a:rPr>
              <a:t>第二课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CD14F145-D83B-4F2A-AE4A-F8133C5F50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781050"/>
            <a:ext cx="109728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3150" b="1">
                <a:solidFill>
                  <a:srgbClr val="30291F"/>
                </a:solidFill>
                <a:latin typeface="Noto Serif CJK SC"/>
                <a:ea typeface="Noto Serif CJK SC"/>
                <a:cs typeface="Noto Serif CJK SC"/>
              </a:defRPr>
            </a:defPPr>
            <a:lvl1pPr>
              <a:defRPr sz="3150" b="1">
                <a:solidFill>
                  <a:srgbClr val="30291F"/>
                </a:solidFill>
                <a:latin typeface="Noto Serif CJK SC"/>
                <a:ea typeface="Noto Serif CJK SC"/>
                <a:cs typeface="Noto Serif CJK SC"/>
              </a:defRPr>
            </a:lvl1pPr>
            <a:lvl2pPr>
              <a:defRPr sz="3150" b="1">
                <a:solidFill>
                  <a:srgbClr val="30291F"/>
                </a:solidFill>
                <a:latin typeface="Noto Serif CJK SC"/>
                <a:ea typeface="Noto Serif CJK SC"/>
                <a:cs typeface="Noto Serif CJK SC"/>
              </a:defRPr>
            </a:lvl2pPr>
            <a:lvl3pPr>
              <a:defRPr sz="3150" b="1">
                <a:solidFill>
                  <a:srgbClr val="30291F"/>
                </a:solidFill>
                <a:latin typeface="Noto Serif CJK SC"/>
                <a:ea typeface="Noto Serif CJK SC"/>
                <a:cs typeface="Noto Serif CJK SC"/>
              </a:defRPr>
            </a:lvl3pPr>
            <a:lvl4pPr>
              <a:defRPr sz="3150" b="1">
                <a:solidFill>
                  <a:srgbClr val="30291F"/>
                </a:solidFill>
                <a:latin typeface="Noto Serif CJK SC"/>
                <a:ea typeface="Noto Serif CJK SC"/>
                <a:cs typeface="Noto Serif CJK SC"/>
              </a:defRPr>
            </a:lvl4pPr>
            <a:lvl5pPr>
              <a:defRPr sz="3150" b="1">
                <a:solidFill>
                  <a:srgbClr val="30291F"/>
                </a:solidFill>
                <a:latin typeface="Noto Serif CJK SC"/>
                <a:ea typeface="Noto Serif CJK SC"/>
                <a:cs typeface="Noto Serif CJK SC"/>
              </a:defRPr>
            </a:lvl5pPr>
            <a:lvl6pPr>
              <a:defRPr sz="3150" b="1">
                <a:solidFill>
                  <a:srgbClr val="30291F"/>
                </a:solidFill>
                <a:latin typeface="Noto Serif CJK SC"/>
                <a:ea typeface="Noto Serif CJK SC"/>
                <a:cs typeface="Noto Serif CJK SC"/>
              </a:defRPr>
            </a:lvl6pPr>
            <a:lvl7pPr>
              <a:defRPr sz="3150" b="1">
                <a:solidFill>
                  <a:srgbClr val="30291F"/>
                </a:solidFill>
                <a:latin typeface="Noto Serif CJK SC"/>
                <a:ea typeface="Noto Serif CJK SC"/>
                <a:cs typeface="Noto Serif CJK SC"/>
              </a:defRPr>
            </a:lvl7pPr>
            <a:lvl8pPr>
              <a:defRPr sz="3150" b="1">
                <a:solidFill>
                  <a:srgbClr val="30291F"/>
                </a:solidFill>
                <a:latin typeface="Noto Serif CJK SC"/>
                <a:ea typeface="Noto Serif CJK SC"/>
                <a:cs typeface="Noto Serif CJK SC"/>
              </a:defRPr>
            </a:lvl8pPr>
            <a:lvl9pPr>
              <a:defRPr sz="3150" b="1">
                <a:solidFill>
                  <a:srgbClr val="30291F"/>
                </a:solidFill>
                <a:latin typeface="Noto Serif CJK SC"/>
                <a:ea typeface="Noto Serif CJK SC"/>
                <a:cs typeface="Noto Serif CJK SC"/>
              </a:defRPr>
            </a:lvl9pPr>
          </a:lstStyle>
          <a:p xmlns:a="http://schemas.openxmlformats.org/drawingml/2006/main">
            <a:pPr>
              <a:defRPr sz="3150" b="1">
                <a:solidFill>
                  <a:srgbClr val="30291F"/>
                </a:solidFill>
                <a:latin typeface="Noto Serif CJK SC"/>
                <a:ea typeface="Noto Serif CJK SC"/>
                <a:cs typeface="Noto Serif CJK SC"/>
              </a:defRPr>
            </a:pPr>
            <a:r>
              <a:rPr sz="3150" b="1">
                <a:solidFill>
                  <a:srgbClr val="30291F"/>
                </a:solidFill>
                <a:latin typeface="Noto Serif CJK SC"/>
                <a:ea typeface="Noto Serif CJK SC"/>
                <a:cs typeface="Noto Serif CJK SC"/>
              </a:rPr>
              <a:t>第二课  连接事情与观点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CB023E46-7E39-4D6F-993E-AF3732B11B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752600"/>
            <a:ext cx="10972800" cy="1143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2625" b="0">
                <a:solidFill>
                  <a:srgbClr val="31695F"/>
                </a:solidFill>
                <a:latin typeface="LXGW WenKai TC"/>
                <a:ea typeface="LXGW WenKai TC"/>
                <a:cs typeface="LXGW WenKai TC"/>
              </a:defRPr>
            </a:defPPr>
            <a:lvl1pPr>
              <a:defRPr sz="2625" b="0">
                <a:solidFill>
                  <a:srgbClr val="31695F"/>
                </a:solidFill>
                <a:latin typeface="LXGW WenKai TC"/>
                <a:ea typeface="LXGW WenKai TC"/>
                <a:cs typeface="LXGW WenKai TC"/>
              </a:defRPr>
            </a:lvl1pPr>
            <a:lvl2pPr>
              <a:defRPr sz="2625" b="0">
                <a:solidFill>
                  <a:srgbClr val="31695F"/>
                </a:solidFill>
                <a:latin typeface="LXGW WenKai TC"/>
                <a:ea typeface="LXGW WenKai TC"/>
                <a:cs typeface="LXGW WenKai TC"/>
              </a:defRPr>
            </a:lvl2pPr>
            <a:lvl3pPr>
              <a:defRPr sz="2625" b="0">
                <a:solidFill>
                  <a:srgbClr val="31695F"/>
                </a:solidFill>
                <a:latin typeface="LXGW WenKai TC"/>
                <a:ea typeface="LXGW WenKai TC"/>
                <a:cs typeface="LXGW WenKai TC"/>
              </a:defRPr>
            </a:lvl3pPr>
            <a:lvl4pPr>
              <a:defRPr sz="2625" b="0">
                <a:solidFill>
                  <a:srgbClr val="31695F"/>
                </a:solidFill>
                <a:latin typeface="LXGW WenKai TC"/>
                <a:ea typeface="LXGW WenKai TC"/>
                <a:cs typeface="LXGW WenKai TC"/>
              </a:defRPr>
            </a:lvl4pPr>
            <a:lvl5pPr>
              <a:defRPr sz="2625" b="0">
                <a:solidFill>
                  <a:srgbClr val="31695F"/>
                </a:solidFill>
                <a:latin typeface="LXGW WenKai TC"/>
                <a:ea typeface="LXGW WenKai TC"/>
                <a:cs typeface="LXGW WenKai TC"/>
              </a:defRPr>
            </a:lvl5pPr>
            <a:lvl6pPr>
              <a:defRPr sz="2625" b="0">
                <a:solidFill>
                  <a:srgbClr val="31695F"/>
                </a:solidFill>
                <a:latin typeface="LXGW WenKai TC"/>
                <a:ea typeface="LXGW WenKai TC"/>
                <a:cs typeface="LXGW WenKai TC"/>
              </a:defRPr>
            </a:lvl6pPr>
            <a:lvl7pPr>
              <a:defRPr sz="2625" b="0">
                <a:solidFill>
                  <a:srgbClr val="31695F"/>
                </a:solidFill>
                <a:latin typeface="LXGW WenKai TC"/>
                <a:ea typeface="LXGW WenKai TC"/>
                <a:cs typeface="LXGW WenKai TC"/>
              </a:defRPr>
            </a:lvl7pPr>
            <a:lvl8pPr>
              <a:defRPr sz="2625" b="0">
                <a:solidFill>
                  <a:srgbClr val="31695F"/>
                </a:solidFill>
                <a:latin typeface="LXGW WenKai TC"/>
                <a:ea typeface="LXGW WenKai TC"/>
                <a:cs typeface="LXGW WenKai TC"/>
              </a:defRPr>
            </a:lvl8pPr>
            <a:lvl9pPr>
              <a:defRPr sz="2625" b="0">
                <a:solidFill>
                  <a:srgbClr val="31695F"/>
                </a:solidFill>
                <a:latin typeface="LXGW WenKai TC"/>
                <a:ea typeface="LXGW WenKai TC"/>
                <a:cs typeface="LXGW WenKai TC"/>
              </a:defRPr>
            </a:lvl9pPr>
          </a:lstStyle>
          <a:p xmlns:a="http://schemas.openxmlformats.org/drawingml/2006/main">
            <a:pPr>
              <a:defRPr sz="2625" b="0">
                <a:solidFill>
                  <a:srgbClr val="31695F"/>
                </a:solidFill>
                <a:latin typeface="LXGW WenKai TC"/>
                <a:ea typeface="LXGW WenKai TC"/>
                <a:cs typeface="LXGW WenKai TC"/>
              </a:defRPr>
            </a:pPr>
            <a:r>
              <a:rPr sz="2625" b="0">
                <a:solidFill>
                  <a:srgbClr val="31695F"/>
                </a:solidFill>
                <a:latin typeface="LXGW WenKai TC"/>
                <a:ea typeface="LXGW WenKai TC"/>
                <a:cs typeface="LXGW WenKai TC"/>
              </a:rPr>
              <a:t>我们已经读懂了人物做什么、为什么。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14C352DD-AD18-476F-B520-FE881BB7BE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3286125"/>
            <a:ext cx="10668000" cy="704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2400" b="0">
                <a:solidFill>
                  <a:srgbClr val="30291F"/>
                </a:solidFill>
                <a:latin typeface="LXGW WenKai TC"/>
                <a:ea typeface="LXGW WenKai TC"/>
                <a:cs typeface="LXGW WenKai TC"/>
              </a:defRPr>
            </a:defPPr>
            <a:lvl1pPr>
              <a:defRPr sz="2400" b="0">
                <a:solidFill>
                  <a:srgbClr val="30291F"/>
                </a:solidFill>
                <a:latin typeface="LXGW WenKai TC"/>
                <a:ea typeface="LXGW WenKai TC"/>
                <a:cs typeface="LXGW WenKai TC"/>
              </a:defRPr>
            </a:lvl1pPr>
            <a:lvl2pPr>
              <a:defRPr sz="2400" b="0">
                <a:solidFill>
                  <a:srgbClr val="30291F"/>
                </a:solidFill>
                <a:latin typeface="LXGW WenKai TC"/>
                <a:ea typeface="LXGW WenKai TC"/>
                <a:cs typeface="LXGW WenKai TC"/>
              </a:defRPr>
            </a:lvl2pPr>
            <a:lvl3pPr>
              <a:defRPr sz="2400" b="0">
                <a:solidFill>
                  <a:srgbClr val="30291F"/>
                </a:solidFill>
                <a:latin typeface="LXGW WenKai TC"/>
                <a:ea typeface="LXGW WenKai TC"/>
                <a:cs typeface="LXGW WenKai TC"/>
              </a:defRPr>
            </a:lvl3pPr>
            <a:lvl4pPr>
              <a:defRPr sz="2400" b="0">
                <a:solidFill>
                  <a:srgbClr val="30291F"/>
                </a:solidFill>
                <a:latin typeface="LXGW WenKai TC"/>
                <a:ea typeface="LXGW WenKai TC"/>
                <a:cs typeface="LXGW WenKai TC"/>
              </a:defRPr>
            </a:lvl4pPr>
            <a:lvl5pPr>
              <a:defRPr sz="2400" b="0">
                <a:solidFill>
                  <a:srgbClr val="30291F"/>
                </a:solidFill>
                <a:latin typeface="LXGW WenKai TC"/>
                <a:ea typeface="LXGW WenKai TC"/>
                <a:cs typeface="LXGW WenKai TC"/>
              </a:defRPr>
            </a:lvl5pPr>
            <a:lvl6pPr>
              <a:defRPr sz="2400" b="0">
                <a:solidFill>
                  <a:srgbClr val="30291F"/>
                </a:solidFill>
                <a:latin typeface="LXGW WenKai TC"/>
                <a:ea typeface="LXGW WenKai TC"/>
                <a:cs typeface="LXGW WenKai TC"/>
              </a:defRPr>
            </a:lvl6pPr>
            <a:lvl7pPr>
              <a:defRPr sz="2400" b="0">
                <a:solidFill>
                  <a:srgbClr val="30291F"/>
                </a:solidFill>
                <a:latin typeface="LXGW WenKai TC"/>
                <a:ea typeface="LXGW WenKai TC"/>
                <a:cs typeface="LXGW WenKai TC"/>
              </a:defRPr>
            </a:lvl7pPr>
            <a:lvl8pPr>
              <a:defRPr sz="2400" b="0">
                <a:solidFill>
                  <a:srgbClr val="30291F"/>
                </a:solidFill>
                <a:latin typeface="LXGW WenKai TC"/>
                <a:ea typeface="LXGW WenKai TC"/>
                <a:cs typeface="LXGW WenKai TC"/>
              </a:defRPr>
            </a:lvl8pPr>
            <a:lvl9pPr>
              <a:defRPr sz="2400" b="0">
                <a:solidFill>
                  <a:srgbClr val="30291F"/>
                </a:solidFill>
                <a:latin typeface="LXGW WenKai TC"/>
                <a:ea typeface="LXGW WenKai TC"/>
                <a:cs typeface="LXGW WenKai TC"/>
              </a:defRPr>
            </a:lvl9pPr>
          </a:lstStyle>
          <a:p xmlns:a="http://schemas.openxmlformats.org/drawingml/2006/main">
            <a:pPr>
              <a:defRPr sz="2400" b="0">
                <a:solidFill>
                  <a:srgbClr val="30291F"/>
                </a:solidFill>
                <a:latin typeface="LXGW WenKai TC"/>
                <a:ea typeface="LXGW WenKai TC"/>
                <a:cs typeface="LXGW WenKai TC"/>
              </a:defRPr>
            </a:pPr>
            <a:r>
              <a:rPr sz="2400" b="0">
                <a:solidFill>
                  <a:srgbClr val="30291F"/>
                </a:solidFill>
                <a:latin typeface="LXGW WenKai TC"/>
                <a:ea typeface="LXGW WenKai TC"/>
                <a:cs typeface="LXGW WenKai TC"/>
              </a:rPr>
              <a:t>找事物线索，理解文章主题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D4132DCE-52A3-439C-8794-05F540D08D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4095750"/>
            <a:ext cx="10668000" cy="704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2400" b="0">
                <a:solidFill>
                  <a:srgbClr val="30291F"/>
                </a:solidFill>
                <a:latin typeface="LXGW WenKai TC"/>
                <a:ea typeface="LXGW WenKai TC"/>
                <a:cs typeface="LXGW WenKai TC"/>
              </a:defRPr>
            </a:defPPr>
            <a:lvl1pPr>
              <a:defRPr sz="2400" b="0">
                <a:solidFill>
                  <a:srgbClr val="30291F"/>
                </a:solidFill>
                <a:latin typeface="LXGW WenKai TC"/>
                <a:ea typeface="LXGW WenKai TC"/>
                <a:cs typeface="LXGW WenKai TC"/>
              </a:defRPr>
            </a:lvl1pPr>
            <a:lvl2pPr>
              <a:defRPr sz="2400" b="0">
                <a:solidFill>
                  <a:srgbClr val="30291F"/>
                </a:solidFill>
                <a:latin typeface="LXGW WenKai TC"/>
                <a:ea typeface="LXGW WenKai TC"/>
                <a:cs typeface="LXGW WenKai TC"/>
              </a:defRPr>
            </a:lvl2pPr>
            <a:lvl3pPr>
              <a:defRPr sz="2400" b="0">
                <a:solidFill>
                  <a:srgbClr val="30291F"/>
                </a:solidFill>
                <a:latin typeface="LXGW WenKai TC"/>
                <a:ea typeface="LXGW WenKai TC"/>
                <a:cs typeface="LXGW WenKai TC"/>
              </a:defRPr>
            </a:lvl3pPr>
            <a:lvl4pPr>
              <a:defRPr sz="2400" b="0">
                <a:solidFill>
                  <a:srgbClr val="30291F"/>
                </a:solidFill>
                <a:latin typeface="LXGW WenKai TC"/>
                <a:ea typeface="LXGW WenKai TC"/>
                <a:cs typeface="LXGW WenKai TC"/>
              </a:defRPr>
            </a:lvl4pPr>
            <a:lvl5pPr>
              <a:defRPr sz="2400" b="0">
                <a:solidFill>
                  <a:srgbClr val="30291F"/>
                </a:solidFill>
                <a:latin typeface="LXGW WenKai TC"/>
                <a:ea typeface="LXGW WenKai TC"/>
                <a:cs typeface="LXGW WenKai TC"/>
              </a:defRPr>
            </a:lvl5pPr>
            <a:lvl6pPr>
              <a:defRPr sz="2400" b="0">
                <a:solidFill>
                  <a:srgbClr val="30291F"/>
                </a:solidFill>
                <a:latin typeface="LXGW WenKai TC"/>
                <a:ea typeface="LXGW WenKai TC"/>
                <a:cs typeface="LXGW WenKai TC"/>
              </a:defRPr>
            </a:lvl6pPr>
            <a:lvl7pPr>
              <a:defRPr sz="2400" b="0">
                <a:solidFill>
                  <a:srgbClr val="30291F"/>
                </a:solidFill>
                <a:latin typeface="LXGW WenKai TC"/>
                <a:ea typeface="LXGW WenKai TC"/>
                <a:cs typeface="LXGW WenKai TC"/>
              </a:defRPr>
            </a:lvl7pPr>
            <a:lvl8pPr>
              <a:defRPr sz="2400" b="0">
                <a:solidFill>
                  <a:srgbClr val="30291F"/>
                </a:solidFill>
                <a:latin typeface="LXGW WenKai TC"/>
                <a:ea typeface="LXGW WenKai TC"/>
                <a:cs typeface="LXGW WenKai TC"/>
              </a:defRPr>
            </a:lvl8pPr>
            <a:lvl9pPr>
              <a:defRPr sz="2400" b="0">
                <a:solidFill>
                  <a:srgbClr val="30291F"/>
                </a:solidFill>
                <a:latin typeface="LXGW WenKai TC"/>
                <a:ea typeface="LXGW WenKai TC"/>
                <a:cs typeface="LXGW WenKai TC"/>
              </a:defRPr>
            </a:lvl9pPr>
          </a:lstStyle>
          <a:p xmlns:a="http://schemas.openxmlformats.org/drawingml/2006/main">
            <a:pPr>
              <a:defRPr sz="2400" b="0">
                <a:solidFill>
                  <a:srgbClr val="30291F"/>
                </a:solidFill>
                <a:latin typeface="LXGW WenKai TC"/>
                <a:ea typeface="LXGW WenKai TC"/>
                <a:cs typeface="LXGW WenKai TC"/>
              </a:defRPr>
            </a:pPr>
            <a:r>
              <a:rPr sz="2400" b="0">
                <a:solidFill>
                  <a:srgbClr val="30291F"/>
                </a:solidFill>
                <a:latin typeface="LXGW WenKai TC"/>
                <a:ea typeface="LXGW WenKai TC"/>
                <a:cs typeface="LXGW WenKai TC"/>
              </a:rPr>
              <a:t>辨别引号用法，完成课本练习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76ED7693-88B5-419D-9290-F51A2BF656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4905375"/>
            <a:ext cx="10668000" cy="704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2400" b="0">
                <a:solidFill>
                  <a:srgbClr val="30291F"/>
                </a:solidFill>
                <a:latin typeface="LXGW WenKai TC"/>
                <a:ea typeface="LXGW WenKai TC"/>
                <a:cs typeface="LXGW WenKai TC"/>
              </a:defRPr>
            </a:defPPr>
            <a:lvl1pPr>
              <a:defRPr sz="2400" b="0">
                <a:solidFill>
                  <a:srgbClr val="30291F"/>
                </a:solidFill>
                <a:latin typeface="LXGW WenKai TC"/>
                <a:ea typeface="LXGW WenKai TC"/>
                <a:cs typeface="LXGW WenKai TC"/>
              </a:defRPr>
            </a:lvl1pPr>
            <a:lvl2pPr>
              <a:defRPr sz="2400" b="0">
                <a:solidFill>
                  <a:srgbClr val="30291F"/>
                </a:solidFill>
                <a:latin typeface="LXGW WenKai TC"/>
                <a:ea typeface="LXGW WenKai TC"/>
                <a:cs typeface="LXGW WenKai TC"/>
              </a:defRPr>
            </a:lvl2pPr>
            <a:lvl3pPr>
              <a:defRPr sz="2400" b="0">
                <a:solidFill>
                  <a:srgbClr val="30291F"/>
                </a:solidFill>
                <a:latin typeface="LXGW WenKai TC"/>
                <a:ea typeface="LXGW WenKai TC"/>
                <a:cs typeface="LXGW WenKai TC"/>
              </a:defRPr>
            </a:lvl3pPr>
            <a:lvl4pPr>
              <a:defRPr sz="2400" b="0">
                <a:solidFill>
                  <a:srgbClr val="30291F"/>
                </a:solidFill>
                <a:latin typeface="LXGW WenKai TC"/>
                <a:ea typeface="LXGW WenKai TC"/>
                <a:cs typeface="LXGW WenKai TC"/>
              </a:defRPr>
            </a:lvl4pPr>
            <a:lvl5pPr>
              <a:defRPr sz="2400" b="0">
                <a:solidFill>
                  <a:srgbClr val="30291F"/>
                </a:solidFill>
                <a:latin typeface="LXGW WenKai TC"/>
                <a:ea typeface="LXGW WenKai TC"/>
                <a:cs typeface="LXGW WenKai TC"/>
              </a:defRPr>
            </a:lvl5pPr>
            <a:lvl6pPr>
              <a:defRPr sz="2400" b="0">
                <a:solidFill>
                  <a:srgbClr val="30291F"/>
                </a:solidFill>
                <a:latin typeface="LXGW WenKai TC"/>
                <a:ea typeface="LXGW WenKai TC"/>
                <a:cs typeface="LXGW WenKai TC"/>
              </a:defRPr>
            </a:lvl6pPr>
            <a:lvl7pPr>
              <a:defRPr sz="2400" b="0">
                <a:solidFill>
                  <a:srgbClr val="30291F"/>
                </a:solidFill>
                <a:latin typeface="LXGW WenKai TC"/>
                <a:ea typeface="LXGW WenKai TC"/>
                <a:cs typeface="LXGW WenKai TC"/>
              </a:defRPr>
            </a:lvl7pPr>
            <a:lvl8pPr>
              <a:defRPr sz="2400" b="0">
                <a:solidFill>
                  <a:srgbClr val="30291F"/>
                </a:solidFill>
                <a:latin typeface="LXGW WenKai TC"/>
                <a:ea typeface="LXGW WenKai TC"/>
                <a:cs typeface="LXGW WenKai TC"/>
              </a:defRPr>
            </a:lvl8pPr>
            <a:lvl9pPr>
              <a:defRPr sz="2400" b="0">
                <a:solidFill>
                  <a:srgbClr val="30291F"/>
                </a:solidFill>
                <a:latin typeface="LXGW WenKai TC"/>
                <a:ea typeface="LXGW WenKai TC"/>
                <a:cs typeface="LXGW WenKai TC"/>
              </a:defRPr>
            </a:lvl9pPr>
          </a:lstStyle>
          <a:p xmlns:a="http://schemas.openxmlformats.org/drawingml/2006/main">
            <a:pPr>
              <a:defRPr sz="2400" b="0">
                <a:solidFill>
                  <a:srgbClr val="30291F"/>
                </a:solidFill>
                <a:latin typeface="LXGW WenKai TC"/>
                <a:ea typeface="LXGW WenKai TC"/>
                <a:cs typeface="LXGW WenKai TC"/>
              </a:defRPr>
            </a:pPr>
            <a:r>
              <a:rPr sz="2400" b="0">
                <a:solidFill>
                  <a:srgbClr val="30291F"/>
                </a:solidFill>
                <a:latin typeface="LXGW WenKai TC"/>
                <a:ea typeface="LXGW WenKai TC"/>
                <a:cs typeface="LXGW WenKai TC"/>
              </a:rPr>
              <a:t>开放题必做：把“为什么”讲清楚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388C6C4E-4FAA-424C-BB8B-AE1E7294F6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25200" y="6477000"/>
            <a:ext cx="4572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1350" b="0">
                <a:solidFill>
                  <a:srgbClr val="776C60"/>
                </a:solidFill>
                <a:latin typeface="Noto Serif CJK SC"/>
                <a:ea typeface="Noto Serif CJK SC"/>
                <a:cs typeface="Noto Serif CJK SC"/>
              </a:defRPr>
            </a:defPPr>
            <a:lvl1pPr>
              <a:defRPr sz="1350" b="0">
                <a:solidFill>
                  <a:srgbClr val="776C60"/>
                </a:solidFill>
                <a:latin typeface="Noto Serif CJK SC"/>
                <a:ea typeface="Noto Serif CJK SC"/>
                <a:cs typeface="Noto Serif CJK SC"/>
              </a:defRPr>
            </a:lvl1pPr>
            <a:lvl2pPr>
              <a:defRPr sz="1350" b="0">
                <a:solidFill>
                  <a:srgbClr val="776C60"/>
                </a:solidFill>
                <a:latin typeface="Noto Serif CJK SC"/>
                <a:ea typeface="Noto Serif CJK SC"/>
                <a:cs typeface="Noto Serif CJK SC"/>
              </a:defRPr>
            </a:lvl2pPr>
            <a:lvl3pPr>
              <a:defRPr sz="1350" b="0">
                <a:solidFill>
                  <a:srgbClr val="776C60"/>
                </a:solidFill>
                <a:latin typeface="Noto Serif CJK SC"/>
                <a:ea typeface="Noto Serif CJK SC"/>
                <a:cs typeface="Noto Serif CJK SC"/>
              </a:defRPr>
            </a:lvl3pPr>
            <a:lvl4pPr>
              <a:defRPr sz="1350" b="0">
                <a:solidFill>
                  <a:srgbClr val="776C60"/>
                </a:solidFill>
                <a:latin typeface="Noto Serif CJK SC"/>
                <a:ea typeface="Noto Serif CJK SC"/>
                <a:cs typeface="Noto Serif CJK SC"/>
              </a:defRPr>
            </a:lvl4pPr>
            <a:lvl5pPr>
              <a:defRPr sz="1350" b="0">
                <a:solidFill>
                  <a:srgbClr val="776C60"/>
                </a:solidFill>
                <a:latin typeface="Noto Serif CJK SC"/>
                <a:ea typeface="Noto Serif CJK SC"/>
                <a:cs typeface="Noto Serif CJK SC"/>
              </a:defRPr>
            </a:lvl5pPr>
            <a:lvl6pPr>
              <a:defRPr sz="1350" b="0">
                <a:solidFill>
                  <a:srgbClr val="776C60"/>
                </a:solidFill>
                <a:latin typeface="Noto Serif CJK SC"/>
                <a:ea typeface="Noto Serif CJK SC"/>
                <a:cs typeface="Noto Serif CJK SC"/>
              </a:defRPr>
            </a:lvl6pPr>
            <a:lvl7pPr>
              <a:defRPr sz="1350" b="0">
                <a:solidFill>
                  <a:srgbClr val="776C60"/>
                </a:solidFill>
                <a:latin typeface="Noto Serif CJK SC"/>
                <a:ea typeface="Noto Serif CJK SC"/>
                <a:cs typeface="Noto Serif CJK SC"/>
              </a:defRPr>
            </a:lvl7pPr>
            <a:lvl8pPr>
              <a:defRPr sz="1350" b="0">
                <a:solidFill>
                  <a:srgbClr val="776C60"/>
                </a:solidFill>
                <a:latin typeface="Noto Serif CJK SC"/>
                <a:ea typeface="Noto Serif CJK SC"/>
                <a:cs typeface="Noto Serif CJK SC"/>
              </a:defRPr>
            </a:lvl8pPr>
            <a:lvl9pPr>
              <a:defRPr sz="1350" b="0">
                <a:solidFill>
                  <a:srgbClr val="776C60"/>
                </a:solidFill>
                <a:latin typeface="Noto Serif CJK SC"/>
                <a:ea typeface="Noto Serif CJK SC"/>
                <a:cs typeface="Noto Serif CJK SC"/>
              </a:defRPr>
            </a:lvl9pPr>
          </a:lstStyle>
          <a:p xmlns:a="http://schemas.openxmlformats.org/drawingml/2006/main">
            <a:pPr>
              <a:defRPr sz="1350" b="0">
                <a:solidFill>
                  <a:srgbClr val="776C60"/>
                </a:solidFill>
                <a:latin typeface="Noto Serif CJK SC"/>
                <a:ea typeface="Noto Serif CJK SC"/>
                <a:cs typeface="Noto Serif CJK SC"/>
              </a:defRPr>
            </a:pPr>
            <a:r>
              <a:rPr sz="1350" b="0">
                <a:solidFill>
                  <a:srgbClr val="776C60"/>
                </a:solidFill>
                <a:latin typeface="Noto Serif CJK SC"/>
                <a:ea typeface="Noto Serif CJK SC"/>
                <a:cs typeface="Noto Serif CJK SC"/>
              </a:rPr>
              <a:t>21</a:t>
            </a:r>
          </a:p>
        </p:txBody>
      </p:sp>
    </p:spTree>
    <p:extLst>
      <p:ext uri="{BB962C8B-B14F-4D97-AF65-F5344CB8AC3E}">
        <p14:creationId xmlns:p14="http://schemas.microsoft.com/office/powerpoint/2010/main" val="535952350"/>
      </p:ext>
    </p:extLst>
  </p:cSld>
</p:sld>
</file>

<file path=ppt/slides/slide22.xml><?xml version="1.0" encoding="utf-8"?>
<p:sld xmlns:p="http://schemas.openxmlformats.org/presentationml/2006/main">
  <p:cSld>
    <p:bg>
      <p:bgPr>
        <a:solidFill xmlns:a="http://schemas.openxmlformats.org/drawingml/2006/main">
          <a:srgbClr val="FFFAF2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D3E9A3F2-C038-4ABB-BD85-73B34DAFD4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33375"/>
            <a:ext cx="762000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1575" b="0">
                <a:solidFill>
                  <a:srgbClr val="9B3024"/>
                </a:solidFill>
                <a:latin typeface="Noto Serif CJK SC"/>
                <a:ea typeface="Noto Serif CJK SC"/>
                <a:cs typeface="Noto Serif CJK SC"/>
              </a:defRPr>
            </a:defPPr>
            <a:lvl1pPr>
              <a:defRPr sz="1575" b="0">
                <a:solidFill>
                  <a:srgbClr val="9B3024"/>
                </a:solidFill>
                <a:latin typeface="Noto Serif CJK SC"/>
                <a:ea typeface="Noto Serif CJK SC"/>
                <a:cs typeface="Noto Serif CJK SC"/>
              </a:defRPr>
            </a:lvl1pPr>
            <a:lvl2pPr>
              <a:defRPr sz="1575" b="0">
                <a:solidFill>
                  <a:srgbClr val="9B3024"/>
                </a:solidFill>
                <a:latin typeface="Noto Serif CJK SC"/>
                <a:ea typeface="Noto Serif CJK SC"/>
                <a:cs typeface="Noto Serif CJK SC"/>
              </a:defRPr>
            </a:lvl2pPr>
            <a:lvl3pPr>
              <a:defRPr sz="1575" b="0">
                <a:solidFill>
                  <a:srgbClr val="9B3024"/>
                </a:solidFill>
                <a:latin typeface="Noto Serif CJK SC"/>
                <a:ea typeface="Noto Serif CJK SC"/>
                <a:cs typeface="Noto Serif CJK SC"/>
              </a:defRPr>
            </a:lvl3pPr>
            <a:lvl4pPr>
              <a:defRPr sz="1575" b="0">
                <a:solidFill>
                  <a:srgbClr val="9B3024"/>
                </a:solidFill>
                <a:latin typeface="Noto Serif CJK SC"/>
                <a:ea typeface="Noto Serif CJK SC"/>
                <a:cs typeface="Noto Serif CJK SC"/>
              </a:defRPr>
            </a:lvl4pPr>
            <a:lvl5pPr>
              <a:defRPr sz="1575" b="0">
                <a:solidFill>
                  <a:srgbClr val="9B3024"/>
                </a:solidFill>
                <a:latin typeface="Noto Serif CJK SC"/>
                <a:ea typeface="Noto Serif CJK SC"/>
                <a:cs typeface="Noto Serif CJK SC"/>
              </a:defRPr>
            </a:lvl5pPr>
            <a:lvl6pPr>
              <a:defRPr sz="1575" b="0">
                <a:solidFill>
                  <a:srgbClr val="9B3024"/>
                </a:solidFill>
                <a:latin typeface="Noto Serif CJK SC"/>
                <a:ea typeface="Noto Serif CJK SC"/>
                <a:cs typeface="Noto Serif CJK SC"/>
              </a:defRPr>
            </a:lvl6pPr>
            <a:lvl7pPr>
              <a:defRPr sz="1575" b="0">
                <a:solidFill>
                  <a:srgbClr val="9B3024"/>
                </a:solidFill>
                <a:latin typeface="Noto Serif CJK SC"/>
                <a:ea typeface="Noto Serif CJK SC"/>
                <a:cs typeface="Noto Serif CJK SC"/>
              </a:defRPr>
            </a:lvl7pPr>
            <a:lvl8pPr>
              <a:defRPr sz="1575" b="0">
                <a:solidFill>
                  <a:srgbClr val="9B3024"/>
                </a:solidFill>
                <a:latin typeface="Noto Serif CJK SC"/>
                <a:ea typeface="Noto Serif CJK SC"/>
                <a:cs typeface="Noto Serif CJK SC"/>
              </a:defRPr>
            </a:lvl8pPr>
            <a:lvl9pPr>
              <a:defRPr sz="1575" b="0">
                <a:solidFill>
                  <a:srgbClr val="9B3024"/>
                </a:solidFill>
                <a:latin typeface="Noto Serif CJK SC"/>
                <a:ea typeface="Noto Serif CJK SC"/>
                <a:cs typeface="Noto Serif CJK SC"/>
              </a:defRPr>
            </a:lvl9pPr>
          </a:lstStyle>
          <a:p xmlns:a="http://schemas.openxmlformats.org/drawingml/2006/main">
            <a:pPr>
              <a:defRPr sz="1575" b="0">
                <a:solidFill>
                  <a:srgbClr val="9B3024"/>
                </a:solidFill>
                <a:latin typeface="Noto Serif CJK SC"/>
                <a:ea typeface="Noto Serif CJK SC"/>
                <a:cs typeface="Noto Serif CJK SC"/>
              </a:defRPr>
            </a:pPr>
            <a:r>
              <a:rPr sz="1575" b="0">
                <a:solidFill>
                  <a:srgbClr val="9B3024"/>
                </a:solidFill>
                <a:latin typeface="Noto Serif CJK SC"/>
                <a:ea typeface="Noto Serif CJK SC"/>
                <a:cs typeface="Noto Serif CJK SC"/>
              </a:rPr>
              <a:t>第二课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1D82E5E9-ED35-4308-9764-F9692AB15D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781050"/>
            <a:ext cx="109728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3150" b="1">
                <a:solidFill>
                  <a:srgbClr val="30291F"/>
                </a:solidFill>
                <a:latin typeface="Noto Serif CJK SC"/>
                <a:ea typeface="Noto Serif CJK SC"/>
                <a:cs typeface="Noto Serif CJK SC"/>
              </a:defRPr>
            </a:defPPr>
            <a:lvl1pPr>
              <a:defRPr sz="3150" b="1">
                <a:solidFill>
                  <a:srgbClr val="30291F"/>
                </a:solidFill>
                <a:latin typeface="Noto Serif CJK SC"/>
                <a:ea typeface="Noto Serif CJK SC"/>
                <a:cs typeface="Noto Serif CJK SC"/>
              </a:defRPr>
            </a:lvl1pPr>
            <a:lvl2pPr>
              <a:defRPr sz="3150" b="1">
                <a:solidFill>
                  <a:srgbClr val="30291F"/>
                </a:solidFill>
                <a:latin typeface="Noto Serif CJK SC"/>
                <a:ea typeface="Noto Serif CJK SC"/>
                <a:cs typeface="Noto Serif CJK SC"/>
              </a:defRPr>
            </a:lvl2pPr>
            <a:lvl3pPr>
              <a:defRPr sz="3150" b="1">
                <a:solidFill>
                  <a:srgbClr val="30291F"/>
                </a:solidFill>
                <a:latin typeface="Noto Serif CJK SC"/>
                <a:ea typeface="Noto Serif CJK SC"/>
                <a:cs typeface="Noto Serif CJK SC"/>
              </a:defRPr>
            </a:lvl3pPr>
            <a:lvl4pPr>
              <a:defRPr sz="3150" b="1">
                <a:solidFill>
                  <a:srgbClr val="30291F"/>
                </a:solidFill>
                <a:latin typeface="Noto Serif CJK SC"/>
                <a:ea typeface="Noto Serif CJK SC"/>
                <a:cs typeface="Noto Serif CJK SC"/>
              </a:defRPr>
            </a:lvl4pPr>
            <a:lvl5pPr>
              <a:defRPr sz="3150" b="1">
                <a:solidFill>
                  <a:srgbClr val="30291F"/>
                </a:solidFill>
                <a:latin typeface="Noto Serif CJK SC"/>
                <a:ea typeface="Noto Serif CJK SC"/>
                <a:cs typeface="Noto Serif CJK SC"/>
              </a:defRPr>
            </a:lvl5pPr>
            <a:lvl6pPr>
              <a:defRPr sz="3150" b="1">
                <a:solidFill>
                  <a:srgbClr val="30291F"/>
                </a:solidFill>
                <a:latin typeface="Noto Serif CJK SC"/>
                <a:ea typeface="Noto Serif CJK SC"/>
                <a:cs typeface="Noto Serif CJK SC"/>
              </a:defRPr>
            </a:lvl6pPr>
            <a:lvl7pPr>
              <a:defRPr sz="3150" b="1">
                <a:solidFill>
                  <a:srgbClr val="30291F"/>
                </a:solidFill>
                <a:latin typeface="Noto Serif CJK SC"/>
                <a:ea typeface="Noto Serif CJK SC"/>
                <a:cs typeface="Noto Serif CJK SC"/>
              </a:defRPr>
            </a:lvl7pPr>
            <a:lvl8pPr>
              <a:defRPr sz="3150" b="1">
                <a:solidFill>
                  <a:srgbClr val="30291F"/>
                </a:solidFill>
                <a:latin typeface="Noto Serif CJK SC"/>
                <a:ea typeface="Noto Serif CJK SC"/>
                <a:cs typeface="Noto Serif CJK SC"/>
              </a:defRPr>
            </a:lvl8pPr>
            <a:lvl9pPr>
              <a:defRPr sz="3150" b="1">
                <a:solidFill>
                  <a:srgbClr val="30291F"/>
                </a:solidFill>
                <a:latin typeface="Noto Serif CJK SC"/>
                <a:ea typeface="Noto Serif CJK SC"/>
                <a:cs typeface="Noto Serif CJK SC"/>
              </a:defRPr>
            </a:lvl9pPr>
          </a:lstStyle>
          <a:p xmlns:a="http://schemas.openxmlformats.org/drawingml/2006/main">
            <a:pPr>
              <a:defRPr sz="3150" b="1">
                <a:solidFill>
                  <a:srgbClr val="30291F"/>
                </a:solidFill>
                <a:latin typeface="Noto Serif CJK SC"/>
                <a:ea typeface="Noto Serif CJK SC"/>
                <a:cs typeface="Noto Serif CJK SC"/>
              </a:defRPr>
            </a:pPr>
            <a:r>
              <a:rPr sz="3150" b="1">
                <a:solidFill>
                  <a:srgbClr val="30291F"/>
                </a:solidFill>
                <a:latin typeface="Noto Serif CJK SC"/>
                <a:ea typeface="Noto Serif CJK SC"/>
                <a:cs typeface="Noto Serif CJK SC"/>
              </a:rPr>
              <a:t>什么是线索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83D03D01-43E7-4200-AD5A-ED690EB8AE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809750"/>
            <a:ext cx="10972800" cy="1714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2700" b="0">
                <a:solidFill>
                  <a:srgbClr val="31695F"/>
                </a:solidFill>
                <a:latin typeface="LXGW WenKai TC"/>
                <a:ea typeface="LXGW WenKai TC"/>
                <a:cs typeface="LXGW WenKai TC"/>
              </a:defRPr>
            </a:defPPr>
            <a:lvl1pPr>
              <a:defRPr sz="2700" b="0">
                <a:solidFill>
                  <a:srgbClr val="31695F"/>
                </a:solidFill>
                <a:latin typeface="LXGW WenKai TC"/>
                <a:ea typeface="LXGW WenKai TC"/>
                <a:cs typeface="LXGW WenKai TC"/>
              </a:defRPr>
            </a:lvl1pPr>
            <a:lvl2pPr>
              <a:defRPr sz="2700" b="0">
                <a:solidFill>
                  <a:srgbClr val="31695F"/>
                </a:solidFill>
                <a:latin typeface="LXGW WenKai TC"/>
                <a:ea typeface="LXGW WenKai TC"/>
                <a:cs typeface="LXGW WenKai TC"/>
              </a:defRPr>
            </a:lvl2pPr>
            <a:lvl3pPr>
              <a:defRPr sz="2700" b="0">
                <a:solidFill>
                  <a:srgbClr val="31695F"/>
                </a:solidFill>
                <a:latin typeface="LXGW WenKai TC"/>
                <a:ea typeface="LXGW WenKai TC"/>
                <a:cs typeface="LXGW WenKai TC"/>
              </a:defRPr>
            </a:lvl3pPr>
            <a:lvl4pPr>
              <a:defRPr sz="2700" b="0">
                <a:solidFill>
                  <a:srgbClr val="31695F"/>
                </a:solidFill>
                <a:latin typeface="LXGW WenKai TC"/>
                <a:ea typeface="LXGW WenKai TC"/>
                <a:cs typeface="LXGW WenKai TC"/>
              </a:defRPr>
            </a:lvl4pPr>
            <a:lvl5pPr>
              <a:defRPr sz="2700" b="0">
                <a:solidFill>
                  <a:srgbClr val="31695F"/>
                </a:solidFill>
                <a:latin typeface="LXGW WenKai TC"/>
                <a:ea typeface="LXGW WenKai TC"/>
                <a:cs typeface="LXGW WenKai TC"/>
              </a:defRPr>
            </a:lvl5pPr>
            <a:lvl6pPr>
              <a:defRPr sz="2700" b="0">
                <a:solidFill>
                  <a:srgbClr val="31695F"/>
                </a:solidFill>
                <a:latin typeface="LXGW WenKai TC"/>
                <a:ea typeface="LXGW WenKai TC"/>
                <a:cs typeface="LXGW WenKai TC"/>
              </a:defRPr>
            </a:lvl6pPr>
            <a:lvl7pPr>
              <a:defRPr sz="2700" b="0">
                <a:solidFill>
                  <a:srgbClr val="31695F"/>
                </a:solidFill>
                <a:latin typeface="LXGW WenKai TC"/>
                <a:ea typeface="LXGW WenKai TC"/>
                <a:cs typeface="LXGW WenKai TC"/>
              </a:defRPr>
            </a:lvl7pPr>
            <a:lvl8pPr>
              <a:defRPr sz="2700" b="0">
                <a:solidFill>
                  <a:srgbClr val="31695F"/>
                </a:solidFill>
                <a:latin typeface="LXGW WenKai TC"/>
                <a:ea typeface="LXGW WenKai TC"/>
                <a:cs typeface="LXGW WenKai TC"/>
              </a:defRPr>
            </a:lvl8pPr>
            <a:lvl9pPr>
              <a:defRPr sz="2700" b="0">
                <a:solidFill>
                  <a:srgbClr val="31695F"/>
                </a:solidFill>
                <a:latin typeface="LXGW WenKai TC"/>
                <a:ea typeface="LXGW WenKai TC"/>
                <a:cs typeface="LXGW WenKai TC"/>
              </a:defRPr>
            </a:lvl9pPr>
          </a:lstStyle>
          <a:p xmlns:a="http://schemas.openxmlformats.org/drawingml/2006/main">
            <a:pPr>
              <a:defRPr sz="2700" b="0">
                <a:solidFill>
                  <a:srgbClr val="31695F"/>
                </a:solidFill>
                <a:latin typeface="LXGW WenKai TC"/>
                <a:ea typeface="LXGW WenKai TC"/>
                <a:cs typeface="LXGW WenKai TC"/>
              </a:defRPr>
            </a:pPr>
            <a:r>
              <a:rPr sz="2700" b="0">
                <a:solidFill>
                  <a:srgbClr val="31695F"/>
                </a:solidFill>
                <a:latin typeface="LXGW WenKai TC"/>
                <a:ea typeface="LXGW WenKai TC"/>
                <a:cs typeface="LXGW WenKai TC"/>
              </a:rPr>
              <a:t>线索就像一根线，把文章里的几件事串起来。同一个事物贯穿全文，</a:t>
            </a:r>
          </a:p>
          <a:p xmlns:a="http://schemas.openxmlformats.org/drawingml/2006/main">
            <a:pPr>
              <a:defRPr sz="2700" b="0">
                <a:solidFill>
                  <a:srgbClr val="31695F"/>
                </a:solidFill>
                <a:latin typeface="LXGW WenKai TC"/>
                <a:ea typeface="LXGW WenKai TC"/>
                <a:cs typeface="LXGW WenKai TC"/>
              </a:defRPr>
            </a:pPr>
            <a:r>
              <a:rPr sz="2700" b="0">
                <a:solidFill>
                  <a:srgbClr val="31695F"/>
                </a:solidFill>
                <a:latin typeface="LXGW WenKai TC"/>
                <a:ea typeface="LXGW WenKai TC"/>
                <a:cs typeface="LXGW WenKai TC"/>
              </a:rPr>
              <a:t>把事情连接起来，就叫事物线索。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E26B6559-E874-4951-99DB-8878377951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33500" y="4191000"/>
            <a:ext cx="2381250" cy="819150"/>
          </a:xfrm>
          <a:prstGeom xmlns:a="http://schemas.openxmlformats.org/drawingml/2006/main" prst="roundRect">
            <a:avLst>
              <a:gd name="adj" fmla="val 9302"/>
            </a:avLst>
          </a:prstGeom>
          <a:solidFill xmlns:a="http://schemas.openxmlformats.org/drawingml/2006/main">
            <a:srgbClr val="EAF2EB"/>
          </a:solidFill>
          <a:ln xmlns:a="http://schemas.openxmlformats.org/drawingml/2006/main" w="9525">
            <a:solidFill>
              <a:srgbClr val="CBD8CC"/>
            </a:solidFill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53958A9D-A21A-4831-9D20-8D7393E6D0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05375" y="4191000"/>
            <a:ext cx="2381250" cy="819150"/>
          </a:xfrm>
          <a:prstGeom xmlns:a="http://schemas.openxmlformats.org/drawingml/2006/main" prst="roundRect">
            <a:avLst>
              <a:gd name="adj" fmla="val 9302"/>
            </a:avLst>
          </a:prstGeom>
          <a:solidFill xmlns:a="http://schemas.openxmlformats.org/drawingml/2006/main">
            <a:srgbClr val="EAF2EB"/>
          </a:solidFill>
          <a:ln xmlns:a="http://schemas.openxmlformats.org/drawingml/2006/main" w="9525">
            <a:solidFill>
              <a:srgbClr val="CBD8CC"/>
            </a:solidFill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8BE2A644-79CB-40D1-80DB-76E4A2821D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77250" y="4191000"/>
            <a:ext cx="2381250" cy="819150"/>
          </a:xfrm>
          <a:prstGeom xmlns:a="http://schemas.openxmlformats.org/drawingml/2006/main" prst="roundRect">
            <a:avLst>
              <a:gd name="adj" fmla="val 9302"/>
            </a:avLst>
          </a:prstGeom>
          <a:solidFill xmlns:a="http://schemas.openxmlformats.org/drawingml/2006/main">
            <a:srgbClr val="EAF2EB"/>
          </a:solidFill>
          <a:ln xmlns:a="http://schemas.openxmlformats.org/drawingml/2006/main" w="9525">
            <a:solidFill>
              <a:srgbClr val="CBD8CC"/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5297F490-2B5C-4B45-A480-026094E55F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809750" y="4362450"/>
            <a:ext cx="190500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2550" b="0">
                <a:solidFill>
                  <a:srgbClr val="30291F"/>
                </a:solidFill>
                <a:latin typeface="LXGW WenKai TC"/>
                <a:ea typeface="LXGW WenKai TC"/>
                <a:cs typeface="LXGW WenKai TC"/>
              </a:defRPr>
            </a:defPPr>
            <a:lvl1pPr>
              <a:defRPr sz="2550" b="0">
                <a:solidFill>
                  <a:srgbClr val="30291F"/>
                </a:solidFill>
                <a:latin typeface="LXGW WenKai TC"/>
                <a:ea typeface="LXGW WenKai TC"/>
                <a:cs typeface="LXGW WenKai TC"/>
              </a:defRPr>
            </a:lvl1pPr>
            <a:lvl2pPr>
              <a:defRPr sz="2550" b="0">
                <a:solidFill>
                  <a:srgbClr val="30291F"/>
                </a:solidFill>
                <a:latin typeface="LXGW WenKai TC"/>
                <a:ea typeface="LXGW WenKai TC"/>
                <a:cs typeface="LXGW WenKai TC"/>
              </a:defRPr>
            </a:lvl2pPr>
            <a:lvl3pPr>
              <a:defRPr sz="2550" b="0">
                <a:solidFill>
                  <a:srgbClr val="30291F"/>
                </a:solidFill>
                <a:latin typeface="LXGW WenKai TC"/>
                <a:ea typeface="LXGW WenKai TC"/>
                <a:cs typeface="LXGW WenKai TC"/>
              </a:defRPr>
            </a:lvl3pPr>
            <a:lvl4pPr>
              <a:defRPr sz="2550" b="0">
                <a:solidFill>
                  <a:srgbClr val="30291F"/>
                </a:solidFill>
                <a:latin typeface="LXGW WenKai TC"/>
                <a:ea typeface="LXGW WenKai TC"/>
                <a:cs typeface="LXGW WenKai TC"/>
              </a:defRPr>
            </a:lvl4pPr>
            <a:lvl5pPr>
              <a:defRPr sz="2550" b="0">
                <a:solidFill>
                  <a:srgbClr val="30291F"/>
                </a:solidFill>
                <a:latin typeface="LXGW WenKai TC"/>
                <a:ea typeface="LXGW WenKai TC"/>
                <a:cs typeface="LXGW WenKai TC"/>
              </a:defRPr>
            </a:lvl5pPr>
            <a:lvl6pPr>
              <a:defRPr sz="2550" b="0">
                <a:solidFill>
                  <a:srgbClr val="30291F"/>
                </a:solidFill>
                <a:latin typeface="LXGW WenKai TC"/>
                <a:ea typeface="LXGW WenKai TC"/>
                <a:cs typeface="LXGW WenKai TC"/>
              </a:defRPr>
            </a:lvl6pPr>
            <a:lvl7pPr>
              <a:defRPr sz="2550" b="0">
                <a:solidFill>
                  <a:srgbClr val="30291F"/>
                </a:solidFill>
                <a:latin typeface="LXGW WenKai TC"/>
                <a:ea typeface="LXGW WenKai TC"/>
                <a:cs typeface="LXGW WenKai TC"/>
              </a:defRPr>
            </a:lvl7pPr>
            <a:lvl8pPr>
              <a:defRPr sz="2550" b="0">
                <a:solidFill>
                  <a:srgbClr val="30291F"/>
                </a:solidFill>
                <a:latin typeface="LXGW WenKai TC"/>
                <a:ea typeface="LXGW WenKai TC"/>
                <a:cs typeface="LXGW WenKai TC"/>
              </a:defRPr>
            </a:lvl8pPr>
            <a:lvl9pPr>
              <a:defRPr sz="2550" b="0">
                <a:solidFill>
                  <a:srgbClr val="30291F"/>
                </a:solidFill>
                <a:latin typeface="LXGW WenKai TC"/>
                <a:ea typeface="LXGW WenKai TC"/>
                <a:cs typeface="LXGW WenKai TC"/>
              </a:defRPr>
            </a:lvl9pPr>
          </a:lstStyle>
          <a:p xmlns:a="http://schemas.openxmlformats.org/drawingml/2006/main">
            <a:pPr>
              <a:defRPr sz="2550" b="0">
                <a:solidFill>
                  <a:srgbClr val="30291F"/>
                </a:solidFill>
                <a:latin typeface="LXGW WenKai TC"/>
                <a:ea typeface="LXGW WenKai TC"/>
                <a:cs typeface="LXGW WenKai TC"/>
              </a:defRPr>
            </a:pPr>
            <a:r>
              <a:rPr sz="2550" b="0">
                <a:solidFill>
                  <a:srgbClr val="30291F"/>
                </a:solidFill>
                <a:latin typeface="LXGW WenKai TC"/>
                <a:ea typeface="LXGW WenKai TC"/>
                <a:cs typeface="LXGW WenKai TC"/>
              </a:rPr>
              <a:t>事情一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531876F4-7CC1-4554-9758-9D8638BCE9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81625" y="4362450"/>
            <a:ext cx="190500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2550" b="0">
                <a:solidFill>
                  <a:srgbClr val="30291F"/>
                </a:solidFill>
                <a:latin typeface="LXGW WenKai TC"/>
                <a:ea typeface="LXGW WenKai TC"/>
                <a:cs typeface="LXGW WenKai TC"/>
              </a:defRPr>
            </a:defPPr>
            <a:lvl1pPr>
              <a:defRPr sz="2550" b="0">
                <a:solidFill>
                  <a:srgbClr val="30291F"/>
                </a:solidFill>
                <a:latin typeface="LXGW WenKai TC"/>
                <a:ea typeface="LXGW WenKai TC"/>
                <a:cs typeface="LXGW WenKai TC"/>
              </a:defRPr>
            </a:lvl1pPr>
            <a:lvl2pPr>
              <a:defRPr sz="2550" b="0">
                <a:solidFill>
                  <a:srgbClr val="30291F"/>
                </a:solidFill>
                <a:latin typeface="LXGW WenKai TC"/>
                <a:ea typeface="LXGW WenKai TC"/>
                <a:cs typeface="LXGW WenKai TC"/>
              </a:defRPr>
            </a:lvl2pPr>
            <a:lvl3pPr>
              <a:defRPr sz="2550" b="0">
                <a:solidFill>
                  <a:srgbClr val="30291F"/>
                </a:solidFill>
                <a:latin typeface="LXGW WenKai TC"/>
                <a:ea typeface="LXGW WenKai TC"/>
                <a:cs typeface="LXGW WenKai TC"/>
              </a:defRPr>
            </a:lvl3pPr>
            <a:lvl4pPr>
              <a:defRPr sz="2550" b="0">
                <a:solidFill>
                  <a:srgbClr val="30291F"/>
                </a:solidFill>
                <a:latin typeface="LXGW WenKai TC"/>
                <a:ea typeface="LXGW WenKai TC"/>
                <a:cs typeface="LXGW WenKai TC"/>
              </a:defRPr>
            </a:lvl4pPr>
            <a:lvl5pPr>
              <a:defRPr sz="2550" b="0">
                <a:solidFill>
                  <a:srgbClr val="30291F"/>
                </a:solidFill>
                <a:latin typeface="LXGW WenKai TC"/>
                <a:ea typeface="LXGW WenKai TC"/>
                <a:cs typeface="LXGW WenKai TC"/>
              </a:defRPr>
            </a:lvl5pPr>
            <a:lvl6pPr>
              <a:defRPr sz="2550" b="0">
                <a:solidFill>
                  <a:srgbClr val="30291F"/>
                </a:solidFill>
                <a:latin typeface="LXGW WenKai TC"/>
                <a:ea typeface="LXGW WenKai TC"/>
                <a:cs typeface="LXGW WenKai TC"/>
              </a:defRPr>
            </a:lvl6pPr>
            <a:lvl7pPr>
              <a:defRPr sz="2550" b="0">
                <a:solidFill>
                  <a:srgbClr val="30291F"/>
                </a:solidFill>
                <a:latin typeface="LXGW WenKai TC"/>
                <a:ea typeface="LXGW WenKai TC"/>
                <a:cs typeface="LXGW WenKai TC"/>
              </a:defRPr>
            </a:lvl7pPr>
            <a:lvl8pPr>
              <a:defRPr sz="2550" b="0">
                <a:solidFill>
                  <a:srgbClr val="30291F"/>
                </a:solidFill>
                <a:latin typeface="LXGW WenKai TC"/>
                <a:ea typeface="LXGW WenKai TC"/>
                <a:cs typeface="LXGW WenKai TC"/>
              </a:defRPr>
            </a:lvl8pPr>
            <a:lvl9pPr>
              <a:defRPr sz="2550" b="0">
                <a:solidFill>
                  <a:srgbClr val="30291F"/>
                </a:solidFill>
                <a:latin typeface="LXGW WenKai TC"/>
                <a:ea typeface="LXGW WenKai TC"/>
                <a:cs typeface="LXGW WenKai TC"/>
              </a:defRPr>
            </a:lvl9pPr>
          </a:lstStyle>
          <a:p xmlns:a="http://schemas.openxmlformats.org/drawingml/2006/main">
            <a:pPr>
              <a:defRPr sz="2550" b="0">
                <a:solidFill>
                  <a:srgbClr val="30291F"/>
                </a:solidFill>
                <a:latin typeface="LXGW WenKai TC"/>
                <a:ea typeface="LXGW WenKai TC"/>
                <a:cs typeface="LXGW WenKai TC"/>
              </a:defRPr>
            </a:pPr>
            <a:r>
              <a:rPr sz="2550" b="0">
                <a:solidFill>
                  <a:srgbClr val="30291F"/>
                </a:solidFill>
                <a:latin typeface="LXGW WenKai TC"/>
                <a:ea typeface="LXGW WenKai TC"/>
                <a:cs typeface="LXGW WenKai TC"/>
              </a:rPr>
              <a:t>事情二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E08CE375-8A3A-4BEE-9FED-48BA200421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0" y="4362450"/>
            <a:ext cx="190500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2550" b="0">
                <a:solidFill>
                  <a:srgbClr val="30291F"/>
                </a:solidFill>
                <a:latin typeface="LXGW WenKai TC"/>
                <a:ea typeface="LXGW WenKai TC"/>
                <a:cs typeface="LXGW WenKai TC"/>
              </a:defRPr>
            </a:defPPr>
            <a:lvl1pPr>
              <a:defRPr sz="2550" b="0">
                <a:solidFill>
                  <a:srgbClr val="30291F"/>
                </a:solidFill>
                <a:latin typeface="LXGW WenKai TC"/>
                <a:ea typeface="LXGW WenKai TC"/>
                <a:cs typeface="LXGW WenKai TC"/>
              </a:defRPr>
            </a:lvl1pPr>
            <a:lvl2pPr>
              <a:defRPr sz="2550" b="0">
                <a:solidFill>
                  <a:srgbClr val="30291F"/>
                </a:solidFill>
                <a:latin typeface="LXGW WenKai TC"/>
                <a:ea typeface="LXGW WenKai TC"/>
                <a:cs typeface="LXGW WenKai TC"/>
              </a:defRPr>
            </a:lvl2pPr>
            <a:lvl3pPr>
              <a:defRPr sz="2550" b="0">
                <a:solidFill>
                  <a:srgbClr val="30291F"/>
                </a:solidFill>
                <a:latin typeface="LXGW WenKai TC"/>
                <a:ea typeface="LXGW WenKai TC"/>
                <a:cs typeface="LXGW WenKai TC"/>
              </a:defRPr>
            </a:lvl3pPr>
            <a:lvl4pPr>
              <a:defRPr sz="2550" b="0">
                <a:solidFill>
                  <a:srgbClr val="30291F"/>
                </a:solidFill>
                <a:latin typeface="LXGW WenKai TC"/>
                <a:ea typeface="LXGW WenKai TC"/>
                <a:cs typeface="LXGW WenKai TC"/>
              </a:defRPr>
            </a:lvl4pPr>
            <a:lvl5pPr>
              <a:defRPr sz="2550" b="0">
                <a:solidFill>
                  <a:srgbClr val="30291F"/>
                </a:solidFill>
                <a:latin typeface="LXGW WenKai TC"/>
                <a:ea typeface="LXGW WenKai TC"/>
                <a:cs typeface="LXGW WenKai TC"/>
              </a:defRPr>
            </a:lvl5pPr>
            <a:lvl6pPr>
              <a:defRPr sz="2550" b="0">
                <a:solidFill>
                  <a:srgbClr val="30291F"/>
                </a:solidFill>
                <a:latin typeface="LXGW WenKai TC"/>
                <a:ea typeface="LXGW WenKai TC"/>
                <a:cs typeface="LXGW WenKai TC"/>
              </a:defRPr>
            </a:lvl6pPr>
            <a:lvl7pPr>
              <a:defRPr sz="2550" b="0">
                <a:solidFill>
                  <a:srgbClr val="30291F"/>
                </a:solidFill>
                <a:latin typeface="LXGW WenKai TC"/>
                <a:ea typeface="LXGW WenKai TC"/>
                <a:cs typeface="LXGW WenKai TC"/>
              </a:defRPr>
            </a:lvl7pPr>
            <a:lvl8pPr>
              <a:defRPr sz="2550" b="0">
                <a:solidFill>
                  <a:srgbClr val="30291F"/>
                </a:solidFill>
                <a:latin typeface="LXGW WenKai TC"/>
                <a:ea typeface="LXGW WenKai TC"/>
                <a:cs typeface="LXGW WenKai TC"/>
              </a:defRPr>
            </a:lvl8pPr>
            <a:lvl9pPr>
              <a:defRPr sz="2550" b="0">
                <a:solidFill>
                  <a:srgbClr val="30291F"/>
                </a:solidFill>
                <a:latin typeface="LXGW WenKai TC"/>
                <a:ea typeface="LXGW WenKai TC"/>
                <a:cs typeface="LXGW WenKai TC"/>
              </a:defRPr>
            </a:lvl9pPr>
          </a:lstStyle>
          <a:p xmlns:a="http://schemas.openxmlformats.org/drawingml/2006/main">
            <a:pPr>
              <a:defRPr sz="2550" b="0">
                <a:solidFill>
                  <a:srgbClr val="30291F"/>
                </a:solidFill>
                <a:latin typeface="LXGW WenKai TC"/>
                <a:ea typeface="LXGW WenKai TC"/>
                <a:cs typeface="LXGW WenKai TC"/>
              </a:defRPr>
            </a:pPr>
            <a:r>
              <a:rPr sz="2550" b="0">
                <a:solidFill>
                  <a:srgbClr val="30291F"/>
                </a:solidFill>
                <a:latin typeface="LXGW WenKai TC"/>
                <a:ea typeface="LXGW WenKai TC"/>
                <a:cs typeface="LXGW WenKai TC"/>
              </a:rPr>
              <a:t>事情三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59841017-E92B-4F2A-B0F0-F110C2766B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10000" y="4333875"/>
            <a:ext cx="104775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2550" b="0">
                <a:solidFill>
                  <a:srgbClr val="31695F"/>
                </a:solidFill>
                <a:latin typeface="LXGW WenKai TC"/>
                <a:ea typeface="LXGW WenKai TC"/>
                <a:cs typeface="LXGW WenKai TC"/>
              </a:defRPr>
            </a:defPPr>
            <a:lvl1pPr>
              <a:defRPr sz="2550" b="0">
                <a:solidFill>
                  <a:srgbClr val="31695F"/>
                </a:solidFill>
                <a:latin typeface="LXGW WenKai TC"/>
                <a:ea typeface="LXGW WenKai TC"/>
                <a:cs typeface="LXGW WenKai TC"/>
              </a:defRPr>
            </a:lvl1pPr>
            <a:lvl2pPr>
              <a:defRPr sz="2550" b="0">
                <a:solidFill>
                  <a:srgbClr val="31695F"/>
                </a:solidFill>
                <a:latin typeface="LXGW WenKai TC"/>
                <a:ea typeface="LXGW WenKai TC"/>
                <a:cs typeface="LXGW WenKai TC"/>
              </a:defRPr>
            </a:lvl2pPr>
            <a:lvl3pPr>
              <a:defRPr sz="2550" b="0">
                <a:solidFill>
                  <a:srgbClr val="31695F"/>
                </a:solidFill>
                <a:latin typeface="LXGW WenKai TC"/>
                <a:ea typeface="LXGW WenKai TC"/>
                <a:cs typeface="LXGW WenKai TC"/>
              </a:defRPr>
            </a:lvl3pPr>
            <a:lvl4pPr>
              <a:defRPr sz="2550" b="0">
                <a:solidFill>
                  <a:srgbClr val="31695F"/>
                </a:solidFill>
                <a:latin typeface="LXGW WenKai TC"/>
                <a:ea typeface="LXGW WenKai TC"/>
                <a:cs typeface="LXGW WenKai TC"/>
              </a:defRPr>
            </a:lvl4pPr>
            <a:lvl5pPr>
              <a:defRPr sz="2550" b="0">
                <a:solidFill>
                  <a:srgbClr val="31695F"/>
                </a:solidFill>
                <a:latin typeface="LXGW WenKai TC"/>
                <a:ea typeface="LXGW WenKai TC"/>
                <a:cs typeface="LXGW WenKai TC"/>
              </a:defRPr>
            </a:lvl5pPr>
            <a:lvl6pPr>
              <a:defRPr sz="2550" b="0">
                <a:solidFill>
                  <a:srgbClr val="31695F"/>
                </a:solidFill>
                <a:latin typeface="LXGW WenKai TC"/>
                <a:ea typeface="LXGW WenKai TC"/>
                <a:cs typeface="LXGW WenKai TC"/>
              </a:defRPr>
            </a:lvl6pPr>
            <a:lvl7pPr>
              <a:defRPr sz="2550" b="0">
                <a:solidFill>
                  <a:srgbClr val="31695F"/>
                </a:solidFill>
                <a:latin typeface="LXGW WenKai TC"/>
                <a:ea typeface="LXGW WenKai TC"/>
                <a:cs typeface="LXGW WenKai TC"/>
              </a:defRPr>
            </a:lvl7pPr>
            <a:lvl8pPr>
              <a:defRPr sz="2550" b="0">
                <a:solidFill>
                  <a:srgbClr val="31695F"/>
                </a:solidFill>
                <a:latin typeface="LXGW WenKai TC"/>
                <a:ea typeface="LXGW WenKai TC"/>
                <a:cs typeface="LXGW WenKai TC"/>
              </a:defRPr>
            </a:lvl8pPr>
            <a:lvl9pPr>
              <a:defRPr sz="2550" b="0">
                <a:solidFill>
                  <a:srgbClr val="31695F"/>
                </a:solidFill>
                <a:latin typeface="LXGW WenKai TC"/>
                <a:ea typeface="LXGW WenKai TC"/>
                <a:cs typeface="LXGW WenKai TC"/>
              </a:defRPr>
            </a:lvl9pPr>
          </a:lstStyle>
          <a:p xmlns:a="http://schemas.openxmlformats.org/drawingml/2006/main">
            <a:pPr>
              <a:defRPr sz="2550" b="0">
                <a:solidFill>
                  <a:srgbClr val="31695F"/>
                </a:solidFill>
                <a:latin typeface="LXGW WenKai TC"/>
                <a:ea typeface="LXGW WenKai TC"/>
                <a:cs typeface="LXGW WenKai TC"/>
              </a:defRPr>
            </a:pPr>
            <a:r>
              <a:rPr sz="2550" b="0">
                <a:solidFill>
                  <a:srgbClr val="31695F"/>
                </a:solidFill>
                <a:latin typeface="LXGW WenKai TC"/>
                <a:ea typeface="LXGW WenKai TC"/>
                <a:cs typeface="LXGW WenKai TC"/>
              </a:rPr>
              <a:t>——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F3D6889C-ABC6-4454-B964-1F485DFB00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81875" y="4333875"/>
            <a:ext cx="104775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2550" b="0">
                <a:solidFill>
                  <a:srgbClr val="31695F"/>
                </a:solidFill>
                <a:latin typeface="LXGW WenKai TC"/>
                <a:ea typeface="LXGW WenKai TC"/>
                <a:cs typeface="LXGW WenKai TC"/>
              </a:defRPr>
            </a:defPPr>
            <a:lvl1pPr>
              <a:defRPr sz="2550" b="0">
                <a:solidFill>
                  <a:srgbClr val="31695F"/>
                </a:solidFill>
                <a:latin typeface="LXGW WenKai TC"/>
                <a:ea typeface="LXGW WenKai TC"/>
                <a:cs typeface="LXGW WenKai TC"/>
              </a:defRPr>
            </a:lvl1pPr>
            <a:lvl2pPr>
              <a:defRPr sz="2550" b="0">
                <a:solidFill>
                  <a:srgbClr val="31695F"/>
                </a:solidFill>
                <a:latin typeface="LXGW WenKai TC"/>
                <a:ea typeface="LXGW WenKai TC"/>
                <a:cs typeface="LXGW WenKai TC"/>
              </a:defRPr>
            </a:lvl2pPr>
            <a:lvl3pPr>
              <a:defRPr sz="2550" b="0">
                <a:solidFill>
                  <a:srgbClr val="31695F"/>
                </a:solidFill>
                <a:latin typeface="LXGW WenKai TC"/>
                <a:ea typeface="LXGW WenKai TC"/>
                <a:cs typeface="LXGW WenKai TC"/>
              </a:defRPr>
            </a:lvl3pPr>
            <a:lvl4pPr>
              <a:defRPr sz="2550" b="0">
                <a:solidFill>
                  <a:srgbClr val="31695F"/>
                </a:solidFill>
                <a:latin typeface="LXGW WenKai TC"/>
                <a:ea typeface="LXGW WenKai TC"/>
                <a:cs typeface="LXGW WenKai TC"/>
              </a:defRPr>
            </a:lvl4pPr>
            <a:lvl5pPr>
              <a:defRPr sz="2550" b="0">
                <a:solidFill>
                  <a:srgbClr val="31695F"/>
                </a:solidFill>
                <a:latin typeface="LXGW WenKai TC"/>
                <a:ea typeface="LXGW WenKai TC"/>
                <a:cs typeface="LXGW WenKai TC"/>
              </a:defRPr>
            </a:lvl5pPr>
            <a:lvl6pPr>
              <a:defRPr sz="2550" b="0">
                <a:solidFill>
                  <a:srgbClr val="31695F"/>
                </a:solidFill>
                <a:latin typeface="LXGW WenKai TC"/>
                <a:ea typeface="LXGW WenKai TC"/>
                <a:cs typeface="LXGW WenKai TC"/>
              </a:defRPr>
            </a:lvl6pPr>
            <a:lvl7pPr>
              <a:defRPr sz="2550" b="0">
                <a:solidFill>
                  <a:srgbClr val="31695F"/>
                </a:solidFill>
                <a:latin typeface="LXGW WenKai TC"/>
                <a:ea typeface="LXGW WenKai TC"/>
                <a:cs typeface="LXGW WenKai TC"/>
              </a:defRPr>
            </a:lvl7pPr>
            <a:lvl8pPr>
              <a:defRPr sz="2550" b="0">
                <a:solidFill>
                  <a:srgbClr val="31695F"/>
                </a:solidFill>
                <a:latin typeface="LXGW WenKai TC"/>
                <a:ea typeface="LXGW WenKai TC"/>
                <a:cs typeface="LXGW WenKai TC"/>
              </a:defRPr>
            </a:lvl8pPr>
            <a:lvl9pPr>
              <a:defRPr sz="2550" b="0">
                <a:solidFill>
                  <a:srgbClr val="31695F"/>
                </a:solidFill>
                <a:latin typeface="LXGW WenKai TC"/>
                <a:ea typeface="LXGW WenKai TC"/>
                <a:cs typeface="LXGW WenKai TC"/>
              </a:defRPr>
            </a:lvl9pPr>
          </a:lstStyle>
          <a:p xmlns:a="http://schemas.openxmlformats.org/drawingml/2006/main">
            <a:pPr>
              <a:defRPr sz="2550" b="0">
                <a:solidFill>
                  <a:srgbClr val="31695F"/>
                </a:solidFill>
                <a:latin typeface="LXGW WenKai TC"/>
                <a:ea typeface="LXGW WenKai TC"/>
                <a:cs typeface="LXGW WenKai TC"/>
              </a:defRPr>
            </a:pPr>
            <a:r>
              <a:rPr sz="2550" b="0">
                <a:solidFill>
                  <a:srgbClr val="31695F"/>
                </a:solidFill>
                <a:latin typeface="LXGW WenKai TC"/>
                <a:ea typeface="LXGW WenKai TC"/>
                <a:cs typeface="LXGW WenKai TC"/>
              </a:rPr>
              <a:t>——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035A3282-A2EB-40B2-A104-865C23C5B6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619750"/>
            <a:ext cx="10972800" cy="523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2325" b="0">
                <a:solidFill>
                  <a:srgbClr val="9B3024"/>
                </a:solidFill>
                <a:latin typeface="Noto Serif CJK SC"/>
                <a:ea typeface="Noto Serif CJK SC"/>
                <a:cs typeface="Noto Serif CJK SC"/>
              </a:defRPr>
            </a:defPPr>
            <a:lvl1pPr>
              <a:defRPr sz="2325" b="0">
                <a:solidFill>
                  <a:srgbClr val="9B3024"/>
                </a:solidFill>
                <a:latin typeface="Noto Serif CJK SC"/>
                <a:ea typeface="Noto Serif CJK SC"/>
                <a:cs typeface="Noto Serif CJK SC"/>
              </a:defRPr>
            </a:lvl1pPr>
            <a:lvl2pPr>
              <a:defRPr sz="2325" b="0">
                <a:solidFill>
                  <a:srgbClr val="9B3024"/>
                </a:solidFill>
                <a:latin typeface="Noto Serif CJK SC"/>
                <a:ea typeface="Noto Serif CJK SC"/>
                <a:cs typeface="Noto Serif CJK SC"/>
              </a:defRPr>
            </a:lvl2pPr>
            <a:lvl3pPr>
              <a:defRPr sz="2325" b="0">
                <a:solidFill>
                  <a:srgbClr val="9B3024"/>
                </a:solidFill>
                <a:latin typeface="Noto Serif CJK SC"/>
                <a:ea typeface="Noto Serif CJK SC"/>
                <a:cs typeface="Noto Serif CJK SC"/>
              </a:defRPr>
            </a:lvl3pPr>
            <a:lvl4pPr>
              <a:defRPr sz="2325" b="0">
                <a:solidFill>
                  <a:srgbClr val="9B3024"/>
                </a:solidFill>
                <a:latin typeface="Noto Serif CJK SC"/>
                <a:ea typeface="Noto Serif CJK SC"/>
                <a:cs typeface="Noto Serif CJK SC"/>
              </a:defRPr>
            </a:lvl4pPr>
            <a:lvl5pPr>
              <a:defRPr sz="2325" b="0">
                <a:solidFill>
                  <a:srgbClr val="9B3024"/>
                </a:solidFill>
                <a:latin typeface="Noto Serif CJK SC"/>
                <a:ea typeface="Noto Serif CJK SC"/>
                <a:cs typeface="Noto Serif CJK SC"/>
              </a:defRPr>
            </a:lvl5pPr>
            <a:lvl6pPr>
              <a:defRPr sz="2325" b="0">
                <a:solidFill>
                  <a:srgbClr val="9B3024"/>
                </a:solidFill>
                <a:latin typeface="Noto Serif CJK SC"/>
                <a:ea typeface="Noto Serif CJK SC"/>
                <a:cs typeface="Noto Serif CJK SC"/>
              </a:defRPr>
            </a:lvl6pPr>
            <a:lvl7pPr>
              <a:defRPr sz="2325" b="0">
                <a:solidFill>
                  <a:srgbClr val="9B3024"/>
                </a:solidFill>
                <a:latin typeface="Noto Serif CJK SC"/>
                <a:ea typeface="Noto Serif CJK SC"/>
                <a:cs typeface="Noto Serif CJK SC"/>
              </a:defRPr>
            </a:lvl7pPr>
            <a:lvl8pPr>
              <a:defRPr sz="2325" b="0">
                <a:solidFill>
                  <a:srgbClr val="9B3024"/>
                </a:solidFill>
                <a:latin typeface="Noto Serif CJK SC"/>
                <a:ea typeface="Noto Serif CJK SC"/>
                <a:cs typeface="Noto Serif CJK SC"/>
              </a:defRPr>
            </a:lvl8pPr>
            <a:lvl9pPr>
              <a:defRPr sz="2325" b="0">
                <a:solidFill>
                  <a:srgbClr val="9B3024"/>
                </a:solidFill>
                <a:latin typeface="Noto Serif CJK SC"/>
                <a:ea typeface="Noto Serif CJK SC"/>
                <a:cs typeface="Noto Serif CJK SC"/>
              </a:defRPr>
            </a:lvl9pPr>
          </a:lstStyle>
          <a:p xmlns:a="http://schemas.openxmlformats.org/drawingml/2006/main">
            <a:pPr>
              <a:defRPr sz="2325" b="0">
                <a:solidFill>
                  <a:srgbClr val="9B3024"/>
                </a:solidFill>
                <a:latin typeface="Noto Serif CJK SC"/>
                <a:ea typeface="Noto Serif CJK SC"/>
                <a:cs typeface="Noto Serif CJK SC"/>
              </a:defRPr>
            </a:pPr>
            <a:r>
              <a:rPr sz="2325" b="0">
                <a:solidFill>
                  <a:srgbClr val="9B3024"/>
                </a:solidFill>
                <a:latin typeface="Noto Serif CJK SC"/>
                <a:ea typeface="Noto Serif CJK SC"/>
                <a:cs typeface="Noto Serif CJK SC"/>
              </a:rPr>
              <a:t>共同的线索，把事情连接起来。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DD43D827-0F5F-45BA-8BA9-0DA19E9728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25200" y="6477000"/>
            <a:ext cx="4572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1350" b="0">
                <a:solidFill>
                  <a:srgbClr val="776C60"/>
                </a:solidFill>
                <a:latin typeface="Noto Serif CJK SC"/>
                <a:ea typeface="Noto Serif CJK SC"/>
                <a:cs typeface="Noto Serif CJK SC"/>
              </a:defRPr>
            </a:defPPr>
            <a:lvl1pPr>
              <a:defRPr sz="1350" b="0">
                <a:solidFill>
                  <a:srgbClr val="776C60"/>
                </a:solidFill>
                <a:latin typeface="Noto Serif CJK SC"/>
                <a:ea typeface="Noto Serif CJK SC"/>
                <a:cs typeface="Noto Serif CJK SC"/>
              </a:defRPr>
            </a:lvl1pPr>
            <a:lvl2pPr>
              <a:defRPr sz="1350" b="0">
                <a:solidFill>
                  <a:srgbClr val="776C60"/>
                </a:solidFill>
                <a:latin typeface="Noto Serif CJK SC"/>
                <a:ea typeface="Noto Serif CJK SC"/>
                <a:cs typeface="Noto Serif CJK SC"/>
              </a:defRPr>
            </a:lvl2pPr>
            <a:lvl3pPr>
              <a:defRPr sz="1350" b="0">
                <a:solidFill>
                  <a:srgbClr val="776C60"/>
                </a:solidFill>
                <a:latin typeface="Noto Serif CJK SC"/>
                <a:ea typeface="Noto Serif CJK SC"/>
                <a:cs typeface="Noto Serif CJK SC"/>
              </a:defRPr>
            </a:lvl3pPr>
            <a:lvl4pPr>
              <a:defRPr sz="1350" b="0">
                <a:solidFill>
                  <a:srgbClr val="776C60"/>
                </a:solidFill>
                <a:latin typeface="Noto Serif CJK SC"/>
                <a:ea typeface="Noto Serif CJK SC"/>
                <a:cs typeface="Noto Serif CJK SC"/>
              </a:defRPr>
            </a:lvl4pPr>
            <a:lvl5pPr>
              <a:defRPr sz="1350" b="0">
                <a:solidFill>
                  <a:srgbClr val="776C60"/>
                </a:solidFill>
                <a:latin typeface="Noto Serif CJK SC"/>
                <a:ea typeface="Noto Serif CJK SC"/>
                <a:cs typeface="Noto Serif CJK SC"/>
              </a:defRPr>
            </a:lvl5pPr>
            <a:lvl6pPr>
              <a:defRPr sz="1350" b="0">
                <a:solidFill>
                  <a:srgbClr val="776C60"/>
                </a:solidFill>
                <a:latin typeface="Noto Serif CJK SC"/>
                <a:ea typeface="Noto Serif CJK SC"/>
                <a:cs typeface="Noto Serif CJK SC"/>
              </a:defRPr>
            </a:lvl6pPr>
            <a:lvl7pPr>
              <a:defRPr sz="1350" b="0">
                <a:solidFill>
                  <a:srgbClr val="776C60"/>
                </a:solidFill>
                <a:latin typeface="Noto Serif CJK SC"/>
                <a:ea typeface="Noto Serif CJK SC"/>
                <a:cs typeface="Noto Serif CJK SC"/>
              </a:defRPr>
            </a:lvl7pPr>
            <a:lvl8pPr>
              <a:defRPr sz="1350" b="0">
                <a:solidFill>
                  <a:srgbClr val="776C60"/>
                </a:solidFill>
                <a:latin typeface="Noto Serif CJK SC"/>
                <a:ea typeface="Noto Serif CJK SC"/>
                <a:cs typeface="Noto Serif CJK SC"/>
              </a:defRPr>
            </a:lvl8pPr>
            <a:lvl9pPr>
              <a:defRPr sz="1350" b="0">
                <a:solidFill>
                  <a:srgbClr val="776C60"/>
                </a:solidFill>
                <a:latin typeface="Noto Serif CJK SC"/>
                <a:ea typeface="Noto Serif CJK SC"/>
                <a:cs typeface="Noto Serif CJK SC"/>
              </a:defRPr>
            </a:lvl9pPr>
          </a:lstStyle>
          <a:p xmlns:a="http://schemas.openxmlformats.org/drawingml/2006/main">
            <a:pPr>
              <a:defRPr sz="1350" b="0">
                <a:solidFill>
                  <a:srgbClr val="776C60"/>
                </a:solidFill>
                <a:latin typeface="Noto Serif CJK SC"/>
                <a:ea typeface="Noto Serif CJK SC"/>
                <a:cs typeface="Noto Serif CJK SC"/>
              </a:defRPr>
            </a:pPr>
            <a:r>
              <a:rPr sz="1350" b="0">
                <a:solidFill>
                  <a:srgbClr val="776C60"/>
                </a:solidFill>
                <a:latin typeface="Noto Serif CJK SC"/>
                <a:ea typeface="Noto Serif CJK SC"/>
                <a:cs typeface="Noto Serif CJK SC"/>
              </a:rPr>
              <a:t>22</a:t>
            </a:r>
          </a:p>
        </p:txBody>
      </p:sp>
    </p:spTree>
    <p:extLst>
      <p:ext uri="{BB962C8B-B14F-4D97-AF65-F5344CB8AC3E}">
        <p14:creationId xmlns:p14="http://schemas.microsoft.com/office/powerpoint/2010/main" val="391236067"/>
      </p:ext>
    </p:extLst>
  </p:cSld>
</p:sld>
</file>

<file path=ppt/slides/slide23.xml><?xml version="1.0" encoding="utf-8"?>
<p:sld xmlns:p="http://schemas.openxmlformats.org/presentationml/2006/main">
  <p:cSld>
    <p:bg>
      <p:bgPr>
        <a:solidFill xmlns:a="http://schemas.openxmlformats.org/drawingml/2006/main">
          <a:srgbClr val="FFFAF2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BC19D9B5-DE97-4349-B3C7-DE615C3013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33375"/>
            <a:ext cx="762000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1575" b="0">
                <a:solidFill>
                  <a:srgbClr val="9B3024"/>
                </a:solidFill>
                <a:latin typeface="Noto Serif CJK SC"/>
                <a:ea typeface="Noto Serif CJK SC"/>
                <a:cs typeface="Noto Serif CJK SC"/>
              </a:defRPr>
            </a:defPPr>
            <a:lvl1pPr>
              <a:defRPr sz="1575" b="0">
                <a:solidFill>
                  <a:srgbClr val="9B3024"/>
                </a:solidFill>
                <a:latin typeface="Noto Serif CJK SC"/>
                <a:ea typeface="Noto Serif CJK SC"/>
                <a:cs typeface="Noto Serif CJK SC"/>
              </a:defRPr>
            </a:lvl1pPr>
            <a:lvl2pPr>
              <a:defRPr sz="1575" b="0">
                <a:solidFill>
                  <a:srgbClr val="9B3024"/>
                </a:solidFill>
                <a:latin typeface="Noto Serif CJK SC"/>
                <a:ea typeface="Noto Serif CJK SC"/>
                <a:cs typeface="Noto Serif CJK SC"/>
              </a:defRPr>
            </a:lvl2pPr>
            <a:lvl3pPr>
              <a:defRPr sz="1575" b="0">
                <a:solidFill>
                  <a:srgbClr val="9B3024"/>
                </a:solidFill>
                <a:latin typeface="Noto Serif CJK SC"/>
                <a:ea typeface="Noto Serif CJK SC"/>
                <a:cs typeface="Noto Serif CJK SC"/>
              </a:defRPr>
            </a:lvl3pPr>
            <a:lvl4pPr>
              <a:defRPr sz="1575" b="0">
                <a:solidFill>
                  <a:srgbClr val="9B3024"/>
                </a:solidFill>
                <a:latin typeface="Noto Serif CJK SC"/>
                <a:ea typeface="Noto Serif CJK SC"/>
                <a:cs typeface="Noto Serif CJK SC"/>
              </a:defRPr>
            </a:lvl4pPr>
            <a:lvl5pPr>
              <a:defRPr sz="1575" b="0">
                <a:solidFill>
                  <a:srgbClr val="9B3024"/>
                </a:solidFill>
                <a:latin typeface="Noto Serif CJK SC"/>
                <a:ea typeface="Noto Serif CJK SC"/>
                <a:cs typeface="Noto Serif CJK SC"/>
              </a:defRPr>
            </a:lvl5pPr>
            <a:lvl6pPr>
              <a:defRPr sz="1575" b="0">
                <a:solidFill>
                  <a:srgbClr val="9B3024"/>
                </a:solidFill>
                <a:latin typeface="Noto Serif CJK SC"/>
                <a:ea typeface="Noto Serif CJK SC"/>
                <a:cs typeface="Noto Serif CJK SC"/>
              </a:defRPr>
            </a:lvl6pPr>
            <a:lvl7pPr>
              <a:defRPr sz="1575" b="0">
                <a:solidFill>
                  <a:srgbClr val="9B3024"/>
                </a:solidFill>
                <a:latin typeface="Noto Serif CJK SC"/>
                <a:ea typeface="Noto Serif CJK SC"/>
                <a:cs typeface="Noto Serif CJK SC"/>
              </a:defRPr>
            </a:lvl7pPr>
            <a:lvl8pPr>
              <a:defRPr sz="1575" b="0">
                <a:solidFill>
                  <a:srgbClr val="9B3024"/>
                </a:solidFill>
                <a:latin typeface="Noto Serif CJK SC"/>
                <a:ea typeface="Noto Serif CJK SC"/>
                <a:cs typeface="Noto Serif CJK SC"/>
              </a:defRPr>
            </a:lvl8pPr>
            <a:lvl9pPr>
              <a:defRPr sz="1575" b="0">
                <a:solidFill>
                  <a:srgbClr val="9B3024"/>
                </a:solidFill>
                <a:latin typeface="Noto Serif CJK SC"/>
                <a:ea typeface="Noto Serif CJK SC"/>
                <a:cs typeface="Noto Serif CJK SC"/>
              </a:defRPr>
            </a:lvl9pPr>
          </a:lstStyle>
          <a:p xmlns:a="http://schemas.openxmlformats.org/drawingml/2006/main">
            <a:pPr>
              <a:defRPr sz="1575" b="0">
                <a:solidFill>
                  <a:srgbClr val="9B3024"/>
                </a:solidFill>
                <a:latin typeface="Noto Serif CJK SC"/>
                <a:ea typeface="Noto Serif CJK SC"/>
                <a:cs typeface="Noto Serif CJK SC"/>
              </a:defRPr>
            </a:pPr>
            <a:r>
              <a:rPr sz="1575" b="0">
                <a:solidFill>
                  <a:srgbClr val="9B3024"/>
                </a:solidFill>
                <a:latin typeface="Noto Serif CJK SC"/>
                <a:ea typeface="Noto Serif CJK SC"/>
                <a:cs typeface="Noto Serif CJK SC"/>
              </a:rPr>
              <a:t>第二课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66BDE325-841D-4AB2-B392-1F6E138A99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781050"/>
            <a:ext cx="109728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3150" b="1">
                <a:solidFill>
                  <a:srgbClr val="30291F"/>
                </a:solidFill>
                <a:latin typeface="Noto Serif CJK SC"/>
                <a:ea typeface="Noto Serif CJK SC"/>
                <a:cs typeface="Noto Serif CJK SC"/>
              </a:defRPr>
            </a:defPPr>
            <a:lvl1pPr>
              <a:defRPr sz="3150" b="1">
                <a:solidFill>
                  <a:srgbClr val="30291F"/>
                </a:solidFill>
                <a:latin typeface="Noto Serif CJK SC"/>
                <a:ea typeface="Noto Serif CJK SC"/>
                <a:cs typeface="Noto Serif CJK SC"/>
              </a:defRPr>
            </a:lvl1pPr>
            <a:lvl2pPr>
              <a:defRPr sz="3150" b="1">
                <a:solidFill>
                  <a:srgbClr val="30291F"/>
                </a:solidFill>
                <a:latin typeface="Noto Serif CJK SC"/>
                <a:ea typeface="Noto Serif CJK SC"/>
                <a:cs typeface="Noto Serif CJK SC"/>
              </a:defRPr>
            </a:lvl2pPr>
            <a:lvl3pPr>
              <a:defRPr sz="3150" b="1">
                <a:solidFill>
                  <a:srgbClr val="30291F"/>
                </a:solidFill>
                <a:latin typeface="Noto Serif CJK SC"/>
                <a:ea typeface="Noto Serif CJK SC"/>
                <a:cs typeface="Noto Serif CJK SC"/>
              </a:defRPr>
            </a:lvl3pPr>
            <a:lvl4pPr>
              <a:defRPr sz="3150" b="1">
                <a:solidFill>
                  <a:srgbClr val="30291F"/>
                </a:solidFill>
                <a:latin typeface="Noto Serif CJK SC"/>
                <a:ea typeface="Noto Serif CJK SC"/>
                <a:cs typeface="Noto Serif CJK SC"/>
              </a:defRPr>
            </a:lvl4pPr>
            <a:lvl5pPr>
              <a:defRPr sz="3150" b="1">
                <a:solidFill>
                  <a:srgbClr val="30291F"/>
                </a:solidFill>
                <a:latin typeface="Noto Serif CJK SC"/>
                <a:ea typeface="Noto Serif CJK SC"/>
                <a:cs typeface="Noto Serif CJK SC"/>
              </a:defRPr>
            </a:lvl5pPr>
            <a:lvl6pPr>
              <a:defRPr sz="3150" b="1">
                <a:solidFill>
                  <a:srgbClr val="30291F"/>
                </a:solidFill>
                <a:latin typeface="Noto Serif CJK SC"/>
                <a:ea typeface="Noto Serif CJK SC"/>
                <a:cs typeface="Noto Serif CJK SC"/>
              </a:defRPr>
            </a:lvl6pPr>
            <a:lvl7pPr>
              <a:defRPr sz="3150" b="1">
                <a:solidFill>
                  <a:srgbClr val="30291F"/>
                </a:solidFill>
                <a:latin typeface="Noto Serif CJK SC"/>
                <a:ea typeface="Noto Serif CJK SC"/>
                <a:cs typeface="Noto Serif CJK SC"/>
              </a:defRPr>
            </a:lvl7pPr>
            <a:lvl8pPr>
              <a:defRPr sz="3150" b="1">
                <a:solidFill>
                  <a:srgbClr val="30291F"/>
                </a:solidFill>
                <a:latin typeface="Noto Serif CJK SC"/>
                <a:ea typeface="Noto Serif CJK SC"/>
                <a:cs typeface="Noto Serif CJK SC"/>
              </a:defRPr>
            </a:lvl8pPr>
            <a:lvl9pPr>
              <a:defRPr sz="3150" b="1">
                <a:solidFill>
                  <a:srgbClr val="30291F"/>
                </a:solidFill>
                <a:latin typeface="Noto Serif CJK SC"/>
                <a:ea typeface="Noto Serif CJK SC"/>
                <a:cs typeface="Noto Serif CJK SC"/>
              </a:defRPr>
            </a:lvl9pPr>
          </a:lstStyle>
          <a:p xmlns:a="http://schemas.openxmlformats.org/drawingml/2006/main">
            <a:pPr>
              <a:defRPr sz="3150" b="1">
                <a:solidFill>
                  <a:srgbClr val="30291F"/>
                </a:solidFill>
                <a:latin typeface="Noto Serif CJK SC"/>
                <a:ea typeface="Noto Serif CJK SC"/>
                <a:cs typeface="Noto Serif CJK SC"/>
              </a:defRPr>
            </a:pPr>
            <a:r>
              <a:rPr sz="3150" b="1">
                <a:solidFill>
                  <a:srgbClr val="30291F"/>
                </a:solidFill>
                <a:latin typeface="Noto Serif CJK SC"/>
                <a:ea typeface="Noto Serif CJK SC"/>
                <a:cs typeface="Noto Serif CJK SC"/>
              </a:rPr>
              <a:t>任务7  找线索，填一填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0B69DECC-7858-4324-BA0A-F04E793AB3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676400"/>
            <a:ext cx="1381125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2100" b="0">
                <a:solidFill>
                  <a:srgbClr val="9B3024"/>
                </a:solidFill>
                <a:latin typeface="Noto Serif CJK SC"/>
                <a:ea typeface="Noto Serif CJK SC"/>
                <a:cs typeface="Noto Serif CJK SC"/>
              </a:defRPr>
            </a:defPPr>
            <a:lvl1pPr>
              <a:defRPr sz="2100" b="0">
                <a:solidFill>
                  <a:srgbClr val="9B3024"/>
                </a:solidFill>
                <a:latin typeface="Noto Serif CJK SC"/>
                <a:ea typeface="Noto Serif CJK SC"/>
                <a:cs typeface="Noto Serif CJK SC"/>
              </a:defRPr>
            </a:lvl1pPr>
            <a:lvl2pPr>
              <a:defRPr sz="2100" b="0">
                <a:solidFill>
                  <a:srgbClr val="9B3024"/>
                </a:solidFill>
                <a:latin typeface="Noto Serif CJK SC"/>
                <a:ea typeface="Noto Serif CJK SC"/>
                <a:cs typeface="Noto Serif CJK SC"/>
              </a:defRPr>
            </a:lvl2pPr>
            <a:lvl3pPr>
              <a:defRPr sz="2100" b="0">
                <a:solidFill>
                  <a:srgbClr val="9B3024"/>
                </a:solidFill>
                <a:latin typeface="Noto Serif CJK SC"/>
                <a:ea typeface="Noto Serif CJK SC"/>
                <a:cs typeface="Noto Serif CJK SC"/>
              </a:defRPr>
            </a:lvl3pPr>
            <a:lvl4pPr>
              <a:defRPr sz="2100" b="0">
                <a:solidFill>
                  <a:srgbClr val="9B3024"/>
                </a:solidFill>
                <a:latin typeface="Noto Serif CJK SC"/>
                <a:ea typeface="Noto Serif CJK SC"/>
                <a:cs typeface="Noto Serif CJK SC"/>
              </a:defRPr>
            </a:lvl4pPr>
            <a:lvl5pPr>
              <a:defRPr sz="2100" b="0">
                <a:solidFill>
                  <a:srgbClr val="9B3024"/>
                </a:solidFill>
                <a:latin typeface="Noto Serif CJK SC"/>
                <a:ea typeface="Noto Serif CJK SC"/>
                <a:cs typeface="Noto Serif CJK SC"/>
              </a:defRPr>
            </a:lvl5pPr>
            <a:lvl6pPr>
              <a:defRPr sz="2100" b="0">
                <a:solidFill>
                  <a:srgbClr val="9B3024"/>
                </a:solidFill>
                <a:latin typeface="Noto Serif CJK SC"/>
                <a:ea typeface="Noto Serif CJK SC"/>
                <a:cs typeface="Noto Serif CJK SC"/>
              </a:defRPr>
            </a:lvl6pPr>
            <a:lvl7pPr>
              <a:defRPr sz="2100" b="0">
                <a:solidFill>
                  <a:srgbClr val="9B3024"/>
                </a:solidFill>
                <a:latin typeface="Noto Serif CJK SC"/>
                <a:ea typeface="Noto Serif CJK SC"/>
                <a:cs typeface="Noto Serif CJK SC"/>
              </a:defRPr>
            </a:lvl7pPr>
            <a:lvl8pPr>
              <a:defRPr sz="2100" b="0">
                <a:solidFill>
                  <a:srgbClr val="9B3024"/>
                </a:solidFill>
                <a:latin typeface="Noto Serif CJK SC"/>
                <a:ea typeface="Noto Serif CJK SC"/>
                <a:cs typeface="Noto Serif CJK SC"/>
              </a:defRPr>
            </a:lvl8pPr>
            <a:lvl9pPr>
              <a:defRPr sz="2100" b="0">
                <a:solidFill>
                  <a:srgbClr val="9B3024"/>
                </a:solidFill>
                <a:latin typeface="Noto Serif CJK SC"/>
                <a:ea typeface="Noto Serif CJK SC"/>
                <a:cs typeface="Noto Serif CJK SC"/>
              </a:defRPr>
            </a:lvl9pPr>
          </a:lstStyle>
          <a:p xmlns:a="http://schemas.openxmlformats.org/drawingml/2006/main">
            <a:pPr>
              <a:defRPr sz="2100" b="0">
                <a:solidFill>
                  <a:srgbClr val="9B3024"/>
                </a:solidFill>
                <a:latin typeface="Noto Serif CJK SC"/>
                <a:ea typeface="Noto Serif CJK SC"/>
                <a:cs typeface="Noto Serif CJK SC"/>
              </a:defRPr>
            </a:pPr>
            <a:r>
              <a:rPr sz="2100" b="0">
                <a:solidFill>
                  <a:srgbClr val="9B3024"/>
                </a:solidFill>
                <a:latin typeface="Noto Serif CJK SC"/>
                <a:ea typeface="Noto Serif CJK SC"/>
                <a:cs typeface="Noto Serif CJK SC"/>
              </a:rPr>
              <a:t>第2段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5A8FC889-A91F-4372-B34D-3DD1E78452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143125" y="1657350"/>
            <a:ext cx="9286875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2175" b="0">
                <a:solidFill>
                  <a:srgbClr val="30291F"/>
                </a:solidFill>
                <a:latin typeface="LXGW WenKai TC"/>
                <a:ea typeface="LXGW WenKai TC"/>
                <a:cs typeface="LXGW WenKai TC"/>
              </a:defRPr>
            </a:defPPr>
            <a:lvl1pPr>
              <a:defRPr sz="2175" b="0">
                <a:solidFill>
                  <a:srgbClr val="30291F"/>
                </a:solidFill>
                <a:latin typeface="LXGW WenKai TC"/>
                <a:ea typeface="LXGW WenKai TC"/>
                <a:cs typeface="LXGW WenKai TC"/>
              </a:defRPr>
            </a:lvl1pPr>
            <a:lvl2pPr>
              <a:defRPr sz="2175" b="0">
                <a:solidFill>
                  <a:srgbClr val="30291F"/>
                </a:solidFill>
                <a:latin typeface="LXGW WenKai TC"/>
                <a:ea typeface="LXGW WenKai TC"/>
                <a:cs typeface="LXGW WenKai TC"/>
              </a:defRPr>
            </a:lvl2pPr>
            <a:lvl3pPr>
              <a:defRPr sz="2175" b="0">
                <a:solidFill>
                  <a:srgbClr val="30291F"/>
                </a:solidFill>
                <a:latin typeface="LXGW WenKai TC"/>
                <a:ea typeface="LXGW WenKai TC"/>
                <a:cs typeface="LXGW WenKai TC"/>
              </a:defRPr>
            </a:lvl3pPr>
            <a:lvl4pPr>
              <a:defRPr sz="2175" b="0">
                <a:solidFill>
                  <a:srgbClr val="30291F"/>
                </a:solidFill>
                <a:latin typeface="LXGW WenKai TC"/>
                <a:ea typeface="LXGW WenKai TC"/>
                <a:cs typeface="LXGW WenKai TC"/>
              </a:defRPr>
            </a:lvl4pPr>
            <a:lvl5pPr>
              <a:defRPr sz="2175" b="0">
                <a:solidFill>
                  <a:srgbClr val="30291F"/>
                </a:solidFill>
                <a:latin typeface="LXGW WenKai TC"/>
                <a:ea typeface="LXGW WenKai TC"/>
                <a:cs typeface="LXGW WenKai TC"/>
              </a:defRPr>
            </a:lvl5pPr>
            <a:lvl6pPr>
              <a:defRPr sz="2175" b="0">
                <a:solidFill>
                  <a:srgbClr val="30291F"/>
                </a:solidFill>
                <a:latin typeface="LXGW WenKai TC"/>
                <a:ea typeface="LXGW WenKai TC"/>
                <a:cs typeface="LXGW WenKai TC"/>
              </a:defRPr>
            </a:lvl6pPr>
            <a:lvl7pPr>
              <a:defRPr sz="2175" b="0">
                <a:solidFill>
                  <a:srgbClr val="30291F"/>
                </a:solidFill>
                <a:latin typeface="LXGW WenKai TC"/>
                <a:ea typeface="LXGW WenKai TC"/>
                <a:cs typeface="LXGW WenKai TC"/>
              </a:defRPr>
            </a:lvl7pPr>
            <a:lvl8pPr>
              <a:defRPr sz="2175" b="0">
                <a:solidFill>
                  <a:srgbClr val="30291F"/>
                </a:solidFill>
                <a:latin typeface="LXGW WenKai TC"/>
                <a:ea typeface="LXGW WenKai TC"/>
                <a:cs typeface="LXGW WenKai TC"/>
              </a:defRPr>
            </a:lvl8pPr>
            <a:lvl9pPr>
              <a:defRPr sz="2175" b="0">
                <a:solidFill>
                  <a:srgbClr val="30291F"/>
                </a:solidFill>
                <a:latin typeface="LXGW WenKai TC"/>
                <a:ea typeface="LXGW WenKai TC"/>
                <a:cs typeface="LXGW WenKai TC"/>
              </a:defRPr>
            </a:lvl9pPr>
          </a:lstStyle>
          <a:p xmlns:a="http://schemas.openxmlformats.org/drawingml/2006/main">
            <a:pPr>
              <a:defRPr sz="2175" b="0">
                <a:solidFill>
                  <a:srgbClr val="30291F"/>
                </a:solidFill>
                <a:latin typeface="LXGW WenKai TC"/>
                <a:ea typeface="LXGW WenKai TC"/>
                <a:cs typeface="LXGW WenKai TC"/>
              </a:defRPr>
            </a:pPr>
            <a:r>
              <a:rPr sz="2175" b="0">
                <a:solidFill>
                  <a:srgbClr val="30291F"/>
                </a:solidFill>
                <a:latin typeface="LXGW WenKai TC"/>
                <a:ea typeface="LXGW WenKai TC"/>
                <a:cs typeface="LXGW WenKai TC"/>
              </a:rPr>
              <a:t>家家户户准备除夕夜的________。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CB9F4104-840A-429C-873E-2F068E7ABF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247900"/>
            <a:ext cx="1381125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2100" b="0">
                <a:solidFill>
                  <a:srgbClr val="9B3024"/>
                </a:solidFill>
                <a:latin typeface="Noto Serif CJK SC"/>
                <a:ea typeface="Noto Serif CJK SC"/>
                <a:cs typeface="Noto Serif CJK SC"/>
              </a:defRPr>
            </a:defPPr>
            <a:lvl1pPr>
              <a:defRPr sz="2100" b="0">
                <a:solidFill>
                  <a:srgbClr val="9B3024"/>
                </a:solidFill>
                <a:latin typeface="Noto Serif CJK SC"/>
                <a:ea typeface="Noto Serif CJK SC"/>
                <a:cs typeface="Noto Serif CJK SC"/>
              </a:defRPr>
            </a:lvl1pPr>
            <a:lvl2pPr>
              <a:defRPr sz="2100" b="0">
                <a:solidFill>
                  <a:srgbClr val="9B3024"/>
                </a:solidFill>
                <a:latin typeface="Noto Serif CJK SC"/>
                <a:ea typeface="Noto Serif CJK SC"/>
                <a:cs typeface="Noto Serif CJK SC"/>
              </a:defRPr>
            </a:lvl2pPr>
            <a:lvl3pPr>
              <a:defRPr sz="2100" b="0">
                <a:solidFill>
                  <a:srgbClr val="9B3024"/>
                </a:solidFill>
                <a:latin typeface="Noto Serif CJK SC"/>
                <a:ea typeface="Noto Serif CJK SC"/>
                <a:cs typeface="Noto Serif CJK SC"/>
              </a:defRPr>
            </a:lvl3pPr>
            <a:lvl4pPr>
              <a:defRPr sz="2100" b="0">
                <a:solidFill>
                  <a:srgbClr val="9B3024"/>
                </a:solidFill>
                <a:latin typeface="Noto Serif CJK SC"/>
                <a:ea typeface="Noto Serif CJK SC"/>
                <a:cs typeface="Noto Serif CJK SC"/>
              </a:defRPr>
            </a:lvl4pPr>
            <a:lvl5pPr>
              <a:defRPr sz="2100" b="0">
                <a:solidFill>
                  <a:srgbClr val="9B3024"/>
                </a:solidFill>
                <a:latin typeface="Noto Serif CJK SC"/>
                <a:ea typeface="Noto Serif CJK SC"/>
                <a:cs typeface="Noto Serif CJK SC"/>
              </a:defRPr>
            </a:lvl5pPr>
            <a:lvl6pPr>
              <a:defRPr sz="2100" b="0">
                <a:solidFill>
                  <a:srgbClr val="9B3024"/>
                </a:solidFill>
                <a:latin typeface="Noto Serif CJK SC"/>
                <a:ea typeface="Noto Serif CJK SC"/>
                <a:cs typeface="Noto Serif CJK SC"/>
              </a:defRPr>
            </a:lvl6pPr>
            <a:lvl7pPr>
              <a:defRPr sz="2100" b="0">
                <a:solidFill>
                  <a:srgbClr val="9B3024"/>
                </a:solidFill>
                <a:latin typeface="Noto Serif CJK SC"/>
                <a:ea typeface="Noto Serif CJK SC"/>
                <a:cs typeface="Noto Serif CJK SC"/>
              </a:defRPr>
            </a:lvl7pPr>
            <a:lvl8pPr>
              <a:defRPr sz="2100" b="0">
                <a:solidFill>
                  <a:srgbClr val="9B3024"/>
                </a:solidFill>
                <a:latin typeface="Noto Serif CJK SC"/>
                <a:ea typeface="Noto Serif CJK SC"/>
                <a:cs typeface="Noto Serif CJK SC"/>
              </a:defRPr>
            </a:lvl8pPr>
            <a:lvl9pPr>
              <a:defRPr sz="2100" b="0">
                <a:solidFill>
                  <a:srgbClr val="9B3024"/>
                </a:solidFill>
                <a:latin typeface="Noto Serif CJK SC"/>
                <a:ea typeface="Noto Serif CJK SC"/>
                <a:cs typeface="Noto Serif CJK SC"/>
              </a:defRPr>
            </a:lvl9pPr>
          </a:lstStyle>
          <a:p xmlns:a="http://schemas.openxmlformats.org/drawingml/2006/main">
            <a:pPr>
              <a:defRPr sz="2100" b="0">
                <a:solidFill>
                  <a:srgbClr val="9B3024"/>
                </a:solidFill>
                <a:latin typeface="Noto Serif CJK SC"/>
                <a:ea typeface="Noto Serif CJK SC"/>
                <a:cs typeface="Noto Serif CJK SC"/>
              </a:defRPr>
            </a:pPr>
            <a:r>
              <a:rPr sz="2100" b="0">
                <a:solidFill>
                  <a:srgbClr val="9B3024"/>
                </a:solidFill>
                <a:latin typeface="Noto Serif CJK SC"/>
                <a:ea typeface="Noto Serif CJK SC"/>
                <a:cs typeface="Noto Serif CJK SC"/>
              </a:rPr>
              <a:t>第4段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951B3768-5917-47F5-9A58-0B2E6067B8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143125" y="2228850"/>
            <a:ext cx="9286875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2175" b="0">
                <a:solidFill>
                  <a:srgbClr val="30291F"/>
                </a:solidFill>
                <a:latin typeface="LXGW WenKai TC"/>
                <a:ea typeface="LXGW WenKai TC"/>
                <a:cs typeface="LXGW WenKai TC"/>
              </a:defRPr>
            </a:defPPr>
            <a:lvl1pPr>
              <a:defRPr sz="2175" b="0">
                <a:solidFill>
                  <a:srgbClr val="30291F"/>
                </a:solidFill>
                <a:latin typeface="LXGW WenKai TC"/>
                <a:ea typeface="LXGW WenKai TC"/>
                <a:cs typeface="LXGW WenKai TC"/>
              </a:defRPr>
            </a:lvl1pPr>
            <a:lvl2pPr>
              <a:defRPr sz="2175" b="0">
                <a:solidFill>
                  <a:srgbClr val="30291F"/>
                </a:solidFill>
                <a:latin typeface="LXGW WenKai TC"/>
                <a:ea typeface="LXGW WenKai TC"/>
                <a:cs typeface="LXGW WenKai TC"/>
              </a:defRPr>
            </a:lvl2pPr>
            <a:lvl3pPr>
              <a:defRPr sz="2175" b="0">
                <a:solidFill>
                  <a:srgbClr val="30291F"/>
                </a:solidFill>
                <a:latin typeface="LXGW WenKai TC"/>
                <a:ea typeface="LXGW WenKai TC"/>
                <a:cs typeface="LXGW WenKai TC"/>
              </a:defRPr>
            </a:lvl3pPr>
            <a:lvl4pPr>
              <a:defRPr sz="2175" b="0">
                <a:solidFill>
                  <a:srgbClr val="30291F"/>
                </a:solidFill>
                <a:latin typeface="LXGW WenKai TC"/>
                <a:ea typeface="LXGW WenKai TC"/>
                <a:cs typeface="LXGW WenKai TC"/>
              </a:defRPr>
            </a:lvl4pPr>
            <a:lvl5pPr>
              <a:defRPr sz="2175" b="0">
                <a:solidFill>
                  <a:srgbClr val="30291F"/>
                </a:solidFill>
                <a:latin typeface="LXGW WenKai TC"/>
                <a:ea typeface="LXGW WenKai TC"/>
                <a:cs typeface="LXGW WenKai TC"/>
              </a:defRPr>
            </a:lvl5pPr>
            <a:lvl6pPr>
              <a:defRPr sz="2175" b="0">
                <a:solidFill>
                  <a:srgbClr val="30291F"/>
                </a:solidFill>
                <a:latin typeface="LXGW WenKai TC"/>
                <a:ea typeface="LXGW WenKai TC"/>
                <a:cs typeface="LXGW WenKai TC"/>
              </a:defRPr>
            </a:lvl6pPr>
            <a:lvl7pPr>
              <a:defRPr sz="2175" b="0">
                <a:solidFill>
                  <a:srgbClr val="30291F"/>
                </a:solidFill>
                <a:latin typeface="LXGW WenKai TC"/>
                <a:ea typeface="LXGW WenKai TC"/>
                <a:cs typeface="LXGW WenKai TC"/>
              </a:defRPr>
            </a:lvl7pPr>
            <a:lvl8pPr>
              <a:defRPr sz="2175" b="0">
                <a:solidFill>
                  <a:srgbClr val="30291F"/>
                </a:solidFill>
                <a:latin typeface="LXGW WenKai TC"/>
                <a:ea typeface="LXGW WenKai TC"/>
                <a:cs typeface="LXGW WenKai TC"/>
              </a:defRPr>
            </a:lvl8pPr>
            <a:lvl9pPr>
              <a:defRPr sz="2175" b="0">
                <a:solidFill>
                  <a:srgbClr val="30291F"/>
                </a:solidFill>
                <a:latin typeface="LXGW WenKai TC"/>
                <a:ea typeface="LXGW WenKai TC"/>
                <a:cs typeface="LXGW WenKai TC"/>
              </a:defRPr>
            </a:lvl9pPr>
          </a:lstStyle>
          <a:p xmlns:a="http://schemas.openxmlformats.org/drawingml/2006/main">
            <a:pPr>
              <a:defRPr sz="2175" b="0">
                <a:solidFill>
                  <a:srgbClr val="30291F"/>
                </a:solidFill>
                <a:latin typeface="LXGW WenKai TC"/>
                <a:ea typeface="LXGW WenKai TC"/>
                <a:cs typeface="LXGW WenKai TC"/>
              </a:defRPr>
            </a:pPr>
            <a:r>
              <a:rPr sz="2175" b="0">
                <a:solidFill>
                  <a:srgbClr val="30291F"/>
                </a:solidFill>
                <a:latin typeface="LXGW WenKai TC"/>
                <a:ea typeface="LXGW WenKai TC"/>
                <a:cs typeface="LXGW WenKai TC"/>
              </a:rPr>
              <a:t>妈妈提前处理鱼，留作________的食材。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017CE8EB-3C43-4C36-AF64-1BD88E1CC3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819400"/>
            <a:ext cx="1381125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2100" b="0">
                <a:solidFill>
                  <a:srgbClr val="9B3024"/>
                </a:solidFill>
                <a:latin typeface="Noto Serif CJK SC"/>
                <a:ea typeface="Noto Serif CJK SC"/>
                <a:cs typeface="Noto Serif CJK SC"/>
              </a:defRPr>
            </a:defPPr>
            <a:lvl1pPr>
              <a:defRPr sz="2100" b="0">
                <a:solidFill>
                  <a:srgbClr val="9B3024"/>
                </a:solidFill>
                <a:latin typeface="Noto Serif CJK SC"/>
                <a:ea typeface="Noto Serif CJK SC"/>
                <a:cs typeface="Noto Serif CJK SC"/>
              </a:defRPr>
            </a:lvl1pPr>
            <a:lvl2pPr>
              <a:defRPr sz="2100" b="0">
                <a:solidFill>
                  <a:srgbClr val="9B3024"/>
                </a:solidFill>
                <a:latin typeface="Noto Serif CJK SC"/>
                <a:ea typeface="Noto Serif CJK SC"/>
                <a:cs typeface="Noto Serif CJK SC"/>
              </a:defRPr>
            </a:lvl2pPr>
            <a:lvl3pPr>
              <a:defRPr sz="2100" b="0">
                <a:solidFill>
                  <a:srgbClr val="9B3024"/>
                </a:solidFill>
                <a:latin typeface="Noto Serif CJK SC"/>
                <a:ea typeface="Noto Serif CJK SC"/>
                <a:cs typeface="Noto Serif CJK SC"/>
              </a:defRPr>
            </a:lvl3pPr>
            <a:lvl4pPr>
              <a:defRPr sz="2100" b="0">
                <a:solidFill>
                  <a:srgbClr val="9B3024"/>
                </a:solidFill>
                <a:latin typeface="Noto Serif CJK SC"/>
                <a:ea typeface="Noto Serif CJK SC"/>
                <a:cs typeface="Noto Serif CJK SC"/>
              </a:defRPr>
            </a:lvl4pPr>
            <a:lvl5pPr>
              <a:defRPr sz="2100" b="0">
                <a:solidFill>
                  <a:srgbClr val="9B3024"/>
                </a:solidFill>
                <a:latin typeface="Noto Serif CJK SC"/>
                <a:ea typeface="Noto Serif CJK SC"/>
                <a:cs typeface="Noto Serif CJK SC"/>
              </a:defRPr>
            </a:lvl5pPr>
            <a:lvl6pPr>
              <a:defRPr sz="2100" b="0">
                <a:solidFill>
                  <a:srgbClr val="9B3024"/>
                </a:solidFill>
                <a:latin typeface="Noto Serif CJK SC"/>
                <a:ea typeface="Noto Serif CJK SC"/>
                <a:cs typeface="Noto Serif CJK SC"/>
              </a:defRPr>
            </a:lvl6pPr>
            <a:lvl7pPr>
              <a:defRPr sz="2100" b="0">
                <a:solidFill>
                  <a:srgbClr val="9B3024"/>
                </a:solidFill>
                <a:latin typeface="Noto Serif CJK SC"/>
                <a:ea typeface="Noto Serif CJK SC"/>
                <a:cs typeface="Noto Serif CJK SC"/>
              </a:defRPr>
            </a:lvl7pPr>
            <a:lvl8pPr>
              <a:defRPr sz="2100" b="0">
                <a:solidFill>
                  <a:srgbClr val="9B3024"/>
                </a:solidFill>
                <a:latin typeface="Noto Serif CJK SC"/>
                <a:ea typeface="Noto Serif CJK SC"/>
                <a:cs typeface="Noto Serif CJK SC"/>
              </a:defRPr>
            </a:lvl8pPr>
            <a:lvl9pPr>
              <a:defRPr sz="2100" b="0">
                <a:solidFill>
                  <a:srgbClr val="9B3024"/>
                </a:solidFill>
                <a:latin typeface="Noto Serif CJK SC"/>
                <a:ea typeface="Noto Serif CJK SC"/>
                <a:cs typeface="Noto Serif CJK SC"/>
              </a:defRPr>
            </a:lvl9pPr>
          </a:lstStyle>
          <a:p xmlns:a="http://schemas.openxmlformats.org/drawingml/2006/main">
            <a:pPr>
              <a:defRPr sz="2100" b="0">
                <a:solidFill>
                  <a:srgbClr val="9B3024"/>
                </a:solidFill>
                <a:latin typeface="Noto Serif CJK SC"/>
                <a:ea typeface="Noto Serif CJK SC"/>
                <a:cs typeface="Noto Serif CJK SC"/>
              </a:defRPr>
            </a:pPr>
            <a:r>
              <a:rPr sz="2100" b="0">
                <a:solidFill>
                  <a:srgbClr val="9B3024"/>
                </a:solidFill>
                <a:latin typeface="Noto Serif CJK SC"/>
                <a:ea typeface="Noto Serif CJK SC"/>
                <a:cs typeface="Noto Serif CJK SC"/>
              </a:rPr>
              <a:t>第6段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3D23A85F-02BC-43A4-B567-E74C08EFAA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143125" y="2800350"/>
            <a:ext cx="9286875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2175" b="0">
                <a:solidFill>
                  <a:srgbClr val="30291F"/>
                </a:solidFill>
                <a:latin typeface="LXGW WenKai TC"/>
                <a:ea typeface="LXGW WenKai TC"/>
                <a:cs typeface="LXGW WenKai TC"/>
              </a:defRPr>
            </a:defPPr>
            <a:lvl1pPr>
              <a:defRPr sz="2175" b="0">
                <a:solidFill>
                  <a:srgbClr val="30291F"/>
                </a:solidFill>
                <a:latin typeface="LXGW WenKai TC"/>
                <a:ea typeface="LXGW WenKai TC"/>
                <a:cs typeface="LXGW WenKai TC"/>
              </a:defRPr>
            </a:lvl1pPr>
            <a:lvl2pPr>
              <a:defRPr sz="2175" b="0">
                <a:solidFill>
                  <a:srgbClr val="30291F"/>
                </a:solidFill>
                <a:latin typeface="LXGW WenKai TC"/>
                <a:ea typeface="LXGW WenKai TC"/>
                <a:cs typeface="LXGW WenKai TC"/>
              </a:defRPr>
            </a:lvl2pPr>
            <a:lvl3pPr>
              <a:defRPr sz="2175" b="0">
                <a:solidFill>
                  <a:srgbClr val="30291F"/>
                </a:solidFill>
                <a:latin typeface="LXGW WenKai TC"/>
                <a:ea typeface="LXGW WenKai TC"/>
                <a:cs typeface="LXGW WenKai TC"/>
              </a:defRPr>
            </a:lvl3pPr>
            <a:lvl4pPr>
              <a:defRPr sz="2175" b="0">
                <a:solidFill>
                  <a:srgbClr val="30291F"/>
                </a:solidFill>
                <a:latin typeface="LXGW WenKai TC"/>
                <a:ea typeface="LXGW WenKai TC"/>
                <a:cs typeface="LXGW WenKai TC"/>
              </a:defRPr>
            </a:lvl4pPr>
            <a:lvl5pPr>
              <a:defRPr sz="2175" b="0">
                <a:solidFill>
                  <a:srgbClr val="30291F"/>
                </a:solidFill>
                <a:latin typeface="LXGW WenKai TC"/>
                <a:ea typeface="LXGW WenKai TC"/>
                <a:cs typeface="LXGW WenKai TC"/>
              </a:defRPr>
            </a:lvl5pPr>
            <a:lvl6pPr>
              <a:defRPr sz="2175" b="0">
                <a:solidFill>
                  <a:srgbClr val="30291F"/>
                </a:solidFill>
                <a:latin typeface="LXGW WenKai TC"/>
                <a:ea typeface="LXGW WenKai TC"/>
                <a:cs typeface="LXGW WenKai TC"/>
              </a:defRPr>
            </a:lvl6pPr>
            <a:lvl7pPr>
              <a:defRPr sz="2175" b="0">
                <a:solidFill>
                  <a:srgbClr val="30291F"/>
                </a:solidFill>
                <a:latin typeface="LXGW WenKai TC"/>
                <a:ea typeface="LXGW WenKai TC"/>
                <a:cs typeface="LXGW WenKai TC"/>
              </a:defRPr>
            </a:lvl7pPr>
            <a:lvl8pPr>
              <a:defRPr sz="2175" b="0">
                <a:solidFill>
                  <a:srgbClr val="30291F"/>
                </a:solidFill>
                <a:latin typeface="LXGW WenKai TC"/>
                <a:ea typeface="LXGW WenKai TC"/>
                <a:cs typeface="LXGW WenKai TC"/>
              </a:defRPr>
            </a:lvl8pPr>
            <a:lvl9pPr>
              <a:defRPr sz="2175" b="0">
                <a:solidFill>
                  <a:srgbClr val="30291F"/>
                </a:solidFill>
                <a:latin typeface="LXGW WenKai TC"/>
                <a:ea typeface="LXGW WenKai TC"/>
                <a:cs typeface="LXGW WenKai TC"/>
              </a:defRPr>
            </a:lvl9pPr>
          </a:lstStyle>
          <a:p xmlns:a="http://schemas.openxmlformats.org/drawingml/2006/main">
            <a:pPr>
              <a:defRPr sz="2175" b="0">
                <a:solidFill>
                  <a:srgbClr val="30291F"/>
                </a:solidFill>
                <a:latin typeface="LXGW WenKai TC"/>
                <a:ea typeface="LXGW WenKai TC"/>
                <a:cs typeface="LXGW WenKai TC"/>
              </a:defRPr>
            </a:pPr>
            <a:r>
              <a:rPr sz="2175" b="0">
                <a:solidFill>
                  <a:srgbClr val="30291F"/>
                </a:solidFill>
                <a:latin typeface="LXGW WenKai TC"/>
                <a:ea typeface="LXGW WenKai TC"/>
                <a:cs typeface="LXGW WenKai TC"/>
              </a:rPr>
              <a:t>姐姐无法回来吃________。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0EF41DBC-2C1B-43AD-BD84-96C26AEE3D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390900"/>
            <a:ext cx="1381125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2100" b="0">
                <a:solidFill>
                  <a:srgbClr val="9B3024"/>
                </a:solidFill>
                <a:latin typeface="Noto Serif CJK SC"/>
                <a:ea typeface="Noto Serif CJK SC"/>
                <a:cs typeface="Noto Serif CJK SC"/>
              </a:defRPr>
            </a:defPPr>
            <a:lvl1pPr>
              <a:defRPr sz="2100" b="0">
                <a:solidFill>
                  <a:srgbClr val="9B3024"/>
                </a:solidFill>
                <a:latin typeface="Noto Serif CJK SC"/>
                <a:ea typeface="Noto Serif CJK SC"/>
                <a:cs typeface="Noto Serif CJK SC"/>
              </a:defRPr>
            </a:lvl1pPr>
            <a:lvl2pPr>
              <a:defRPr sz="2100" b="0">
                <a:solidFill>
                  <a:srgbClr val="9B3024"/>
                </a:solidFill>
                <a:latin typeface="Noto Serif CJK SC"/>
                <a:ea typeface="Noto Serif CJK SC"/>
                <a:cs typeface="Noto Serif CJK SC"/>
              </a:defRPr>
            </a:lvl2pPr>
            <a:lvl3pPr>
              <a:defRPr sz="2100" b="0">
                <a:solidFill>
                  <a:srgbClr val="9B3024"/>
                </a:solidFill>
                <a:latin typeface="Noto Serif CJK SC"/>
                <a:ea typeface="Noto Serif CJK SC"/>
                <a:cs typeface="Noto Serif CJK SC"/>
              </a:defRPr>
            </a:lvl3pPr>
            <a:lvl4pPr>
              <a:defRPr sz="2100" b="0">
                <a:solidFill>
                  <a:srgbClr val="9B3024"/>
                </a:solidFill>
                <a:latin typeface="Noto Serif CJK SC"/>
                <a:ea typeface="Noto Serif CJK SC"/>
                <a:cs typeface="Noto Serif CJK SC"/>
              </a:defRPr>
            </a:lvl4pPr>
            <a:lvl5pPr>
              <a:defRPr sz="2100" b="0">
                <a:solidFill>
                  <a:srgbClr val="9B3024"/>
                </a:solidFill>
                <a:latin typeface="Noto Serif CJK SC"/>
                <a:ea typeface="Noto Serif CJK SC"/>
                <a:cs typeface="Noto Serif CJK SC"/>
              </a:defRPr>
            </a:lvl5pPr>
            <a:lvl6pPr>
              <a:defRPr sz="2100" b="0">
                <a:solidFill>
                  <a:srgbClr val="9B3024"/>
                </a:solidFill>
                <a:latin typeface="Noto Serif CJK SC"/>
                <a:ea typeface="Noto Serif CJK SC"/>
                <a:cs typeface="Noto Serif CJK SC"/>
              </a:defRPr>
            </a:lvl6pPr>
            <a:lvl7pPr>
              <a:defRPr sz="2100" b="0">
                <a:solidFill>
                  <a:srgbClr val="9B3024"/>
                </a:solidFill>
                <a:latin typeface="Noto Serif CJK SC"/>
                <a:ea typeface="Noto Serif CJK SC"/>
                <a:cs typeface="Noto Serif CJK SC"/>
              </a:defRPr>
            </a:lvl7pPr>
            <a:lvl8pPr>
              <a:defRPr sz="2100" b="0">
                <a:solidFill>
                  <a:srgbClr val="9B3024"/>
                </a:solidFill>
                <a:latin typeface="Noto Serif CJK SC"/>
                <a:ea typeface="Noto Serif CJK SC"/>
                <a:cs typeface="Noto Serif CJK SC"/>
              </a:defRPr>
            </a:lvl8pPr>
            <a:lvl9pPr>
              <a:defRPr sz="2100" b="0">
                <a:solidFill>
                  <a:srgbClr val="9B3024"/>
                </a:solidFill>
                <a:latin typeface="Noto Serif CJK SC"/>
                <a:ea typeface="Noto Serif CJK SC"/>
                <a:cs typeface="Noto Serif CJK SC"/>
              </a:defRPr>
            </a:lvl9pPr>
          </a:lstStyle>
          <a:p xmlns:a="http://schemas.openxmlformats.org/drawingml/2006/main">
            <a:pPr>
              <a:defRPr sz="2100" b="0">
                <a:solidFill>
                  <a:srgbClr val="9B3024"/>
                </a:solidFill>
                <a:latin typeface="Noto Serif CJK SC"/>
                <a:ea typeface="Noto Serif CJK SC"/>
                <a:cs typeface="Noto Serif CJK SC"/>
              </a:defRPr>
            </a:pPr>
            <a:r>
              <a:rPr sz="2100" b="0">
                <a:solidFill>
                  <a:srgbClr val="9B3024"/>
                </a:solidFill>
                <a:latin typeface="Noto Serif CJK SC"/>
                <a:ea typeface="Noto Serif CJK SC"/>
                <a:cs typeface="Noto Serif CJK SC"/>
              </a:rPr>
              <a:t>第12段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8333727C-0549-4B35-B64E-BBC675A5E3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143125" y="3371850"/>
            <a:ext cx="9286875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2175" b="0">
                <a:solidFill>
                  <a:srgbClr val="30291F"/>
                </a:solidFill>
                <a:latin typeface="LXGW WenKai TC"/>
                <a:ea typeface="LXGW WenKai TC"/>
                <a:cs typeface="LXGW WenKai TC"/>
              </a:defRPr>
            </a:defPPr>
            <a:lvl1pPr>
              <a:defRPr sz="2175" b="0">
                <a:solidFill>
                  <a:srgbClr val="30291F"/>
                </a:solidFill>
                <a:latin typeface="LXGW WenKai TC"/>
                <a:ea typeface="LXGW WenKai TC"/>
                <a:cs typeface="LXGW WenKai TC"/>
              </a:defRPr>
            </a:lvl1pPr>
            <a:lvl2pPr>
              <a:defRPr sz="2175" b="0">
                <a:solidFill>
                  <a:srgbClr val="30291F"/>
                </a:solidFill>
                <a:latin typeface="LXGW WenKai TC"/>
                <a:ea typeface="LXGW WenKai TC"/>
                <a:cs typeface="LXGW WenKai TC"/>
              </a:defRPr>
            </a:lvl2pPr>
            <a:lvl3pPr>
              <a:defRPr sz="2175" b="0">
                <a:solidFill>
                  <a:srgbClr val="30291F"/>
                </a:solidFill>
                <a:latin typeface="LXGW WenKai TC"/>
                <a:ea typeface="LXGW WenKai TC"/>
                <a:cs typeface="LXGW WenKai TC"/>
              </a:defRPr>
            </a:lvl3pPr>
            <a:lvl4pPr>
              <a:defRPr sz="2175" b="0">
                <a:solidFill>
                  <a:srgbClr val="30291F"/>
                </a:solidFill>
                <a:latin typeface="LXGW WenKai TC"/>
                <a:ea typeface="LXGW WenKai TC"/>
                <a:cs typeface="LXGW WenKai TC"/>
              </a:defRPr>
            </a:lvl4pPr>
            <a:lvl5pPr>
              <a:defRPr sz="2175" b="0">
                <a:solidFill>
                  <a:srgbClr val="30291F"/>
                </a:solidFill>
                <a:latin typeface="LXGW WenKai TC"/>
                <a:ea typeface="LXGW WenKai TC"/>
                <a:cs typeface="LXGW WenKai TC"/>
              </a:defRPr>
            </a:lvl5pPr>
            <a:lvl6pPr>
              <a:defRPr sz="2175" b="0">
                <a:solidFill>
                  <a:srgbClr val="30291F"/>
                </a:solidFill>
                <a:latin typeface="LXGW WenKai TC"/>
                <a:ea typeface="LXGW WenKai TC"/>
                <a:cs typeface="LXGW WenKai TC"/>
              </a:defRPr>
            </a:lvl6pPr>
            <a:lvl7pPr>
              <a:defRPr sz="2175" b="0">
                <a:solidFill>
                  <a:srgbClr val="30291F"/>
                </a:solidFill>
                <a:latin typeface="LXGW WenKai TC"/>
                <a:ea typeface="LXGW WenKai TC"/>
                <a:cs typeface="LXGW WenKai TC"/>
              </a:defRPr>
            </a:lvl7pPr>
            <a:lvl8pPr>
              <a:defRPr sz="2175" b="0">
                <a:solidFill>
                  <a:srgbClr val="30291F"/>
                </a:solidFill>
                <a:latin typeface="LXGW WenKai TC"/>
                <a:ea typeface="LXGW WenKai TC"/>
                <a:cs typeface="LXGW WenKai TC"/>
              </a:defRPr>
            </a:lvl8pPr>
            <a:lvl9pPr>
              <a:defRPr sz="2175" b="0">
                <a:solidFill>
                  <a:srgbClr val="30291F"/>
                </a:solidFill>
                <a:latin typeface="LXGW WenKai TC"/>
                <a:ea typeface="LXGW WenKai TC"/>
                <a:cs typeface="LXGW WenKai TC"/>
              </a:defRPr>
            </a:lvl9pPr>
          </a:lstStyle>
          <a:p xmlns:a="http://schemas.openxmlformats.org/drawingml/2006/main">
            <a:pPr>
              <a:defRPr sz="2175" b="0">
                <a:solidFill>
                  <a:srgbClr val="30291F"/>
                </a:solidFill>
                <a:latin typeface="LXGW WenKai TC"/>
                <a:ea typeface="LXGW WenKai TC"/>
                <a:cs typeface="LXGW WenKai TC"/>
              </a:defRPr>
            </a:pPr>
            <a:r>
              <a:rPr sz="2175" b="0">
                <a:solidFill>
                  <a:srgbClr val="30291F"/>
                </a:solidFill>
                <a:latin typeface="LXGW WenKai TC"/>
                <a:ea typeface="LXGW WenKai TC"/>
                <a:cs typeface="LXGW WenKai TC"/>
              </a:rPr>
              <a:t>哥哥也无法回来吃________。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96FD0B2E-194A-4D02-BAC2-C0A438FC22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962400"/>
            <a:ext cx="1381125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2100" b="0">
                <a:solidFill>
                  <a:srgbClr val="9B3024"/>
                </a:solidFill>
                <a:latin typeface="Noto Serif CJK SC"/>
                <a:ea typeface="Noto Serif CJK SC"/>
                <a:cs typeface="Noto Serif CJK SC"/>
              </a:defRPr>
            </a:defPPr>
            <a:lvl1pPr>
              <a:defRPr sz="2100" b="0">
                <a:solidFill>
                  <a:srgbClr val="9B3024"/>
                </a:solidFill>
                <a:latin typeface="Noto Serif CJK SC"/>
                <a:ea typeface="Noto Serif CJK SC"/>
                <a:cs typeface="Noto Serif CJK SC"/>
              </a:defRPr>
            </a:lvl1pPr>
            <a:lvl2pPr>
              <a:defRPr sz="2100" b="0">
                <a:solidFill>
                  <a:srgbClr val="9B3024"/>
                </a:solidFill>
                <a:latin typeface="Noto Serif CJK SC"/>
                <a:ea typeface="Noto Serif CJK SC"/>
                <a:cs typeface="Noto Serif CJK SC"/>
              </a:defRPr>
            </a:lvl2pPr>
            <a:lvl3pPr>
              <a:defRPr sz="2100" b="0">
                <a:solidFill>
                  <a:srgbClr val="9B3024"/>
                </a:solidFill>
                <a:latin typeface="Noto Serif CJK SC"/>
                <a:ea typeface="Noto Serif CJK SC"/>
                <a:cs typeface="Noto Serif CJK SC"/>
              </a:defRPr>
            </a:lvl3pPr>
            <a:lvl4pPr>
              <a:defRPr sz="2100" b="0">
                <a:solidFill>
                  <a:srgbClr val="9B3024"/>
                </a:solidFill>
                <a:latin typeface="Noto Serif CJK SC"/>
                <a:ea typeface="Noto Serif CJK SC"/>
                <a:cs typeface="Noto Serif CJK SC"/>
              </a:defRPr>
            </a:lvl4pPr>
            <a:lvl5pPr>
              <a:defRPr sz="2100" b="0">
                <a:solidFill>
                  <a:srgbClr val="9B3024"/>
                </a:solidFill>
                <a:latin typeface="Noto Serif CJK SC"/>
                <a:ea typeface="Noto Serif CJK SC"/>
                <a:cs typeface="Noto Serif CJK SC"/>
              </a:defRPr>
            </a:lvl5pPr>
            <a:lvl6pPr>
              <a:defRPr sz="2100" b="0">
                <a:solidFill>
                  <a:srgbClr val="9B3024"/>
                </a:solidFill>
                <a:latin typeface="Noto Serif CJK SC"/>
                <a:ea typeface="Noto Serif CJK SC"/>
                <a:cs typeface="Noto Serif CJK SC"/>
              </a:defRPr>
            </a:lvl6pPr>
            <a:lvl7pPr>
              <a:defRPr sz="2100" b="0">
                <a:solidFill>
                  <a:srgbClr val="9B3024"/>
                </a:solidFill>
                <a:latin typeface="Noto Serif CJK SC"/>
                <a:ea typeface="Noto Serif CJK SC"/>
                <a:cs typeface="Noto Serif CJK SC"/>
              </a:defRPr>
            </a:lvl7pPr>
            <a:lvl8pPr>
              <a:defRPr sz="2100" b="0">
                <a:solidFill>
                  <a:srgbClr val="9B3024"/>
                </a:solidFill>
                <a:latin typeface="Noto Serif CJK SC"/>
                <a:ea typeface="Noto Serif CJK SC"/>
                <a:cs typeface="Noto Serif CJK SC"/>
              </a:defRPr>
            </a:lvl8pPr>
            <a:lvl9pPr>
              <a:defRPr sz="2100" b="0">
                <a:solidFill>
                  <a:srgbClr val="9B3024"/>
                </a:solidFill>
                <a:latin typeface="Noto Serif CJK SC"/>
                <a:ea typeface="Noto Serif CJK SC"/>
                <a:cs typeface="Noto Serif CJK SC"/>
              </a:defRPr>
            </a:lvl9pPr>
          </a:lstStyle>
          <a:p xmlns:a="http://schemas.openxmlformats.org/drawingml/2006/main">
            <a:pPr>
              <a:defRPr sz="2100" b="0">
                <a:solidFill>
                  <a:srgbClr val="9B3024"/>
                </a:solidFill>
                <a:latin typeface="Noto Serif CJK SC"/>
                <a:ea typeface="Noto Serif CJK SC"/>
                <a:cs typeface="Noto Serif CJK SC"/>
              </a:defRPr>
            </a:pPr>
            <a:r>
              <a:rPr sz="2100" b="0">
                <a:solidFill>
                  <a:srgbClr val="9B3024"/>
                </a:solidFill>
                <a:latin typeface="Noto Serif CJK SC"/>
                <a:ea typeface="Noto Serif CJK SC"/>
                <a:cs typeface="Noto Serif CJK SC"/>
              </a:rPr>
              <a:t>第13段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CD5F6B7E-972E-4F7F-97A3-5365FAC0CD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143125" y="3943350"/>
            <a:ext cx="9286875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2175" b="0">
                <a:solidFill>
                  <a:srgbClr val="30291F"/>
                </a:solidFill>
                <a:latin typeface="LXGW WenKai TC"/>
                <a:ea typeface="LXGW WenKai TC"/>
                <a:cs typeface="LXGW WenKai TC"/>
              </a:defRPr>
            </a:defPPr>
            <a:lvl1pPr>
              <a:defRPr sz="2175" b="0">
                <a:solidFill>
                  <a:srgbClr val="30291F"/>
                </a:solidFill>
                <a:latin typeface="LXGW WenKai TC"/>
                <a:ea typeface="LXGW WenKai TC"/>
                <a:cs typeface="LXGW WenKai TC"/>
              </a:defRPr>
            </a:lvl1pPr>
            <a:lvl2pPr>
              <a:defRPr sz="2175" b="0">
                <a:solidFill>
                  <a:srgbClr val="30291F"/>
                </a:solidFill>
                <a:latin typeface="LXGW WenKai TC"/>
                <a:ea typeface="LXGW WenKai TC"/>
                <a:cs typeface="LXGW WenKai TC"/>
              </a:defRPr>
            </a:lvl2pPr>
            <a:lvl3pPr>
              <a:defRPr sz="2175" b="0">
                <a:solidFill>
                  <a:srgbClr val="30291F"/>
                </a:solidFill>
                <a:latin typeface="LXGW WenKai TC"/>
                <a:ea typeface="LXGW WenKai TC"/>
                <a:cs typeface="LXGW WenKai TC"/>
              </a:defRPr>
            </a:lvl3pPr>
            <a:lvl4pPr>
              <a:defRPr sz="2175" b="0">
                <a:solidFill>
                  <a:srgbClr val="30291F"/>
                </a:solidFill>
                <a:latin typeface="LXGW WenKai TC"/>
                <a:ea typeface="LXGW WenKai TC"/>
                <a:cs typeface="LXGW WenKai TC"/>
              </a:defRPr>
            </a:lvl4pPr>
            <a:lvl5pPr>
              <a:defRPr sz="2175" b="0">
                <a:solidFill>
                  <a:srgbClr val="30291F"/>
                </a:solidFill>
                <a:latin typeface="LXGW WenKai TC"/>
                <a:ea typeface="LXGW WenKai TC"/>
                <a:cs typeface="LXGW WenKai TC"/>
              </a:defRPr>
            </a:lvl5pPr>
            <a:lvl6pPr>
              <a:defRPr sz="2175" b="0">
                <a:solidFill>
                  <a:srgbClr val="30291F"/>
                </a:solidFill>
                <a:latin typeface="LXGW WenKai TC"/>
                <a:ea typeface="LXGW WenKai TC"/>
                <a:cs typeface="LXGW WenKai TC"/>
              </a:defRPr>
            </a:lvl6pPr>
            <a:lvl7pPr>
              <a:defRPr sz="2175" b="0">
                <a:solidFill>
                  <a:srgbClr val="30291F"/>
                </a:solidFill>
                <a:latin typeface="LXGW WenKai TC"/>
                <a:ea typeface="LXGW WenKai TC"/>
                <a:cs typeface="LXGW WenKai TC"/>
              </a:defRPr>
            </a:lvl7pPr>
            <a:lvl8pPr>
              <a:defRPr sz="2175" b="0">
                <a:solidFill>
                  <a:srgbClr val="30291F"/>
                </a:solidFill>
                <a:latin typeface="LXGW WenKai TC"/>
                <a:ea typeface="LXGW WenKai TC"/>
                <a:cs typeface="LXGW WenKai TC"/>
              </a:defRPr>
            </a:lvl8pPr>
            <a:lvl9pPr>
              <a:defRPr sz="2175" b="0">
                <a:solidFill>
                  <a:srgbClr val="30291F"/>
                </a:solidFill>
                <a:latin typeface="LXGW WenKai TC"/>
                <a:ea typeface="LXGW WenKai TC"/>
                <a:cs typeface="LXGW WenKai TC"/>
              </a:defRPr>
            </a:lvl9pPr>
          </a:lstStyle>
          <a:p xmlns:a="http://schemas.openxmlformats.org/drawingml/2006/main">
            <a:pPr>
              <a:defRPr sz="2175" b="0">
                <a:solidFill>
                  <a:srgbClr val="30291F"/>
                </a:solidFill>
                <a:latin typeface="LXGW WenKai TC"/>
                <a:ea typeface="LXGW WenKai TC"/>
                <a:cs typeface="LXGW WenKai TC"/>
              </a:defRPr>
            </a:pPr>
            <a:r>
              <a:rPr sz="2175" b="0">
                <a:solidFill>
                  <a:srgbClr val="30291F"/>
                </a:solidFill>
                <a:latin typeface="LXGW WenKai TC"/>
                <a:ea typeface="LXGW WenKai TC"/>
                <a:cs typeface="LXGW WenKai TC"/>
              </a:rPr>
              <a:t>家里的________改为吃火锅。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673D7CFB-A351-4786-AE2D-026CB2EE94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533900"/>
            <a:ext cx="1381125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2100" b="0">
                <a:solidFill>
                  <a:srgbClr val="9B3024"/>
                </a:solidFill>
                <a:latin typeface="Noto Serif CJK SC"/>
                <a:ea typeface="Noto Serif CJK SC"/>
                <a:cs typeface="Noto Serif CJK SC"/>
              </a:defRPr>
            </a:defPPr>
            <a:lvl1pPr>
              <a:defRPr sz="2100" b="0">
                <a:solidFill>
                  <a:srgbClr val="9B3024"/>
                </a:solidFill>
                <a:latin typeface="Noto Serif CJK SC"/>
                <a:ea typeface="Noto Serif CJK SC"/>
                <a:cs typeface="Noto Serif CJK SC"/>
              </a:defRPr>
            </a:lvl1pPr>
            <a:lvl2pPr>
              <a:defRPr sz="2100" b="0">
                <a:solidFill>
                  <a:srgbClr val="9B3024"/>
                </a:solidFill>
                <a:latin typeface="Noto Serif CJK SC"/>
                <a:ea typeface="Noto Serif CJK SC"/>
                <a:cs typeface="Noto Serif CJK SC"/>
              </a:defRPr>
            </a:lvl2pPr>
            <a:lvl3pPr>
              <a:defRPr sz="2100" b="0">
                <a:solidFill>
                  <a:srgbClr val="9B3024"/>
                </a:solidFill>
                <a:latin typeface="Noto Serif CJK SC"/>
                <a:ea typeface="Noto Serif CJK SC"/>
                <a:cs typeface="Noto Serif CJK SC"/>
              </a:defRPr>
            </a:lvl3pPr>
            <a:lvl4pPr>
              <a:defRPr sz="2100" b="0">
                <a:solidFill>
                  <a:srgbClr val="9B3024"/>
                </a:solidFill>
                <a:latin typeface="Noto Serif CJK SC"/>
                <a:ea typeface="Noto Serif CJK SC"/>
                <a:cs typeface="Noto Serif CJK SC"/>
              </a:defRPr>
            </a:lvl4pPr>
            <a:lvl5pPr>
              <a:defRPr sz="2100" b="0">
                <a:solidFill>
                  <a:srgbClr val="9B3024"/>
                </a:solidFill>
                <a:latin typeface="Noto Serif CJK SC"/>
                <a:ea typeface="Noto Serif CJK SC"/>
                <a:cs typeface="Noto Serif CJK SC"/>
              </a:defRPr>
            </a:lvl5pPr>
            <a:lvl6pPr>
              <a:defRPr sz="2100" b="0">
                <a:solidFill>
                  <a:srgbClr val="9B3024"/>
                </a:solidFill>
                <a:latin typeface="Noto Serif CJK SC"/>
                <a:ea typeface="Noto Serif CJK SC"/>
                <a:cs typeface="Noto Serif CJK SC"/>
              </a:defRPr>
            </a:lvl6pPr>
            <a:lvl7pPr>
              <a:defRPr sz="2100" b="0">
                <a:solidFill>
                  <a:srgbClr val="9B3024"/>
                </a:solidFill>
                <a:latin typeface="Noto Serif CJK SC"/>
                <a:ea typeface="Noto Serif CJK SC"/>
                <a:cs typeface="Noto Serif CJK SC"/>
              </a:defRPr>
            </a:lvl7pPr>
            <a:lvl8pPr>
              <a:defRPr sz="2100" b="0">
                <a:solidFill>
                  <a:srgbClr val="9B3024"/>
                </a:solidFill>
                <a:latin typeface="Noto Serif CJK SC"/>
                <a:ea typeface="Noto Serif CJK SC"/>
                <a:cs typeface="Noto Serif CJK SC"/>
              </a:defRPr>
            </a:lvl8pPr>
            <a:lvl9pPr>
              <a:defRPr sz="2100" b="0">
                <a:solidFill>
                  <a:srgbClr val="9B3024"/>
                </a:solidFill>
                <a:latin typeface="Noto Serif CJK SC"/>
                <a:ea typeface="Noto Serif CJK SC"/>
                <a:cs typeface="Noto Serif CJK SC"/>
              </a:defRPr>
            </a:lvl9pPr>
          </a:lstStyle>
          <a:p xmlns:a="http://schemas.openxmlformats.org/drawingml/2006/main">
            <a:pPr>
              <a:defRPr sz="2100" b="0">
                <a:solidFill>
                  <a:srgbClr val="9B3024"/>
                </a:solidFill>
                <a:latin typeface="Noto Serif CJK SC"/>
                <a:ea typeface="Noto Serif CJK SC"/>
                <a:cs typeface="Noto Serif CJK SC"/>
              </a:defRPr>
            </a:pPr>
            <a:r>
              <a:rPr sz="2100" b="0">
                <a:solidFill>
                  <a:srgbClr val="9B3024"/>
                </a:solidFill>
                <a:latin typeface="Noto Serif CJK SC"/>
                <a:ea typeface="Noto Serif CJK SC"/>
                <a:cs typeface="Noto Serif CJK SC"/>
              </a:rPr>
              <a:t>第14段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113FD272-DA64-47EB-A9F1-93F1A0F3D8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143125" y="4514850"/>
            <a:ext cx="9286875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2175" b="0">
                <a:solidFill>
                  <a:srgbClr val="30291F"/>
                </a:solidFill>
                <a:latin typeface="LXGW WenKai TC"/>
                <a:ea typeface="LXGW WenKai TC"/>
                <a:cs typeface="LXGW WenKai TC"/>
              </a:defRPr>
            </a:defPPr>
            <a:lvl1pPr>
              <a:defRPr sz="2175" b="0">
                <a:solidFill>
                  <a:srgbClr val="30291F"/>
                </a:solidFill>
                <a:latin typeface="LXGW WenKai TC"/>
                <a:ea typeface="LXGW WenKai TC"/>
                <a:cs typeface="LXGW WenKai TC"/>
              </a:defRPr>
            </a:lvl1pPr>
            <a:lvl2pPr>
              <a:defRPr sz="2175" b="0">
                <a:solidFill>
                  <a:srgbClr val="30291F"/>
                </a:solidFill>
                <a:latin typeface="LXGW WenKai TC"/>
                <a:ea typeface="LXGW WenKai TC"/>
                <a:cs typeface="LXGW WenKai TC"/>
              </a:defRPr>
            </a:lvl2pPr>
            <a:lvl3pPr>
              <a:defRPr sz="2175" b="0">
                <a:solidFill>
                  <a:srgbClr val="30291F"/>
                </a:solidFill>
                <a:latin typeface="LXGW WenKai TC"/>
                <a:ea typeface="LXGW WenKai TC"/>
                <a:cs typeface="LXGW WenKai TC"/>
              </a:defRPr>
            </a:lvl3pPr>
            <a:lvl4pPr>
              <a:defRPr sz="2175" b="0">
                <a:solidFill>
                  <a:srgbClr val="30291F"/>
                </a:solidFill>
                <a:latin typeface="LXGW WenKai TC"/>
                <a:ea typeface="LXGW WenKai TC"/>
                <a:cs typeface="LXGW WenKai TC"/>
              </a:defRPr>
            </a:lvl4pPr>
            <a:lvl5pPr>
              <a:defRPr sz="2175" b="0">
                <a:solidFill>
                  <a:srgbClr val="30291F"/>
                </a:solidFill>
                <a:latin typeface="LXGW WenKai TC"/>
                <a:ea typeface="LXGW WenKai TC"/>
                <a:cs typeface="LXGW WenKai TC"/>
              </a:defRPr>
            </a:lvl5pPr>
            <a:lvl6pPr>
              <a:defRPr sz="2175" b="0">
                <a:solidFill>
                  <a:srgbClr val="30291F"/>
                </a:solidFill>
                <a:latin typeface="LXGW WenKai TC"/>
                <a:ea typeface="LXGW WenKai TC"/>
                <a:cs typeface="LXGW WenKai TC"/>
              </a:defRPr>
            </a:lvl6pPr>
            <a:lvl7pPr>
              <a:defRPr sz="2175" b="0">
                <a:solidFill>
                  <a:srgbClr val="30291F"/>
                </a:solidFill>
                <a:latin typeface="LXGW WenKai TC"/>
                <a:ea typeface="LXGW WenKai TC"/>
                <a:cs typeface="LXGW WenKai TC"/>
              </a:defRPr>
            </a:lvl7pPr>
            <a:lvl8pPr>
              <a:defRPr sz="2175" b="0">
                <a:solidFill>
                  <a:srgbClr val="30291F"/>
                </a:solidFill>
                <a:latin typeface="LXGW WenKai TC"/>
                <a:ea typeface="LXGW WenKai TC"/>
                <a:cs typeface="LXGW WenKai TC"/>
              </a:defRPr>
            </a:lvl8pPr>
            <a:lvl9pPr>
              <a:defRPr sz="2175" b="0">
                <a:solidFill>
                  <a:srgbClr val="30291F"/>
                </a:solidFill>
                <a:latin typeface="LXGW WenKai TC"/>
                <a:ea typeface="LXGW WenKai TC"/>
                <a:cs typeface="LXGW WenKai TC"/>
              </a:defRPr>
            </a:lvl9pPr>
          </a:lstStyle>
          <a:p xmlns:a="http://schemas.openxmlformats.org/drawingml/2006/main">
            <a:pPr>
              <a:defRPr sz="2175" b="0">
                <a:solidFill>
                  <a:srgbClr val="30291F"/>
                </a:solidFill>
                <a:latin typeface="LXGW WenKai TC"/>
                <a:ea typeface="LXGW WenKai TC"/>
                <a:cs typeface="LXGW WenKai TC"/>
              </a:defRPr>
            </a:pPr>
            <a:r>
              <a:rPr sz="2175" b="0">
                <a:solidFill>
                  <a:srgbClr val="30291F"/>
                </a:solidFill>
                <a:latin typeface="LXGW WenKai TC"/>
                <a:ea typeface="LXGW WenKai TC"/>
                <a:cs typeface="LXGW WenKai TC"/>
              </a:rPr>
              <a:t>三个人的________开始了。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21DB3588-EDAC-445B-ADCC-AF668678A0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105400"/>
            <a:ext cx="1381125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2100" b="0">
                <a:solidFill>
                  <a:srgbClr val="9B3024"/>
                </a:solidFill>
                <a:latin typeface="Noto Serif CJK SC"/>
                <a:ea typeface="Noto Serif CJK SC"/>
                <a:cs typeface="Noto Serif CJK SC"/>
              </a:defRPr>
            </a:defPPr>
            <a:lvl1pPr>
              <a:defRPr sz="2100" b="0">
                <a:solidFill>
                  <a:srgbClr val="9B3024"/>
                </a:solidFill>
                <a:latin typeface="Noto Serif CJK SC"/>
                <a:ea typeface="Noto Serif CJK SC"/>
                <a:cs typeface="Noto Serif CJK SC"/>
              </a:defRPr>
            </a:lvl1pPr>
            <a:lvl2pPr>
              <a:defRPr sz="2100" b="0">
                <a:solidFill>
                  <a:srgbClr val="9B3024"/>
                </a:solidFill>
                <a:latin typeface="Noto Serif CJK SC"/>
                <a:ea typeface="Noto Serif CJK SC"/>
                <a:cs typeface="Noto Serif CJK SC"/>
              </a:defRPr>
            </a:lvl2pPr>
            <a:lvl3pPr>
              <a:defRPr sz="2100" b="0">
                <a:solidFill>
                  <a:srgbClr val="9B3024"/>
                </a:solidFill>
                <a:latin typeface="Noto Serif CJK SC"/>
                <a:ea typeface="Noto Serif CJK SC"/>
                <a:cs typeface="Noto Serif CJK SC"/>
              </a:defRPr>
            </a:lvl3pPr>
            <a:lvl4pPr>
              <a:defRPr sz="2100" b="0">
                <a:solidFill>
                  <a:srgbClr val="9B3024"/>
                </a:solidFill>
                <a:latin typeface="Noto Serif CJK SC"/>
                <a:ea typeface="Noto Serif CJK SC"/>
                <a:cs typeface="Noto Serif CJK SC"/>
              </a:defRPr>
            </a:lvl4pPr>
            <a:lvl5pPr>
              <a:defRPr sz="2100" b="0">
                <a:solidFill>
                  <a:srgbClr val="9B3024"/>
                </a:solidFill>
                <a:latin typeface="Noto Serif CJK SC"/>
                <a:ea typeface="Noto Serif CJK SC"/>
                <a:cs typeface="Noto Serif CJK SC"/>
              </a:defRPr>
            </a:lvl5pPr>
            <a:lvl6pPr>
              <a:defRPr sz="2100" b="0">
                <a:solidFill>
                  <a:srgbClr val="9B3024"/>
                </a:solidFill>
                <a:latin typeface="Noto Serif CJK SC"/>
                <a:ea typeface="Noto Serif CJK SC"/>
                <a:cs typeface="Noto Serif CJK SC"/>
              </a:defRPr>
            </a:lvl6pPr>
            <a:lvl7pPr>
              <a:defRPr sz="2100" b="0">
                <a:solidFill>
                  <a:srgbClr val="9B3024"/>
                </a:solidFill>
                <a:latin typeface="Noto Serif CJK SC"/>
                <a:ea typeface="Noto Serif CJK SC"/>
                <a:cs typeface="Noto Serif CJK SC"/>
              </a:defRPr>
            </a:lvl7pPr>
            <a:lvl8pPr>
              <a:defRPr sz="2100" b="0">
                <a:solidFill>
                  <a:srgbClr val="9B3024"/>
                </a:solidFill>
                <a:latin typeface="Noto Serif CJK SC"/>
                <a:ea typeface="Noto Serif CJK SC"/>
                <a:cs typeface="Noto Serif CJK SC"/>
              </a:defRPr>
            </a:lvl8pPr>
            <a:lvl9pPr>
              <a:defRPr sz="2100" b="0">
                <a:solidFill>
                  <a:srgbClr val="9B3024"/>
                </a:solidFill>
                <a:latin typeface="Noto Serif CJK SC"/>
                <a:ea typeface="Noto Serif CJK SC"/>
                <a:cs typeface="Noto Serif CJK SC"/>
              </a:defRPr>
            </a:lvl9pPr>
          </a:lstStyle>
          <a:p xmlns:a="http://schemas.openxmlformats.org/drawingml/2006/main">
            <a:pPr>
              <a:defRPr sz="2100" b="0">
                <a:solidFill>
                  <a:srgbClr val="9B3024"/>
                </a:solidFill>
                <a:latin typeface="Noto Serif CJK SC"/>
                <a:ea typeface="Noto Serif CJK SC"/>
                <a:cs typeface="Noto Serif CJK SC"/>
              </a:defRPr>
            </a:pPr>
            <a:r>
              <a:rPr sz="2100" b="0">
                <a:solidFill>
                  <a:srgbClr val="9B3024"/>
                </a:solidFill>
                <a:latin typeface="Noto Serif CJK SC"/>
                <a:ea typeface="Noto Serif CJK SC"/>
                <a:cs typeface="Noto Serif CJK SC"/>
              </a:rPr>
              <a:t>第16段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5A118E43-2C12-43C4-80D1-760FD6D91A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143125" y="5086350"/>
            <a:ext cx="9286875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2175" b="0">
                <a:solidFill>
                  <a:srgbClr val="30291F"/>
                </a:solidFill>
                <a:latin typeface="LXGW WenKai TC"/>
                <a:ea typeface="LXGW WenKai TC"/>
                <a:cs typeface="LXGW WenKai TC"/>
              </a:defRPr>
            </a:defPPr>
            <a:lvl1pPr>
              <a:defRPr sz="2175" b="0">
                <a:solidFill>
                  <a:srgbClr val="30291F"/>
                </a:solidFill>
                <a:latin typeface="LXGW WenKai TC"/>
                <a:ea typeface="LXGW WenKai TC"/>
                <a:cs typeface="LXGW WenKai TC"/>
              </a:defRPr>
            </a:lvl1pPr>
            <a:lvl2pPr>
              <a:defRPr sz="2175" b="0">
                <a:solidFill>
                  <a:srgbClr val="30291F"/>
                </a:solidFill>
                <a:latin typeface="LXGW WenKai TC"/>
                <a:ea typeface="LXGW WenKai TC"/>
                <a:cs typeface="LXGW WenKai TC"/>
              </a:defRPr>
            </a:lvl2pPr>
            <a:lvl3pPr>
              <a:defRPr sz="2175" b="0">
                <a:solidFill>
                  <a:srgbClr val="30291F"/>
                </a:solidFill>
                <a:latin typeface="LXGW WenKai TC"/>
                <a:ea typeface="LXGW WenKai TC"/>
                <a:cs typeface="LXGW WenKai TC"/>
              </a:defRPr>
            </a:lvl3pPr>
            <a:lvl4pPr>
              <a:defRPr sz="2175" b="0">
                <a:solidFill>
                  <a:srgbClr val="30291F"/>
                </a:solidFill>
                <a:latin typeface="LXGW WenKai TC"/>
                <a:ea typeface="LXGW WenKai TC"/>
                <a:cs typeface="LXGW WenKai TC"/>
              </a:defRPr>
            </a:lvl4pPr>
            <a:lvl5pPr>
              <a:defRPr sz="2175" b="0">
                <a:solidFill>
                  <a:srgbClr val="30291F"/>
                </a:solidFill>
                <a:latin typeface="LXGW WenKai TC"/>
                <a:ea typeface="LXGW WenKai TC"/>
                <a:cs typeface="LXGW WenKai TC"/>
              </a:defRPr>
            </a:lvl5pPr>
            <a:lvl6pPr>
              <a:defRPr sz="2175" b="0">
                <a:solidFill>
                  <a:srgbClr val="30291F"/>
                </a:solidFill>
                <a:latin typeface="LXGW WenKai TC"/>
                <a:ea typeface="LXGW WenKai TC"/>
                <a:cs typeface="LXGW WenKai TC"/>
              </a:defRPr>
            </a:lvl6pPr>
            <a:lvl7pPr>
              <a:defRPr sz="2175" b="0">
                <a:solidFill>
                  <a:srgbClr val="30291F"/>
                </a:solidFill>
                <a:latin typeface="LXGW WenKai TC"/>
                <a:ea typeface="LXGW WenKai TC"/>
                <a:cs typeface="LXGW WenKai TC"/>
              </a:defRPr>
            </a:lvl7pPr>
            <a:lvl8pPr>
              <a:defRPr sz="2175" b="0">
                <a:solidFill>
                  <a:srgbClr val="30291F"/>
                </a:solidFill>
                <a:latin typeface="LXGW WenKai TC"/>
                <a:ea typeface="LXGW WenKai TC"/>
                <a:cs typeface="LXGW WenKai TC"/>
              </a:defRPr>
            </a:lvl8pPr>
            <a:lvl9pPr>
              <a:defRPr sz="2175" b="0">
                <a:solidFill>
                  <a:srgbClr val="30291F"/>
                </a:solidFill>
                <a:latin typeface="LXGW WenKai TC"/>
                <a:ea typeface="LXGW WenKai TC"/>
                <a:cs typeface="LXGW WenKai TC"/>
              </a:defRPr>
            </a:lvl9pPr>
          </a:lstStyle>
          <a:p xmlns:a="http://schemas.openxmlformats.org/drawingml/2006/main">
            <a:pPr>
              <a:defRPr sz="2175" b="0">
                <a:solidFill>
                  <a:srgbClr val="30291F"/>
                </a:solidFill>
                <a:latin typeface="LXGW WenKai TC"/>
                <a:ea typeface="LXGW WenKai TC"/>
                <a:cs typeface="LXGW WenKai TC"/>
              </a:defRPr>
            </a:pPr>
            <a:r>
              <a:rPr sz="2175" b="0">
                <a:solidFill>
                  <a:srgbClr val="30291F"/>
                </a:solidFill>
                <a:latin typeface="LXGW WenKai TC"/>
                <a:ea typeface="LXGW WenKai TC"/>
                <a:cs typeface="LXGW WenKai TC"/>
              </a:rPr>
              <a:t>一家人期待吃一顿全家到齐的________。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81432B2F-00A8-4C4B-AD61-C787AA4F97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762625"/>
            <a:ext cx="1082040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2325" b="0">
                <a:solidFill>
                  <a:srgbClr val="31695F"/>
                </a:solidFill>
                <a:latin typeface="Noto Serif CJK SC"/>
                <a:ea typeface="Noto Serif CJK SC"/>
                <a:cs typeface="Noto Serif CJK SC"/>
              </a:defRPr>
            </a:defPPr>
            <a:lvl1pPr>
              <a:defRPr sz="2325" b="0">
                <a:solidFill>
                  <a:srgbClr val="31695F"/>
                </a:solidFill>
                <a:latin typeface="Noto Serif CJK SC"/>
                <a:ea typeface="Noto Serif CJK SC"/>
                <a:cs typeface="Noto Serif CJK SC"/>
              </a:defRPr>
            </a:lvl1pPr>
            <a:lvl2pPr>
              <a:defRPr sz="2325" b="0">
                <a:solidFill>
                  <a:srgbClr val="31695F"/>
                </a:solidFill>
                <a:latin typeface="Noto Serif CJK SC"/>
                <a:ea typeface="Noto Serif CJK SC"/>
                <a:cs typeface="Noto Serif CJK SC"/>
              </a:defRPr>
            </a:lvl2pPr>
            <a:lvl3pPr>
              <a:defRPr sz="2325" b="0">
                <a:solidFill>
                  <a:srgbClr val="31695F"/>
                </a:solidFill>
                <a:latin typeface="Noto Serif CJK SC"/>
                <a:ea typeface="Noto Serif CJK SC"/>
                <a:cs typeface="Noto Serif CJK SC"/>
              </a:defRPr>
            </a:lvl3pPr>
            <a:lvl4pPr>
              <a:defRPr sz="2325" b="0">
                <a:solidFill>
                  <a:srgbClr val="31695F"/>
                </a:solidFill>
                <a:latin typeface="Noto Serif CJK SC"/>
                <a:ea typeface="Noto Serif CJK SC"/>
                <a:cs typeface="Noto Serif CJK SC"/>
              </a:defRPr>
            </a:lvl4pPr>
            <a:lvl5pPr>
              <a:defRPr sz="2325" b="0">
                <a:solidFill>
                  <a:srgbClr val="31695F"/>
                </a:solidFill>
                <a:latin typeface="Noto Serif CJK SC"/>
                <a:ea typeface="Noto Serif CJK SC"/>
                <a:cs typeface="Noto Serif CJK SC"/>
              </a:defRPr>
            </a:lvl5pPr>
            <a:lvl6pPr>
              <a:defRPr sz="2325" b="0">
                <a:solidFill>
                  <a:srgbClr val="31695F"/>
                </a:solidFill>
                <a:latin typeface="Noto Serif CJK SC"/>
                <a:ea typeface="Noto Serif CJK SC"/>
                <a:cs typeface="Noto Serif CJK SC"/>
              </a:defRPr>
            </a:lvl6pPr>
            <a:lvl7pPr>
              <a:defRPr sz="2325" b="0">
                <a:solidFill>
                  <a:srgbClr val="31695F"/>
                </a:solidFill>
                <a:latin typeface="Noto Serif CJK SC"/>
                <a:ea typeface="Noto Serif CJK SC"/>
                <a:cs typeface="Noto Serif CJK SC"/>
              </a:defRPr>
            </a:lvl7pPr>
            <a:lvl8pPr>
              <a:defRPr sz="2325" b="0">
                <a:solidFill>
                  <a:srgbClr val="31695F"/>
                </a:solidFill>
                <a:latin typeface="Noto Serif CJK SC"/>
                <a:ea typeface="Noto Serif CJK SC"/>
                <a:cs typeface="Noto Serif CJK SC"/>
              </a:defRPr>
            </a:lvl8pPr>
            <a:lvl9pPr>
              <a:defRPr sz="2325" b="0">
                <a:solidFill>
                  <a:srgbClr val="31695F"/>
                </a:solidFill>
                <a:latin typeface="Noto Serif CJK SC"/>
                <a:ea typeface="Noto Serif CJK SC"/>
                <a:cs typeface="Noto Serif CJK SC"/>
              </a:defRPr>
            </a:lvl9pPr>
          </a:lstStyle>
          <a:p xmlns:a="http://schemas.openxmlformats.org/drawingml/2006/main">
            <a:pPr>
              <a:defRPr sz="2325" b="0">
                <a:solidFill>
                  <a:srgbClr val="31695F"/>
                </a:solidFill>
                <a:latin typeface="Noto Serif CJK SC"/>
                <a:ea typeface="Noto Serif CJK SC"/>
                <a:cs typeface="Noto Serif CJK SC"/>
              </a:defRPr>
            </a:pPr>
            <a:r>
              <a:rPr sz="2325" b="0">
                <a:solidFill>
                  <a:srgbClr val="31695F"/>
                </a:solidFill>
                <a:latin typeface="Noto Serif CJK SC"/>
                <a:ea typeface="Noto Serif CJK SC"/>
                <a:cs typeface="Noto Serif CJK SC"/>
              </a:rPr>
              <a:t>贯穿这些事情的事物：________________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9C24B22B-EABC-4B21-85C9-FB85318F4F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25200" y="6477000"/>
            <a:ext cx="4572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1350" b="0">
                <a:solidFill>
                  <a:srgbClr val="776C60"/>
                </a:solidFill>
                <a:latin typeface="Noto Serif CJK SC"/>
                <a:ea typeface="Noto Serif CJK SC"/>
                <a:cs typeface="Noto Serif CJK SC"/>
              </a:defRPr>
            </a:defPPr>
            <a:lvl1pPr>
              <a:defRPr sz="1350" b="0">
                <a:solidFill>
                  <a:srgbClr val="776C60"/>
                </a:solidFill>
                <a:latin typeface="Noto Serif CJK SC"/>
                <a:ea typeface="Noto Serif CJK SC"/>
                <a:cs typeface="Noto Serif CJK SC"/>
              </a:defRPr>
            </a:lvl1pPr>
            <a:lvl2pPr>
              <a:defRPr sz="1350" b="0">
                <a:solidFill>
                  <a:srgbClr val="776C60"/>
                </a:solidFill>
                <a:latin typeface="Noto Serif CJK SC"/>
                <a:ea typeface="Noto Serif CJK SC"/>
                <a:cs typeface="Noto Serif CJK SC"/>
              </a:defRPr>
            </a:lvl2pPr>
            <a:lvl3pPr>
              <a:defRPr sz="1350" b="0">
                <a:solidFill>
                  <a:srgbClr val="776C60"/>
                </a:solidFill>
                <a:latin typeface="Noto Serif CJK SC"/>
                <a:ea typeface="Noto Serif CJK SC"/>
                <a:cs typeface="Noto Serif CJK SC"/>
              </a:defRPr>
            </a:lvl3pPr>
            <a:lvl4pPr>
              <a:defRPr sz="1350" b="0">
                <a:solidFill>
                  <a:srgbClr val="776C60"/>
                </a:solidFill>
                <a:latin typeface="Noto Serif CJK SC"/>
                <a:ea typeface="Noto Serif CJK SC"/>
                <a:cs typeface="Noto Serif CJK SC"/>
              </a:defRPr>
            </a:lvl4pPr>
            <a:lvl5pPr>
              <a:defRPr sz="1350" b="0">
                <a:solidFill>
                  <a:srgbClr val="776C60"/>
                </a:solidFill>
                <a:latin typeface="Noto Serif CJK SC"/>
                <a:ea typeface="Noto Serif CJK SC"/>
                <a:cs typeface="Noto Serif CJK SC"/>
              </a:defRPr>
            </a:lvl5pPr>
            <a:lvl6pPr>
              <a:defRPr sz="1350" b="0">
                <a:solidFill>
                  <a:srgbClr val="776C60"/>
                </a:solidFill>
                <a:latin typeface="Noto Serif CJK SC"/>
                <a:ea typeface="Noto Serif CJK SC"/>
                <a:cs typeface="Noto Serif CJK SC"/>
              </a:defRPr>
            </a:lvl6pPr>
            <a:lvl7pPr>
              <a:defRPr sz="1350" b="0">
                <a:solidFill>
                  <a:srgbClr val="776C60"/>
                </a:solidFill>
                <a:latin typeface="Noto Serif CJK SC"/>
                <a:ea typeface="Noto Serif CJK SC"/>
                <a:cs typeface="Noto Serif CJK SC"/>
              </a:defRPr>
            </a:lvl7pPr>
            <a:lvl8pPr>
              <a:defRPr sz="1350" b="0">
                <a:solidFill>
                  <a:srgbClr val="776C60"/>
                </a:solidFill>
                <a:latin typeface="Noto Serif CJK SC"/>
                <a:ea typeface="Noto Serif CJK SC"/>
                <a:cs typeface="Noto Serif CJK SC"/>
              </a:defRPr>
            </a:lvl8pPr>
            <a:lvl9pPr>
              <a:defRPr sz="1350" b="0">
                <a:solidFill>
                  <a:srgbClr val="776C60"/>
                </a:solidFill>
                <a:latin typeface="Noto Serif CJK SC"/>
                <a:ea typeface="Noto Serif CJK SC"/>
                <a:cs typeface="Noto Serif CJK SC"/>
              </a:defRPr>
            </a:lvl9pPr>
          </a:lstStyle>
          <a:p xmlns:a="http://schemas.openxmlformats.org/drawingml/2006/main">
            <a:pPr>
              <a:defRPr sz="1350" b="0">
                <a:solidFill>
                  <a:srgbClr val="776C60"/>
                </a:solidFill>
                <a:latin typeface="Noto Serif CJK SC"/>
                <a:ea typeface="Noto Serif CJK SC"/>
                <a:cs typeface="Noto Serif CJK SC"/>
              </a:defRPr>
            </a:pPr>
            <a:r>
              <a:rPr sz="1350" b="0">
                <a:solidFill>
                  <a:srgbClr val="776C60"/>
                </a:solidFill>
                <a:latin typeface="Noto Serif CJK SC"/>
                <a:ea typeface="Noto Serif CJK SC"/>
                <a:cs typeface="Noto Serif CJK SC"/>
              </a:rPr>
              <a:t>23</a:t>
            </a:r>
          </a:p>
        </p:txBody>
      </p:sp>
    </p:spTree>
    <p:extLst>
      <p:ext uri="{BB962C8B-B14F-4D97-AF65-F5344CB8AC3E}">
        <p14:creationId xmlns:p14="http://schemas.microsoft.com/office/powerpoint/2010/main" val="1724832220"/>
      </p:ext>
    </p:extLst>
  </p:cSld>
</p:sld>
</file>

<file path=ppt/slides/slide24.xml><?xml version="1.0" encoding="utf-8"?>
<p:sld xmlns:p="http://schemas.openxmlformats.org/presentationml/2006/main">
  <p:cSld>
    <p:bg>
      <p:bgPr>
        <a:solidFill xmlns:a="http://schemas.openxmlformats.org/drawingml/2006/main">
          <a:srgbClr val="FFFAF2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6156D838-038C-4E57-84C8-E390B446F2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33375"/>
            <a:ext cx="762000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1575" b="0">
                <a:solidFill>
                  <a:srgbClr val="9B3024"/>
                </a:solidFill>
                <a:latin typeface="Noto Serif CJK SC"/>
                <a:ea typeface="Noto Serif CJK SC"/>
                <a:cs typeface="Noto Serif CJK SC"/>
              </a:defRPr>
            </a:defPPr>
            <a:lvl1pPr>
              <a:defRPr sz="1575" b="0">
                <a:solidFill>
                  <a:srgbClr val="9B3024"/>
                </a:solidFill>
                <a:latin typeface="Noto Serif CJK SC"/>
                <a:ea typeface="Noto Serif CJK SC"/>
                <a:cs typeface="Noto Serif CJK SC"/>
              </a:defRPr>
            </a:lvl1pPr>
            <a:lvl2pPr>
              <a:defRPr sz="1575" b="0">
                <a:solidFill>
                  <a:srgbClr val="9B3024"/>
                </a:solidFill>
                <a:latin typeface="Noto Serif CJK SC"/>
                <a:ea typeface="Noto Serif CJK SC"/>
                <a:cs typeface="Noto Serif CJK SC"/>
              </a:defRPr>
            </a:lvl2pPr>
            <a:lvl3pPr>
              <a:defRPr sz="1575" b="0">
                <a:solidFill>
                  <a:srgbClr val="9B3024"/>
                </a:solidFill>
                <a:latin typeface="Noto Serif CJK SC"/>
                <a:ea typeface="Noto Serif CJK SC"/>
                <a:cs typeface="Noto Serif CJK SC"/>
              </a:defRPr>
            </a:lvl3pPr>
            <a:lvl4pPr>
              <a:defRPr sz="1575" b="0">
                <a:solidFill>
                  <a:srgbClr val="9B3024"/>
                </a:solidFill>
                <a:latin typeface="Noto Serif CJK SC"/>
                <a:ea typeface="Noto Serif CJK SC"/>
                <a:cs typeface="Noto Serif CJK SC"/>
              </a:defRPr>
            </a:lvl4pPr>
            <a:lvl5pPr>
              <a:defRPr sz="1575" b="0">
                <a:solidFill>
                  <a:srgbClr val="9B3024"/>
                </a:solidFill>
                <a:latin typeface="Noto Serif CJK SC"/>
                <a:ea typeface="Noto Serif CJK SC"/>
                <a:cs typeface="Noto Serif CJK SC"/>
              </a:defRPr>
            </a:lvl5pPr>
            <a:lvl6pPr>
              <a:defRPr sz="1575" b="0">
                <a:solidFill>
                  <a:srgbClr val="9B3024"/>
                </a:solidFill>
                <a:latin typeface="Noto Serif CJK SC"/>
                <a:ea typeface="Noto Serif CJK SC"/>
                <a:cs typeface="Noto Serif CJK SC"/>
              </a:defRPr>
            </a:lvl6pPr>
            <a:lvl7pPr>
              <a:defRPr sz="1575" b="0">
                <a:solidFill>
                  <a:srgbClr val="9B3024"/>
                </a:solidFill>
                <a:latin typeface="Noto Serif CJK SC"/>
                <a:ea typeface="Noto Serif CJK SC"/>
                <a:cs typeface="Noto Serif CJK SC"/>
              </a:defRPr>
            </a:lvl7pPr>
            <a:lvl8pPr>
              <a:defRPr sz="1575" b="0">
                <a:solidFill>
                  <a:srgbClr val="9B3024"/>
                </a:solidFill>
                <a:latin typeface="Noto Serif CJK SC"/>
                <a:ea typeface="Noto Serif CJK SC"/>
                <a:cs typeface="Noto Serif CJK SC"/>
              </a:defRPr>
            </a:lvl8pPr>
            <a:lvl9pPr>
              <a:defRPr sz="1575" b="0">
                <a:solidFill>
                  <a:srgbClr val="9B3024"/>
                </a:solidFill>
                <a:latin typeface="Noto Serif CJK SC"/>
                <a:ea typeface="Noto Serif CJK SC"/>
                <a:cs typeface="Noto Serif CJK SC"/>
              </a:defRPr>
            </a:lvl9pPr>
          </a:lstStyle>
          <a:p xmlns:a="http://schemas.openxmlformats.org/drawingml/2006/main">
            <a:pPr>
              <a:defRPr sz="1575" b="0">
                <a:solidFill>
                  <a:srgbClr val="9B3024"/>
                </a:solidFill>
                <a:latin typeface="Noto Serif CJK SC"/>
                <a:ea typeface="Noto Serif CJK SC"/>
                <a:cs typeface="Noto Serif CJK SC"/>
              </a:defRPr>
            </a:pPr>
            <a:r>
              <a:rPr sz="1575" b="0">
                <a:solidFill>
                  <a:srgbClr val="9B3024"/>
                </a:solidFill>
                <a:latin typeface="Noto Serif CJK SC"/>
                <a:ea typeface="Noto Serif CJK SC"/>
                <a:cs typeface="Noto Serif CJK SC"/>
              </a:rPr>
              <a:t>第二课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B3678F40-5F2D-4F23-AF7C-17D0E5FA87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781050"/>
            <a:ext cx="109728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3150" b="1">
                <a:solidFill>
                  <a:srgbClr val="30291F"/>
                </a:solidFill>
                <a:latin typeface="Noto Serif CJK SC"/>
                <a:ea typeface="Noto Serif CJK SC"/>
                <a:cs typeface="Noto Serif CJK SC"/>
              </a:defRPr>
            </a:defPPr>
            <a:lvl1pPr>
              <a:defRPr sz="3150" b="1">
                <a:solidFill>
                  <a:srgbClr val="30291F"/>
                </a:solidFill>
                <a:latin typeface="Noto Serif CJK SC"/>
                <a:ea typeface="Noto Serif CJK SC"/>
                <a:cs typeface="Noto Serif CJK SC"/>
              </a:defRPr>
            </a:lvl1pPr>
            <a:lvl2pPr>
              <a:defRPr sz="3150" b="1">
                <a:solidFill>
                  <a:srgbClr val="30291F"/>
                </a:solidFill>
                <a:latin typeface="Noto Serif CJK SC"/>
                <a:ea typeface="Noto Serif CJK SC"/>
                <a:cs typeface="Noto Serif CJK SC"/>
              </a:defRPr>
            </a:lvl2pPr>
            <a:lvl3pPr>
              <a:defRPr sz="3150" b="1">
                <a:solidFill>
                  <a:srgbClr val="30291F"/>
                </a:solidFill>
                <a:latin typeface="Noto Serif CJK SC"/>
                <a:ea typeface="Noto Serif CJK SC"/>
                <a:cs typeface="Noto Serif CJK SC"/>
              </a:defRPr>
            </a:lvl3pPr>
            <a:lvl4pPr>
              <a:defRPr sz="3150" b="1">
                <a:solidFill>
                  <a:srgbClr val="30291F"/>
                </a:solidFill>
                <a:latin typeface="Noto Serif CJK SC"/>
                <a:ea typeface="Noto Serif CJK SC"/>
                <a:cs typeface="Noto Serif CJK SC"/>
              </a:defRPr>
            </a:lvl4pPr>
            <a:lvl5pPr>
              <a:defRPr sz="3150" b="1">
                <a:solidFill>
                  <a:srgbClr val="30291F"/>
                </a:solidFill>
                <a:latin typeface="Noto Serif CJK SC"/>
                <a:ea typeface="Noto Serif CJK SC"/>
                <a:cs typeface="Noto Serif CJK SC"/>
              </a:defRPr>
            </a:lvl5pPr>
            <a:lvl6pPr>
              <a:defRPr sz="3150" b="1">
                <a:solidFill>
                  <a:srgbClr val="30291F"/>
                </a:solidFill>
                <a:latin typeface="Noto Serif CJK SC"/>
                <a:ea typeface="Noto Serif CJK SC"/>
                <a:cs typeface="Noto Serif CJK SC"/>
              </a:defRPr>
            </a:lvl6pPr>
            <a:lvl7pPr>
              <a:defRPr sz="3150" b="1">
                <a:solidFill>
                  <a:srgbClr val="30291F"/>
                </a:solidFill>
                <a:latin typeface="Noto Serif CJK SC"/>
                <a:ea typeface="Noto Serif CJK SC"/>
                <a:cs typeface="Noto Serif CJK SC"/>
              </a:defRPr>
            </a:lvl7pPr>
            <a:lvl8pPr>
              <a:defRPr sz="3150" b="1">
                <a:solidFill>
                  <a:srgbClr val="30291F"/>
                </a:solidFill>
                <a:latin typeface="Noto Serif CJK SC"/>
                <a:ea typeface="Noto Serif CJK SC"/>
                <a:cs typeface="Noto Serif CJK SC"/>
              </a:defRPr>
            </a:lvl8pPr>
            <a:lvl9pPr>
              <a:defRPr sz="3150" b="1">
                <a:solidFill>
                  <a:srgbClr val="30291F"/>
                </a:solidFill>
                <a:latin typeface="Noto Serif CJK SC"/>
                <a:ea typeface="Noto Serif CJK SC"/>
                <a:cs typeface="Noto Serif CJK SC"/>
              </a:defRPr>
            </a:lvl9pPr>
          </a:lstStyle>
          <a:p xmlns:a="http://schemas.openxmlformats.org/drawingml/2006/main">
            <a:pPr>
              <a:defRPr sz="3150" b="1">
                <a:solidFill>
                  <a:srgbClr val="30291F"/>
                </a:solidFill>
                <a:latin typeface="Noto Serif CJK SC"/>
                <a:ea typeface="Noto Serif CJK SC"/>
                <a:cs typeface="Noto Serif CJK SC"/>
              </a:defRPr>
            </a:pPr>
            <a:r>
              <a:rPr sz="3150" b="1">
                <a:solidFill>
                  <a:srgbClr val="30291F"/>
                </a:solidFill>
                <a:latin typeface="Noto Serif CJK SC"/>
                <a:ea typeface="Noto Serif CJK SC"/>
                <a:cs typeface="Noto Serif CJK SC"/>
              </a:rPr>
              <a:t>任务7  线索与主题不同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BABFCEE6-6233-4AF3-B9C0-61BA4088CB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714500"/>
            <a:ext cx="10972800" cy="15144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2625" b="0">
                <a:solidFill>
                  <a:srgbClr val="31695F"/>
                </a:solidFill>
                <a:latin typeface="LXGW WenKai TC"/>
                <a:ea typeface="LXGW WenKai TC"/>
                <a:cs typeface="LXGW WenKai TC"/>
              </a:defRPr>
            </a:defPPr>
            <a:lvl1pPr>
              <a:defRPr sz="2625" b="0">
                <a:solidFill>
                  <a:srgbClr val="31695F"/>
                </a:solidFill>
                <a:latin typeface="LXGW WenKai TC"/>
                <a:ea typeface="LXGW WenKai TC"/>
                <a:cs typeface="LXGW WenKai TC"/>
              </a:defRPr>
            </a:lvl1pPr>
            <a:lvl2pPr>
              <a:defRPr sz="2625" b="0">
                <a:solidFill>
                  <a:srgbClr val="31695F"/>
                </a:solidFill>
                <a:latin typeface="LXGW WenKai TC"/>
                <a:ea typeface="LXGW WenKai TC"/>
                <a:cs typeface="LXGW WenKai TC"/>
              </a:defRPr>
            </a:lvl2pPr>
            <a:lvl3pPr>
              <a:defRPr sz="2625" b="0">
                <a:solidFill>
                  <a:srgbClr val="31695F"/>
                </a:solidFill>
                <a:latin typeface="LXGW WenKai TC"/>
                <a:ea typeface="LXGW WenKai TC"/>
                <a:cs typeface="LXGW WenKai TC"/>
              </a:defRPr>
            </a:lvl3pPr>
            <a:lvl4pPr>
              <a:defRPr sz="2625" b="0">
                <a:solidFill>
                  <a:srgbClr val="31695F"/>
                </a:solidFill>
                <a:latin typeface="LXGW WenKai TC"/>
                <a:ea typeface="LXGW WenKai TC"/>
                <a:cs typeface="LXGW WenKai TC"/>
              </a:defRPr>
            </a:lvl4pPr>
            <a:lvl5pPr>
              <a:defRPr sz="2625" b="0">
                <a:solidFill>
                  <a:srgbClr val="31695F"/>
                </a:solidFill>
                <a:latin typeface="LXGW WenKai TC"/>
                <a:ea typeface="LXGW WenKai TC"/>
                <a:cs typeface="LXGW WenKai TC"/>
              </a:defRPr>
            </a:lvl5pPr>
            <a:lvl6pPr>
              <a:defRPr sz="2625" b="0">
                <a:solidFill>
                  <a:srgbClr val="31695F"/>
                </a:solidFill>
                <a:latin typeface="LXGW WenKai TC"/>
                <a:ea typeface="LXGW WenKai TC"/>
                <a:cs typeface="LXGW WenKai TC"/>
              </a:defRPr>
            </a:lvl6pPr>
            <a:lvl7pPr>
              <a:defRPr sz="2625" b="0">
                <a:solidFill>
                  <a:srgbClr val="31695F"/>
                </a:solidFill>
                <a:latin typeface="LXGW WenKai TC"/>
                <a:ea typeface="LXGW WenKai TC"/>
                <a:cs typeface="LXGW WenKai TC"/>
              </a:defRPr>
            </a:lvl7pPr>
            <a:lvl8pPr>
              <a:defRPr sz="2625" b="0">
                <a:solidFill>
                  <a:srgbClr val="31695F"/>
                </a:solidFill>
                <a:latin typeface="LXGW WenKai TC"/>
                <a:ea typeface="LXGW WenKai TC"/>
                <a:cs typeface="LXGW WenKai TC"/>
              </a:defRPr>
            </a:lvl8pPr>
            <a:lvl9pPr>
              <a:defRPr sz="2625" b="0">
                <a:solidFill>
                  <a:srgbClr val="31695F"/>
                </a:solidFill>
                <a:latin typeface="LXGW WenKai TC"/>
                <a:ea typeface="LXGW WenKai TC"/>
                <a:cs typeface="LXGW WenKai TC"/>
              </a:defRPr>
            </a:lvl9pPr>
          </a:lstStyle>
          <a:p xmlns:a="http://schemas.openxmlformats.org/drawingml/2006/main">
            <a:pPr>
              <a:defRPr sz="2625" b="0">
                <a:solidFill>
                  <a:srgbClr val="31695F"/>
                </a:solidFill>
                <a:latin typeface="LXGW WenKai TC"/>
                <a:ea typeface="LXGW WenKai TC"/>
                <a:cs typeface="LXGW WenKai TC"/>
              </a:defRPr>
            </a:pPr>
            <a:r>
              <a:rPr sz="2625" b="0">
                <a:solidFill>
                  <a:srgbClr val="31695F"/>
                </a:solidFill>
                <a:latin typeface="LXGW WenKai TC"/>
                <a:ea typeface="LXGW WenKai TC"/>
                <a:cs typeface="LXGW WenKai TC"/>
              </a:rPr>
              <a:t>本文以“团圆饭”为事物线索，把准备团圆饭、兄姐缺席、围炉时的关心</a:t>
            </a:r>
          </a:p>
          <a:p xmlns:a="http://schemas.openxmlformats.org/drawingml/2006/main">
            <a:pPr>
              <a:defRPr sz="2625" b="0">
                <a:solidFill>
                  <a:srgbClr val="31695F"/>
                </a:solidFill>
                <a:latin typeface="LXGW WenKai TC"/>
                <a:ea typeface="LXGW WenKai TC"/>
                <a:cs typeface="LXGW WenKai TC"/>
              </a:defRPr>
            </a:pPr>
            <a:r>
              <a:rPr sz="2625" b="0">
                <a:solidFill>
                  <a:srgbClr val="31695F"/>
                </a:solidFill>
                <a:latin typeface="LXGW WenKai TC"/>
                <a:ea typeface="LXGW WenKai TC"/>
                <a:cs typeface="LXGW WenKai TC"/>
              </a:rPr>
              <a:t>和对团圆的期待串起来，表现一家人之间的关爱，以及对团聚的珍惜和期</a:t>
            </a:r>
          </a:p>
          <a:p xmlns:a="http://schemas.openxmlformats.org/drawingml/2006/main">
            <a:pPr>
              <a:defRPr sz="2625" b="0">
                <a:solidFill>
                  <a:srgbClr val="31695F"/>
                </a:solidFill>
                <a:latin typeface="LXGW WenKai TC"/>
                <a:ea typeface="LXGW WenKai TC"/>
                <a:cs typeface="LXGW WenKai TC"/>
              </a:defRPr>
            </a:pPr>
            <a:r>
              <a:rPr sz="2625" b="0">
                <a:solidFill>
                  <a:srgbClr val="31695F"/>
                </a:solidFill>
                <a:latin typeface="LXGW WenKai TC"/>
                <a:ea typeface="LXGW WenKai TC"/>
                <a:cs typeface="LXGW WenKai TC"/>
              </a:rPr>
              <a:t>盼。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280C7414-270C-4626-A597-F2702C54D4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457575"/>
            <a:ext cx="10820400" cy="4667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2100" b="0">
                <a:solidFill>
                  <a:srgbClr val="30291F"/>
                </a:solidFill>
                <a:latin typeface="Noto Serif CJK SC"/>
                <a:ea typeface="Noto Serif CJK SC"/>
                <a:cs typeface="Noto Serif CJK SC"/>
              </a:defRPr>
            </a:defPPr>
            <a:lvl1pPr>
              <a:defRPr sz="2100" b="0">
                <a:solidFill>
                  <a:srgbClr val="30291F"/>
                </a:solidFill>
                <a:latin typeface="Noto Serif CJK SC"/>
                <a:ea typeface="Noto Serif CJK SC"/>
                <a:cs typeface="Noto Serif CJK SC"/>
              </a:defRPr>
            </a:lvl1pPr>
            <a:lvl2pPr>
              <a:defRPr sz="2100" b="0">
                <a:solidFill>
                  <a:srgbClr val="30291F"/>
                </a:solidFill>
                <a:latin typeface="Noto Serif CJK SC"/>
                <a:ea typeface="Noto Serif CJK SC"/>
                <a:cs typeface="Noto Serif CJK SC"/>
              </a:defRPr>
            </a:lvl2pPr>
            <a:lvl3pPr>
              <a:defRPr sz="2100" b="0">
                <a:solidFill>
                  <a:srgbClr val="30291F"/>
                </a:solidFill>
                <a:latin typeface="Noto Serif CJK SC"/>
                <a:ea typeface="Noto Serif CJK SC"/>
                <a:cs typeface="Noto Serif CJK SC"/>
              </a:defRPr>
            </a:lvl3pPr>
            <a:lvl4pPr>
              <a:defRPr sz="2100" b="0">
                <a:solidFill>
                  <a:srgbClr val="30291F"/>
                </a:solidFill>
                <a:latin typeface="Noto Serif CJK SC"/>
                <a:ea typeface="Noto Serif CJK SC"/>
                <a:cs typeface="Noto Serif CJK SC"/>
              </a:defRPr>
            </a:lvl4pPr>
            <a:lvl5pPr>
              <a:defRPr sz="2100" b="0">
                <a:solidFill>
                  <a:srgbClr val="30291F"/>
                </a:solidFill>
                <a:latin typeface="Noto Serif CJK SC"/>
                <a:ea typeface="Noto Serif CJK SC"/>
                <a:cs typeface="Noto Serif CJK SC"/>
              </a:defRPr>
            </a:lvl5pPr>
            <a:lvl6pPr>
              <a:defRPr sz="2100" b="0">
                <a:solidFill>
                  <a:srgbClr val="30291F"/>
                </a:solidFill>
                <a:latin typeface="Noto Serif CJK SC"/>
                <a:ea typeface="Noto Serif CJK SC"/>
                <a:cs typeface="Noto Serif CJK SC"/>
              </a:defRPr>
            </a:lvl6pPr>
            <a:lvl7pPr>
              <a:defRPr sz="2100" b="0">
                <a:solidFill>
                  <a:srgbClr val="30291F"/>
                </a:solidFill>
                <a:latin typeface="Noto Serif CJK SC"/>
                <a:ea typeface="Noto Serif CJK SC"/>
                <a:cs typeface="Noto Serif CJK SC"/>
              </a:defRPr>
            </a:lvl7pPr>
            <a:lvl8pPr>
              <a:defRPr sz="2100" b="0">
                <a:solidFill>
                  <a:srgbClr val="30291F"/>
                </a:solidFill>
                <a:latin typeface="Noto Serif CJK SC"/>
                <a:ea typeface="Noto Serif CJK SC"/>
                <a:cs typeface="Noto Serif CJK SC"/>
              </a:defRPr>
            </a:lvl8pPr>
            <a:lvl9pPr>
              <a:defRPr sz="2100" b="0">
                <a:solidFill>
                  <a:srgbClr val="30291F"/>
                </a:solidFill>
                <a:latin typeface="Noto Serif CJK SC"/>
                <a:ea typeface="Noto Serif CJK SC"/>
                <a:cs typeface="Noto Serif CJK SC"/>
              </a:defRPr>
            </a:lvl9pPr>
          </a:lstStyle>
          <a:p xmlns:a="http://schemas.openxmlformats.org/drawingml/2006/main">
            <a:pPr>
              <a:defRPr sz="2100" b="0">
                <a:solidFill>
                  <a:srgbClr val="30291F"/>
                </a:solidFill>
                <a:latin typeface="Noto Serif CJK SC"/>
                <a:ea typeface="Noto Serif CJK SC"/>
                <a:cs typeface="Noto Serif CJK SC"/>
              </a:defRPr>
            </a:pPr>
            <a:r>
              <a:rPr sz="2100" b="0">
                <a:solidFill>
                  <a:srgbClr val="30291F"/>
                </a:solidFill>
                <a:latin typeface="Noto Serif CJK SC"/>
                <a:ea typeface="Noto Serif CJK SC"/>
                <a:cs typeface="Noto Serif CJK SC"/>
              </a:rPr>
              <a:t>线索：团圆饭这个具体事物。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319B8ABF-EDF0-4052-A5DD-9617350E62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057650"/>
            <a:ext cx="10820400" cy="4667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2100" b="0">
                <a:solidFill>
                  <a:srgbClr val="30291F"/>
                </a:solidFill>
                <a:latin typeface="Noto Serif CJK SC"/>
                <a:ea typeface="Noto Serif CJK SC"/>
                <a:cs typeface="Noto Serif CJK SC"/>
              </a:defRPr>
            </a:defPPr>
            <a:lvl1pPr>
              <a:defRPr sz="2100" b="0">
                <a:solidFill>
                  <a:srgbClr val="30291F"/>
                </a:solidFill>
                <a:latin typeface="Noto Serif CJK SC"/>
                <a:ea typeface="Noto Serif CJK SC"/>
                <a:cs typeface="Noto Serif CJK SC"/>
              </a:defRPr>
            </a:lvl1pPr>
            <a:lvl2pPr>
              <a:defRPr sz="2100" b="0">
                <a:solidFill>
                  <a:srgbClr val="30291F"/>
                </a:solidFill>
                <a:latin typeface="Noto Serif CJK SC"/>
                <a:ea typeface="Noto Serif CJK SC"/>
                <a:cs typeface="Noto Serif CJK SC"/>
              </a:defRPr>
            </a:lvl2pPr>
            <a:lvl3pPr>
              <a:defRPr sz="2100" b="0">
                <a:solidFill>
                  <a:srgbClr val="30291F"/>
                </a:solidFill>
                <a:latin typeface="Noto Serif CJK SC"/>
                <a:ea typeface="Noto Serif CJK SC"/>
                <a:cs typeface="Noto Serif CJK SC"/>
              </a:defRPr>
            </a:lvl3pPr>
            <a:lvl4pPr>
              <a:defRPr sz="2100" b="0">
                <a:solidFill>
                  <a:srgbClr val="30291F"/>
                </a:solidFill>
                <a:latin typeface="Noto Serif CJK SC"/>
                <a:ea typeface="Noto Serif CJK SC"/>
                <a:cs typeface="Noto Serif CJK SC"/>
              </a:defRPr>
            </a:lvl4pPr>
            <a:lvl5pPr>
              <a:defRPr sz="2100" b="0">
                <a:solidFill>
                  <a:srgbClr val="30291F"/>
                </a:solidFill>
                <a:latin typeface="Noto Serif CJK SC"/>
                <a:ea typeface="Noto Serif CJK SC"/>
                <a:cs typeface="Noto Serif CJK SC"/>
              </a:defRPr>
            </a:lvl5pPr>
            <a:lvl6pPr>
              <a:defRPr sz="2100" b="0">
                <a:solidFill>
                  <a:srgbClr val="30291F"/>
                </a:solidFill>
                <a:latin typeface="Noto Serif CJK SC"/>
                <a:ea typeface="Noto Serif CJK SC"/>
                <a:cs typeface="Noto Serif CJK SC"/>
              </a:defRPr>
            </a:lvl6pPr>
            <a:lvl7pPr>
              <a:defRPr sz="2100" b="0">
                <a:solidFill>
                  <a:srgbClr val="30291F"/>
                </a:solidFill>
                <a:latin typeface="Noto Serif CJK SC"/>
                <a:ea typeface="Noto Serif CJK SC"/>
                <a:cs typeface="Noto Serif CJK SC"/>
              </a:defRPr>
            </a:lvl7pPr>
            <a:lvl8pPr>
              <a:defRPr sz="2100" b="0">
                <a:solidFill>
                  <a:srgbClr val="30291F"/>
                </a:solidFill>
                <a:latin typeface="Noto Serif CJK SC"/>
                <a:ea typeface="Noto Serif CJK SC"/>
                <a:cs typeface="Noto Serif CJK SC"/>
              </a:defRPr>
            </a:lvl8pPr>
            <a:lvl9pPr>
              <a:defRPr sz="2100" b="0">
                <a:solidFill>
                  <a:srgbClr val="30291F"/>
                </a:solidFill>
                <a:latin typeface="Noto Serif CJK SC"/>
                <a:ea typeface="Noto Serif CJK SC"/>
                <a:cs typeface="Noto Serif CJK SC"/>
              </a:defRPr>
            </a:lvl9pPr>
          </a:lstStyle>
          <a:p xmlns:a="http://schemas.openxmlformats.org/drawingml/2006/main">
            <a:pPr>
              <a:defRPr sz="2100" b="0">
                <a:solidFill>
                  <a:srgbClr val="30291F"/>
                </a:solidFill>
                <a:latin typeface="Noto Serif CJK SC"/>
                <a:ea typeface="Noto Serif CJK SC"/>
                <a:cs typeface="Noto Serif CJK SC"/>
              </a:defRPr>
            </a:pPr>
            <a:r>
              <a:rPr sz="2100" b="0">
                <a:solidFill>
                  <a:srgbClr val="30291F"/>
                </a:solidFill>
                <a:latin typeface="Noto Serif CJK SC"/>
                <a:ea typeface="Noto Serif CJK SC"/>
                <a:cs typeface="Noto Serif CJK SC"/>
              </a:rPr>
              <a:t>主题：亲人间的关爱，对团聚的珍惜与期盼。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222AE675-2B58-4DC0-ADC8-7DAC2248D4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25200" y="6477000"/>
            <a:ext cx="4572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1350" b="0">
                <a:solidFill>
                  <a:srgbClr val="776C60"/>
                </a:solidFill>
                <a:latin typeface="Noto Serif CJK SC"/>
                <a:ea typeface="Noto Serif CJK SC"/>
                <a:cs typeface="Noto Serif CJK SC"/>
              </a:defRPr>
            </a:defPPr>
            <a:lvl1pPr>
              <a:defRPr sz="1350" b="0">
                <a:solidFill>
                  <a:srgbClr val="776C60"/>
                </a:solidFill>
                <a:latin typeface="Noto Serif CJK SC"/>
                <a:ea typeface="Noto Serif CJK SC"/>
                <a:cs typeface="Noto Serif CJK SC"/>
              </a:defRPr>
            </a:lvl1pPr>
            <a:lvl2pPr>
              <a:defRPr sz="1350" b="0">
                <a:solidFill>
                  <a:srgbClr val="776C60"/>
                </a:solidFill>
                <a:latin typeface="Noto Serif CJK SC"/>
                <a:ea typeface="Noto Serif CJK SC"/>
                <a:cs typeface="Noto Serif CJK SC"/>
              </a:defRPr>
            </a:lvl2pPr>
            <a:lvl3pPr>
              <a:defRPr sz="1350" b="0">
                <a:solidFill>
                  <a:srgbClr val="776C60"/>
                </a:solidFill>
                <a:latin typeface="Noto Serif CJK SC"/>
                <a:ea typeface="Noto Serif CJK SC"/>
                <a:cs typeface="Noto Serif CJK SC"/>
              </a:defRPr>
            </a:lvl3pPr>
            <a:lvl4pPr>
              <a:defRPr sz="1350" b="0">
                <a:solidFill>
                  <a:srgbClr val="776C60"/>
                </a:solidFill>
                <a:latin typeface="Noto Serif CJK SC"/>
                <a:ea typeface="Noto Serif CJK SC"/>
                <a:cs typeface="Noto Serif CJK SC"/>
              </a:defRPr>
            </a:lvl4pPr>
            <a:lvl5pPr>
              <a:defRPr sz="1350" b="0">
                <a:solidFill>
                  <a:srgbClr val="776C60"/>
                </a:solidFill>
                <a:latin typeface="Noto Serif CJK SC"/>
                <a:ea typeface="Noto Serif CJK SC"/>
                <a:cs typeface="Noto Serif CJK SC"/>
              </a:defRPr>
            </a:lvl5pPr>
            <a:lvl6pPr>
              <a:defRPr sz="1350" b="0">
                <a:solidFill>
                  <a:srgbClr val="776C60"/>
                </a:solidFill>
                <a:latin typeface="Noto Serif CJK SC"/>
                <a:ea typeface="Noto Serif CJK SC"/>
                <a:cs typeface="Noto Serif CJK SC"/>
              </a:defRPr>
            </a:lvl6pPr>
            <a:lvl7pPr>
              <a:defRPr sz="1350" b="0">
                <a:solidFill>
                  <a:srgbClr val="776C60"/>
                </a:solidFill>
                <a:latin typeface="Noto Serif CJK SC"/>
                <a:ea typeface="Noto Serif CJK SC"/>
                <a:cs typeface="Noto Serif CJK SC"/>
              </a:defRPr>
            </a:lvl7pPr>
            <a:lvl8pPr>
              <a:defRPr sz="1350" b="0">
                <a:solidFill>
                  <a:srgbClr val="776C60"/>
                </a:solidFill>
                <a:latin typeface="Noto Serif CJK SC"/>
                <a:ea typeface="Noto Serif CJK SC"/>
                <a:cs typeface="Noto Serif CJK SC"/>
              </a:defRPr>
            </a:lvl8pPr>
            <a:lvl9pPr>
              <a:defRPr sz="1350" b="0">
                <a:solidFill>
                  <a:srgbClr val="776C60"/>
                </a:solidFill>
                <a:latin typeface="Noto Serif CJK SC"/>
                <a:ea typeface="Noto Serif CJK SC"/>
                <a:cs typeface="Noto Serif CJK SC"/>
              </a:defRPr>
            </a:lvl9pPr>
          </a:lstStyle>
          <a:p xmlns:a="http://schemas.openxmlformats.org/drawingml/2006/main">
            <a:pPr>
              <a:defRPr sz="1350" b="0">
                <a:solidFill>
                  <a:srgbClr val="776C60"/>
                </a:solidFill>
                <a:latin typeface="Noto Serif CJK SC"/>
                <a:ea typeface="Noto Serif CJK SC"/>
                <a:cs typeface="Noto Serif CJK SC"/>
              </a:defRPr>
            </a:pPr>
            <a:r>
              <a:rPr sz="1350" b="0">
                <a:solidFill>
                  <a:srgbClr val="776C60"/>
                </a:solidFill>
                <a:latin typeface="Noto Serif CJK SC"/>
                <a:ea typeface="Noto Serif CJK SC"/>
                <a:cs typeface="Noto Serif CJK SC"/>
              </a:rPr>
              <a:t>24</a:t>
            </a:r>
          </a:p>
        </p:txBody>
      </p:sp>
    </p:spTree>
    <p:extLst>
      <p:ext uri="{BB962C8B-B14F-4D97-AF65-F5344CB8AC3E}">
        <p14:creationId xmlns:p14="http://schemas.microsoft.com/office/powerpoint/2010/main" val="1108996710"/>
      </p:ext>
    </p:extLst>
  </p:cSld>
</p:sld>
</file>

<file path=ppt/slides/slide25.xml><?xml version="1.0" encoding="utf-8"?>
<p:sld xmlns:p="http://schemas.openxmlformats.org/presentationml/2006/main">
  <p:cSld>
    <p:bg>
      <p:bgPr>
        <a:solidFill xmlns:a="http://schemas.openxmlformats.org/drawingml/2006/main">
          <a:srgbClr val="FFFAF2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85B4EF11-C56F-4B21-B849-5BB11655AF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33375"/>
            <a:ext cx="762000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1575" b="0">
                <a:solidFill>
                  <a:srgbClr val="9B3024"/>
                </a:solidFill>
                <a:latin typeface="Noto Serif CJK SC"/>
                <a:ea typeface="Noto Serif CJK SC"/>
                <a:cs typeface="Noto Serif CJK SC"/>
              </a:defRPr>
            </a:defPPr>
            <a:lvl1pPr>
              <a:defRPr sz="1575" b="0">
                <a:solidFill>
                  <a:srgbClr val="9B3024"/>
                </a:solidFill>
                <a:latin typeface="Noto Serif CJK SC"/>
                <a:ea typeface="Noto Serif CJK SC"/>
                <a:cs typeface="Noto Serif CJK SC"/>
              </a:defRPr>
            </a:lvl1pPr>
            <a:lvl2pPr>
              <a:defRPr sz="1575" b="0">
                <a:solidFill>
                  <a:srgbClr val="9B3024"/>
                </a:solidFill>
                <a:latin typeface="Noto Serif CJK SC"/>
                <a:ea typeface="Noto Serif CJK SC"/>
                <a:cs typeface="Noto Serif CJK SC"/>
              </a:defRPr>
            </a:lvl2pPr>
            <a:lvl3pPr>
              <a:defRPr sz="1575" b="0">
                <a:solidFill>
                  <a:srgbClr val="9B3024"/>
                </a:solidFill>
                <a:latin typeface="Noto Serif CJK SC"/>
                <a:ea typeface="Noto Serif CJK SC"/>
                <a:cs typeface="Noto Serif CJK SC"/>
              </a:defRPr>
            </a:lvl3pPr>
            <a:lvl4pPr>
              <a:defRPr sz="1575" b="0">
                <a:solidFill>
                  <a:srgbClr val="9B3024"/>
                </a:solidFill>
                <a:latin typeface="Noto Serif CJK SC"/>
                <a:ea typeface="Noto Serif CJK SC"/>
                <a:cs typeface="Noto Serif CJK SC"/>
              </a:defRPr>
            </a:lvl4pPr>
            <a:lvl5pPr>
              <a:defRPr sz="1575" b="0">
                <a:solidFill>
                  <a:srgbClr val="9B3024"/>
                </a:solidFill>
                <a:latin typeface="Noto Serif CJK SC"/>
                <a:ea typeface="Noto Serif CJK SC"/>
                <a:cs typeface="Noto Serif CJK SC"/>
              </a:defRPr>
            </a:lvl5pPr>
            <a:lvl6pPr>
              <a:defRPr sz="1575" b="0">
                <a:solidFill>
                  <a:srgbClr val="9B3024"/>
                </a:solidFill>
                <a:latin typeface="Noto Serif CJK SC"/>
                <a:ea typeface="Noto Serif CJK SC"/>
                <a:cs typeface="Noto Serif CJK SC"/>
              </a:defRPr>
            </a:lvl6pPr>
            <a:lvl7pPr>
              <a:defRPr sz="1575" b="0">
                <a:solidFill>
                  <a:srgbClr val="9B3024"/>
                </a:solidFill>
                <a:latin typeface="Noto Serif CJK SC"/>
                <a:ea typeface="Noto Serif CJK SC"/>
                <a:cs typeface="Noto Serif CJK SC"/>
              </a:defRPr>
            </a:lvl7pPr>
            <a:lvl8pPr>
              <a:defRPr sz="1575" b="0">
                <a:solidFill>
                  <a:srgbClr val="9B3024"/>
                </a:solidFill>
                <a:latin typeface="Noto Serif CJK SC"/>
                <a:ea typeface="Noto Serif CJK SC"/>
                <a:cs typeface="Noto Serif CJK SC"/>
              </a:defRPr>
            </a:lvl8pPr>
            <a:lvl9pPr>
              <a:defRPr sz="1575" b="0">
                <a:solidFill>
                  <a:srgbClr val="9B3024"/>
                </a:solidFill>
                <a:latin typeface="Noto Serif CJK SC"/>
                <a:ea typeface="Noto Serif CJK SC"/>
                <a:cs typeface="Noto Serif CJK SC"/>
              </a:defRPr>
            </a:lvl9pPr>
          </a:lstStyle>
          <a:p xmlns:a="http://schemas.openxmlformats.org/drawingml/2006/main">
            <a:pPr>
              <a:defRPr sz="1575" b="0">
                <a:solidFill>
                  <a:srgbClr val="9B3024"/>
                </a:solidFill>
                <a:latin typeface="Noto Serif CJK SC"/>
                <a:ea typeface="Noto Serif CJK SC"/>
                <a:cs typeface="Noto Serif CJK SC"/>
              </a:defRPr>
            </a:pPr>
            <a:r>
              <a:rPr sz="1575" b="0">
                <a:solidFill>
                  <a:srgbClr val="9B3024"/>
                </a:solidFill>
                <a:latin typeface="Noto Serif CJK SC"/>
                <a:ea typeface="Noto Serif CJK SC"/>
                <a:cs typeface="Noto Serif CJK SC"/>
              </a:rPr>
              <a:t>第二课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9906C9E9-7265-4190-8ED4-B396CBC8A5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781050"/>
            <a:ext cx="109728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3150" b="1">
                <a:solidFill>
                  <a:srgbClr val="30291F"/>
                </a:solidFill>
                <a:latin typeface="Noto Serif CJK SC"/>
                <a:ea typeface="Noto Serif CJK SC"/>
                <a:cs typeface="Noto Serif CJK SC"/>
              </a:defRPr>
            </a:defPPr>
            <a:lvl1pPr>
              <a:defRPr sz="3150" b="1">
                <a:solidFill>
                  <a:srgbClr val="30291F"/>
                </a:solidFill>
                <a:latin typeface="Noto Serif CJK SC"/>
                <a:ea typeface="Noto Serif CJK SC"/>
                <a:cs typeface="Noto Serif CJK SC"/>
              </a:defRPr>
            </a:lvl1pPr>
            <a:lvl2pPr>
              <a:defRPr sz="3150" b="1">
                <a:solidFill>
                  <a:srgbClr val="30291F"/>
                </a:solidFill>
                <a:latin typeface="Noto Serif CJK SC"/>
                <a:ea typeface="Noto Serif CJK SC"/>
                <a:cs typeface="Noto Serif CJK SC"/>
              </a:defRPr>
            </a:lvl2pPr>
            <a:lvl3pPr>
              <a:defRPr sz="3150" b="1">
                <a:solidFill>
                  <a:srgbClr val="30291F"/>
                </a:solidFill>
                <a:latin typeface="Noto Serif CJK SC"/>
                <a:ea typeface="Noto Serif CJK SC"/>
                <a:cs typeface="Noto Serif CJK SC"/>
              </a:defRPr>
            </a:lvl3pPr>
            <a:lvl4pPr>
              <a:defRPr sz="3150" b="1">
                <a:solidFill>
                  <a:srgbClr val="30291F"/>
                </a:solidFill>
                <a:latin typeface="Noto Serif CJK SC"/>
                <a:ea typeface="Noto Serif CJK SC"/>
                <a:cs typeface="Noto Serif CJK SC"/>
              </a:defRPr>
            </a:lvl4pPr>
            <a:lvl5pPr>
              <a:defRPr sz="3150" b="1">
                <a:solidFill>
                  <a:srgbClr val="30291F"/>
                </a:solidFill>
                <a:latin typeface="Noto Serif CJK SC"/>
                <a:ea typeface="Noto Serif CJK SC"/>
                <a:cs typeface="Noto Serif CJK SC"/>
              </a:defRPr>
            </a:lvl5pPr>
            <a:lvl6pPr>
              <a:defRPr sz="3150" b="1">
                <a:solidFill>
                  <a:srgbClr val="30291F"/>
                </a:solidFill>
                <a:latin typeface="Noto Serif CJK SC"/>
                <a:ea typeface="Noto Serif CJK SC"/>
                <a:cs typeface="Noto Serif CJK SC"/>
              </a:defRPr>
            </a:lvl6pPr>
            <a:lvl7pPr>
              <a:defRPr sz="3150" b="1">
                <a:solidFill>
                  <a:srgbClr val="30291F"/>
                </a:solidFill>
                <a:latin typeface="Noto Serif CJK SC"/>
                <a:ea typeface="Noto Serif CJK SC"/>
                <a:cs typeface="Noto Serif CJK SC"/>
              </a:defRPr>
            </a:lvl7pPr>
            <a:lvl8pPr>
              <a:defRPr sz="3150" b="1">
                <a:solidFill>
                  <a:srgbClr val="30291F"/>
                </a:solidFill>
                <a:latin typeface="Noto Serif CJK SC"/>
                <a:ea typeface="Noto Serif CJK SC"/>
                <a:cs typeface="Noto Serif CJK SC"/>
              </a:defRPr>
            </a:lvl8pPr>
            <a:lvl9pPr>
              <a:defRPr sz="3150" b="1">
                <a:solidFill>
                  <a:srgbClr val="30291F"/>
                </a:solidFill>
                <a:latin typeface="Noto Serif CJK SC"/>
                <a:ea typeface="Noto Serif CJK SC"/>
                <a:cs typeface="Noto Serif CJK SC"/>
              </a:defRPr>
            </a:lvl9pPr>
          </a:lstStyle>
          <a:p xmlns:a="http://schemas.openxmlformats.org/drawingml/2006/main">
            <a:pPr>
              <a:defRPr sz="3150" b="1">
                <a:solidFill>
                  <a:srgbClr val="30291F"/>
                </a:solidFill>
                <a:latin typeface="Noto Serif CJK SC"/>
                <a:ea typeface="Noto Serif CJK SC"/>
                <a:cs typeface="Noto Serif CJK SC"/>
              </a:defRPr>
            </a:pPr>
            <a:r>
              <a:rPr sz="3150" b="1">
                <a:solidFill>
                  <a:srgbClr val="30291F"/>
                </a:solidFill>
                <a:latin typeface="Noto Serif CJK SC"/>
                <a:ea typeface="Noto Serif CJK SC"/>
                <a:cs typeface="Noto Serif CJK SC"/>
              </a:rPr>
              <a:t>引号的五种用法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D64F9D4B-1DC7-4600-8EDC-FAFBF92071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657350"/>
            <a:ext cx="10972800" cy="809625"/>
          </a:xfrm>
          <a:prstGeom xmlns:a="http://schemas.openxmlformats.org/drawingml/2006/main" prst="roundRect">
            <a:avLst>
              <a:gd name="adj" fmla="val 9412"/>
            </a:avLst>
          </a:prstGeom>
          <a:solidFill xmlns:a="http://schemas.openxmlformats.org/drawingml/2006/main">
            <a:srgbClr val="EEF3D7"/>
          </a:solidFill>
          <a:ln xmlns:a="http://schemas.openxmlformats.org/drawingml/2006/main" w="9525">
            <a:solidFill>
              <a:srgbClr val="CBD8CC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139EE39E-69BB-4E08-B891-C515416A2F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1771650"/>
            <a:ext cx="2809875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2100" b="1">
                <a:solidFill>
                  <a:srgbClr val="9B3024"/>
                </a:solidFill>
                <a:latin typeface="Noto Serif CJK SC"/>
                <a:ea typeface="Noto Serif CJK SC"/>
                <a:cs typeface="Noto Serif CJK SC"/>
              </a:defRPr>
            </a:defPPr>
            <a:lvl1pPr>
              <a:defRPr sz="2100" b="1">
                <a:solidFill>
                  <a:srgbClr val="9B3024"/>
                </a:solidFill>
                <a:latin typeface="Noto Serif CJK SC"/>
                <a:ea typeface="Noto Serif CJK SC"/>
                <a:cs typeface="Noto Serif CJK SC"/>
              </a:defRPr>
            </a:lvl1pPr>
            <a:lvl2pPr>
              <a:defRPr sz="2100" b="1">
                <a:solidFill>
                  <a:srgbClr val="9B3024"/>
                </a:solidFill>
                <a:latin typeface="Noto Serif CJK SC"/>
                <a:ea typeface="Noto Serif CJK SC"/>
                <a:cs typeface="Noto Serif CJK SC"/>
              </a:defRPr>
            </a:lvl2pPr>
            <a:lvl3pPr>
              <a:defRPr sz="2100" b="1">
                <a:solidFill>
                  <a:srgbClr val="9B3024"/>
                </a:solidFill>
                <a:latin typeface="Noto Serif CJK SC"/>
                <a:ea typeface="Noto Serif CJK SC"/>
                <a:cs typeface="Noto Serif CJK SC"/>
              </a:defRPr>
            </a:lvl3pPr>
            <a:lvl4pPr>
              <a:defRPr sz="2100" b="1">
                <a:solidFill>
                  <a:srgbClr val="9B3024"/>
                </a:solidFill>
                <a:latin typeface="Noto Serif CJK SC"/>
                <a:ea typeface="Noto Serif CJK SC"/>
                <a:cs typeface="Noto Serif CJK SC"/>
              </a:defRPr>
            </a:lvl4pPr>
            <a:lvl5pPr>
              <a:defRPr sz="2100" b="1">
                <a:solidFill>
                  <a:srgbClr val="9B3024"/>
                </a:solidFill>
                <a:latin typeface="Noto Serif CJK SC"/>
                <a:ea typeface="Noto Serif CJK SC"/>
                <a:cs typeface="Noto Serif CJK SC"/>
              </a:defRPr>
            </a:lvl5pPr>
            <a:lvl6pPr>
              <a:defRPr sz="2100" b="1">
                <a:solidFill>
                  <a:srgbClr val="9B3024"/>
                </a:solidFill>
                <a:latin typeface="Noto Serif CJK SC"/>
                <a:ea typeface="Noto Serif CJK SC"/>
                <a:cs typeface="Noto Serif CJK SC"/>
              </a:defRPr>
            </a:lvl6pPr>
            <a:lvl7pPr>
              <a:defRPr sz="2100" b="1">
                <a:solidFill>
                  <a:srgbClr val="9B3024"/>
                </a:solidFill>
                <a:latin typeface="Noto Serif CJK SC"/>
                <a:ea typeface="Noto Serif CJK SC"/>
                <a:cs typeface="Noto Serif CJK SC"/>
              </a:defRPr>
            </a:lvl7pPr>
            <a:lvl8pPr>
              <a:defRPr sz="2100" b="1">
                <a:solidFill>
                  <a:srgbClr val="9B3024"/>
                </a:solidFill>
                <a:latin typeface="Noto Serif CJK SC"/>
                <a:ea typeface="Noto Serif CJK SC"/>
                <a:cs typeface="Noto Serif CJK SC"/>
              </a:defRPr>
            </a:lvl8pPr>
            <a:lvl9pPr>
              <a:defRPr sz="2100" b="1">
                <a:solidFill>
                  <a:srgbClr val="9B3024"/>
                </a:solidFill>
                <a:latin typeface="Noto Serif CJK SC"/>
                <a:ea typeface="Noto Serif CJK SC"/>
                <a:cs typeface="Noto Serif CJK SC"/>
              </a:defRPr>
            </a:lvl9pPr>
          </a:lstStyle>
          <a:p xmlns:a="http://schemas.openxmlformats.org/drawingml/2006/main">
            <a:pPr>
              <a:defRPr sz="2100" b="1">
                <a:solidFill>
                  <a:srgbClr val="9B3024"/>
                </a:solidFill>
                <a:latin typeface="Noto Serif CJK SC"/>
                <a:ea typeface="Noto Serif CJK SC"/>
                <a:cs typeface="Noto Serif CJK SC"/>
              </a:defRPr>
            </a:pPr>
            <a:r>
              <a:rPr sz="2100" b="1">
                <a:solidFill>
                  <a:srgbClr val="9B3024"/>
                </a:solidFill>
                <a:latin typeface="Noto Serif CJK SC"/>
                <a:ea typeface="Noto Serif CJK SC"/>
                <a:cs typeface="Noto Serif CJK SC"/>
              </a:rPr>
              <a:t>对话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B366F53C-D665-4175-9BAD-328247490D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90950" y="1752600"/>
            <a:ext cx="7620000" cy="723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2175" b="0">
                <a:solidFill>
                  <a:srgbClr val="30291F"/>
                </a:solidFill>
                <a:latin typeface="LXGW WenKai TC"/>
                <a:ea typeface="LXGW WenKai TC"/>
                <a:cs typeface="LXGW WenKai TC"/>
              </a:defRPr>
            </a:defPPr>
            <a:lvl1pPr>
              <a:defRPr sz="2175" b="0">
                <a:solidFill>
                  <a:srgbClr val="30291F"/>
                </a:solidFill>
                <a:latin typeface="LXGW WenKai TC"/>
                <a:ea typeface="LXGW WenKai TC"/>
                <a:cs typeface="LXGW WenKai TC"/>
              </a:defRPr>
            </a:lvl1pPr>
            <a:lvl2pPr>
              <a:defRPr sz="2175" b="0">
                <a:solidFill>
                  <a:srgbClr val="30291F"/>
                </a:solidFill>
                <a:latin typeface="LXGW WenKai TC"/>
                <a:ea typeface="LXGW WenKai TC"/>
                <a:cs typeface="LXGW WenKai TC"/>
              </a:defRPr>
            </a:lvl2pPr>
            <a:lvl3pPr>
              <a:defRPr sz="2175" b="0">
                <a:solidFill>
                  <a:srgbClr val="30291F"/>
                </a:solidFill>
                <a:latin typeface="LXGW WenKai TC"/>
                <a:ea typeface="LXGW WenKai TC"/>
                <a:cs typeface="LXGW WenKai TC"/>
              </a:defRPr>
            </a:lvl3pPr>
            <a:lvl4pPr>
              <a:defRPr sz="2175" b="0">
                <a:solidFill>
                  <a:srgbClr val="30291F"/>
                </a:solidFill>
                <a:latin typeface="LXGW WenKai TC"/>
                <a:ea typeface="LXGW WenKai TC"/>
                <a:cs typeface="LXGW WenKai TC"/>
              </a:defRPr>
            </a:lvl4pPr>
            <a:lvl5pPr>
              <a:defRPr sz="2175" b="0">
                <a:solidFill>
                  <a:srgbClr val="30291F"/>
                </a:solidFill>
                <a:latin typeface="LXGW WenKai TC"/>
                <a:ea typeface="LXGW WenKai TC"/>
                <a:cs typeface="LXGW WenKai TC"/>
              </a:defRPr>
            </a:lvl5pPr>
            <a:lvl6pPr>
              <a:defRPr sz="2175" b="0">
                <a:solidFill>
                  <a:srgbClr val="30291F"/>
                </a:solidFill>
                <a:latin typeface="LXGW WenKai TC"/>
                <a:ea typeface="LXGW WenKai TC"/>
                <a:cs typeface="LXGW WenKai TC"/>
              </a:defRPr>
            </a:lvl6pPr>
            <a:lvl7pPr>
              <a:defRPr sz="2175" b="0">
                <a:solidFill>
                  <a:srgbClr val="30291F"/>
                </a:solidFill>
                <a:latin typeface="LXGW WenKai TC"/>
                <a:ea typeface="LXGW WenKai TC"/>
                <a:cs typeface="LXGW WenKai TC"/>
              </a:defRPr>
            </a:lvl7pPr>
            <a:lvl8pPr>
              <a:defRPr sz="2175" b="0">
                <a:solidFill>
                  <a:srgbClr val="30291F"/>
                </a:solidFill>
                <a:latin typeface="LXGW WenKai TC"/>
                <a:ea typeface="LXGW WenKai TC"/>
                <a:cs typeface="LXGW WenKai TC"/>
              </a:defRPr>
            </a:lvl8pPr>
            <a:lvl9pPr>
              <a:defRPr sz="2175" b="0">
                <a:solidFill>
                  <a:srgbClr val="30291F"/>
                </a:solidFill>
                <a:latin typeface="LXGW WenKai TC"/>
                <a:ea typeface="LXGW WenKai TC"/>
                <a:cs typeface="LXGW WenKai TC"/>
              </a:defRPr>
            </a:lvl9pPr>
          </a:lstStyle>
          <a:p xmlns:a="http://schemas.openxmlformats.org/drawingml/2006/main">
            <a:pPr>
              <a:defRPr sz="2175" b="0">
                <a:solidFill>
                  <a:srgbClr val="30291F"/>
                </a:solidFill>
                <a:latin typeface="LXGW WenKai TC"/>
                <a:ea typeface="LXGW WenKai TC"/>
                <a:cs typeface="LXGW WenKai TC"/>
              </a:defRPr>
            </a:pPr>
            <a:r>
              <a:rPr sz="2175" b="0">
                <a:solidFill>
                  <a:srgbClr val="30291F"/>
                </a:solidFill>
                <a:latin typeface="LXGW WenKai TC"/>
                <a:ea typeface="LXGW WenKai TC"/>
                <a:cs typeface="LXGW WenKai TC"/>
              </a:rPr>
              <a:t>话说得吞吞吐吐的：“爸、妈，对不起……”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8567E639-A6CD-4C0D-8517-8D54D38486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552700"/>
            <a:ext cx="10972800" cy="809625"/>
          </a:xfrm>
          <a:prstGeom xmlns:a="http://schemas.openxmlformats.org/drawingml/2006/main" prst="roundRect">
            <a:avLst>
              <a:gd name="adj" fmla="val 9412"/>
            </a:avLst>
          </a:prstGeom>
          <a:solidFill xmlns:a="http://schemas.openxmlformats.org/drawingml/2006/main">
            <a:srgbClr val="E6F2F6"/>
          </a:solidFill>
          <a:ln xmlns:a="http://schemas.openxmlformats.org/drawingml/2006/main" w="9525">
            <a:solidFill>
              <a:srgbClr val="CBD8CC"/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169633E4-078C-4B11-B430-F576BF46C0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2667000"/>
            <a:ext cx="2809875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2100" b="1">
                <a:solidFill>
                  <a:srgbClr val="9B3024"/>
                </a:solidFill>
                <a:latin typeface="Noto Serif CJK SC"/>
                <a:ea typeface="Noto Serif CJK SC"/>
                <a:cs typeface="Noto Serif CJK SC"/>
              </a:defRPr>
            </a:defPPr>
            <a:lvl1pPr>
              <a:defRPr sz="2100" b="1">
                <a:solidFill>
                  <a:srgbClr val="9B3024"/>
                </a:solidFill>
                <a:latin typeface="Noto Serif CJK SC"/>
                <a:ea typeface="Noto Serif CJK SC"/>
                <a:cs typeface="Noto Serif CJK SC"/>
              </a:defRPr>
            </a:lvl1pPr>
            <a:lvl2pPr>
              <a:defRPr sz="2100" b="1">
                <a:solidFill>
                  <a:srgbClr val="9B3024"/>
                </a:solidFill>
                <a:latin typeface="Noto Serif CJK SC"/>
                <a:ea typeface="Noto Serif CJK SC"/>
                <a:cs typeface="Noto Serif CJK SC"/>
              </a:defRPr>
            </a:lvl2pPr>
            <a:lvl3pPr>
              <a:defRPr sz="2100" b="1">
                <a:solidFill>
                  <a:srgbClr val="9B3024"/>
                </a:solidFill>
                <a:latin typeface="Noto Serif CJK SC"/>
                <a:ea typeface="Noto Serif CJK SC"/>
                <a:cs typeface="Noto Serif CJK SC"/>
              </a:defRPr>
            </a:lvl3pPr>
            <a:lvl4pPr>
              <a:defRPr sz="2100" b="1">
                <a:solidFill>
                  <a:srgbClr val="9B3024"/>
                </a:solidFill>
                <a:latin typeface="Noto Serif CJK SC"/>
                <a:ea typeface="Noto Serif CJK SC"/>
                <a:cs typeface="Noto Serif CJK SC"/>
              </a:defRPr>
            </a:lvl4pPr>
            <a:lvl5pPr>
              <a:defRPr sz="2100" b="1">
                <a:solidFill>
                  <a:srgbClr val="9B3024"/>
                </a:solidFill>
                <a:latin typeface="Noto Serif CJK SC"/>
                <a:ea typeface="Noto Serif CJK SC"/>
                <a:cs typeface="Noto Serif CJK SC"/>
              </a:defRPr>
            </a:lvl5pPr>
            <a:lvl6pPr>
              <a:defRPr sz="2100" b="1">
                <a:solidFill>
                  <a:srgbClr val="9B3024"/>
                </a:solidFill>
                <a:latin typeface="Noto Serif CJK SC"/>
                <a:ea typeface="Noto Serif CJK SC"/>
                <a:cs typeface="Noto Serif CJK SC"/>
              </a:defRPr>
            </a:lvl6pPr>
            <a:lvl7pPr>
              <a:defRPr sz="2100" b="1">
                <a:solidFill>
                  <a:srgbClr val="9B3024"/>
                </a:solidFill>
                <a:latin typeface="Noto Serif CJK SC"/>
                <a:ea typeface="Noto Serif CJK SC"/>
                <a:cs typeface="Noto Serif CJK SC"/>
              </a:defRPr>
            </a:lvl7pPr>
            <a:lvl8pPr>
              <a:defRPr sz="2100" b="1">
                <a:solidFill>
                  <a:srgbClr val="9B3024"/>
                </a:solidFill>
                <a:latin typeface="Noto Serif CJK SC"/>
                <a:ea typeface="Noto Serif CJK SC"/>
                <a:cs typeface="Noto Serif CJK SC"/>
              </a:defRPr>
            </a:lvl8pPr>
            <a:lvl9pPr>
              <a:defRPr sz="2100" b="1">
                <a:solidFill>
                  <a:srgbClr val="9B3024"/>
                </a:solidFill>
                <a:latin typeface="Noto Serif CJK SC"/>
                <a:ea typeface="Noto Serif CJK SC"/>
                <a:cs typeface="Noto Serif CJK SC"/>
              </a:defRPr>
            </a:lvl9pPr>
          </a:lstStyle>
          <a:p xmlns:a="http://schemas.openxmlformats.org/drawingml/2006/main">
            <a:pPr>
              <a:defRPr sz="2100" b="1">
                <a:solidFill>
                  <a:srgbClr val="9B3024"/>
                </a:solidFill>
                <a:latin typeface="Noto Serif CJK SC"/>
                <a:ea typeface="Noto Serif CJK SC"/>
                <a:cs typeface="Noto Serif CJK SC"/>
              </a:defRPr>
            </a:pPr>
            <a:r>
              <a:rPr sz="2100" b="1">
                <a:solidFill>
                  <a:srgbClr val="9B3024"/>
                </a:solidFill>
                <a:latin typeface="Noto Serif CJK SC"/>
                <a:ea typeface="Noto Serif CJK SC"/>
                <a:cs typeface="Noto Serif CJK SC"/>
              </a:rPr>
              <a:t>引用别人的话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B666AB8A-8315-4420-AD59-654B090712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90950" y="2647950"/>
            <a:ext cx="7620000" cy="723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2175" b="0">
                <a:solidFill>
                  <a:srgbClr val="30291F"/>
                </a:solidFill>
                <a:latin typeface="LXGW WenKai TC"/>
                <a:ea typeface="LXGW WenKai TC"/>
                <a:cs typeface="LXGW WenKai TC"/>
              </a:defRPr>
            </a:defPPr>
            <a:lvl1pPr>
              <a:defRPr sz="2175" b="0">
                <a:solidFill>
                  <a:srgbClr val="30291F"/>
                </a:solidFill>
                <a:latin typeface="LXGW WenKai TC"/>
                <a:ea typeface="LXGW WenKai TC"/>
                <a:cs typeface="LXGW WenKai TC"/>
              </a:defRPr>
            </a:lvl1pPr>
            <a:lvl2pPr>
              <a:defRPr sz="2175" b="0">
                <a:solidFill>
                  <a:srgbClr val="30291F"/>
                </a:solidFill>
                <a:latin typeface="LXGW WenKai TC"/>
                <a:ea typeface="LXGW WenKai TC"/>
                <a:cs typeface="LXGW WenKai TC"/>
              </a:defRPr>
            </a:lvl2pPr>
            <a:lvl3pPr>
              <a:defRPr sz="2175" b="0">
                <a:solidFill>
                  <a:srgbClr val="30291F"/>
                </a:solidFill>
                <a:latin typeface="LXGW WenKai TC"/>
                <a:ea typeface="LXGW WenKai TC"/>
                <a:cs typeface="LXGW WenKai TC"/>
              </a:defRPr>
            </a:lvl3pPr>
            <a:lvl4pPr>
              <a:defRPr sz="2175" b="0">
                <a:solidFill>
                  <a:srgbClr val="30291F"/>
                </a:solidFill>
                <a:latin typeface="LXGW WenKai TC"/>
                <a:ea typeface="LXGW WenKai TC"/>
                <a:cs typeface="LXGW WenKai TC"/>
              </a:defRPr>
            </a:lvl4pPr>
            <a:lvl5pPr>
              <a:defRPr sz="2175" b="0">
                <a:solidFill>
                  <a:srgbClr val="30291F"/>
                </a:solidFill>
                <a:latin typeface="LXGW WenKai TC"/>
                <a:ea typeface="LXGW WenKai TC"/>
                <a:cs typeface="LXGW WenKai TC"/>
              </a:defRPr>
            </a:lvl5pPr>
            <a:lvl6pPr>
              <a:defRPr sz="2175" b="0">
                <a:solidFill>
                  <a:srgbClr val="30291F"/>
                </a:solidFill>
                <a:latin typeface="LXGW WenKai TC"/>
                <a:ea typeface="LXGW WenKai TC"/>
                <a:cs typeface="LXGW WenKai TC"/>
              </a:defRPr>
            </a:lvl6pPr>
            <a:lvl7pPr>
              <a:defRPr sz="2175" b="0">
                <a:solidFill>
                  <a:srgbClr val="30291F"/>
                </a:solidFill>
                <a:latin typeface="LXGW WenKai TC"/>
                <a:ea typeface="LXGW WenKai TC"/>
                <a:cs typeface="LXGW WenKai TC"/>
              </a:defRPr>
            </a:lvl7pPr>
            <a:lvl8pPr>
              <a:defRPr sz="2175" b="0">
                <a:solidFill>
                  <a:srgbClr val="30291F"/>
                </a:solidFill>
                <a:latin typeface="LXGW WenKai TC"/>
                <a:ea typeface="LXGW WenKai TC"/>
                <a:cs typeface="LXGW WenKai TC"/>
              </a:defRPr>
            </a:lvl8pPr>
            <a:lvl9pPr>
              <a:defRPr sz="2175" b="0">
                <a:solidFill>
                  <a:srgbClr val="30291F"/>
                </a:solidFill>
                <a:latin typeface="LXGW WenKai TC"/>
                <a:ea typeface="LXGW WenKai TC"/>
                <a:cs typeface="LXGW WenKai TC"/>
              </a:defRPr>
            </a:lvl9pPr>
          </a:lstStyle>
          <a:p xmlns:a="http://schemas.openxmlformats.org/drawingml/2006/main">
            <a:pPr>
              <a:defRPr sz="2175" b="0">
                <a:solidFill>
                  <a:srgbClr val="30291F"/>
                </a:solidFill>
                <a:latin typeface="LXGW WenKai TC"/>
                <a:ea typeface="LXGW WenKai TC"/>
                <a:cs typeface="LXGW WenKai TC"/>
              </a:defRPr>
            </a:pPr>
            <a:r>
              <a:rPr sz="2175" b="0">
                <a:solidFill>
                  <a:srgbClr val="30291F"/>
                </a:solidFill>
                <a:latin typeface="LXGW WenKai TC"/>
                <a:ea typeface="LXGW WenKai TC"/>
                <a:cs typeface="LXGW WenKai TC"/>
              </a:rPr>
              <a:t>一个“嗯”，一个“好吧”，其实也只能这样了。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99EDF2D9-6881-4110-8A8F-A3D46B4442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448050"/>
            <a:ext cx="10972800" cy="809625"/>
          </a:xfrm>
          <a:prstGeom xmlns:a="http://schemas.openxmlformats.org/drawingml/2006/main" prst="roundRect">
            <a:avLst>
              <a:gd name="adj" fmla="val 9412"/>
            </a:avLst>
          </a:prstGeom>
          <a:solidFill xmlns:a="http://schemas.openxmlformats.org/drawingml/2006/main">
            <a:srgbClr val="EFE8F6"/>
          </a:solidFill>
          <a:ln xmlns:a="http://schemas.openxmlformats.org/drawingml/2006/main" w="9525">
            <a:solidFill>
              <a:srgbClr val="CBD8CC"/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B213EC44-F767-4FCD-90C7-E84F9F614F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3562350"/>
            <a:ext cx="2809875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2100" b="1">
                <a:solidFill>
                  <a:srgbClr val="9B3024"/>
                </a:solidFill>
                <a:latin typeface="Noto Serif CJK SC"/>
                <a:ea typeface="Noto Serif CJK SC"/>
                <a:cs typeface="Noto Serif CJK SC"/>
              </a:defRPr>
            </a:defPPr>
            <a:lvl1pPr>
              <a:defRPr sz="2100" b="1">
                <a:solidFill>
                  <a:srgbClr val="9B3024"/>
                </a:solidFill>
                <a:latin typeface="Noto Serif CJK SC"/>
                <a:ea typeface="Noto Serif CJK SC"/>
                <a:cs typeface="Noto Serif CJK SC"/>
              </a:defRPr>
            </a:lvl1pPr>
            <a:lvl2pPr>
              <a:defRPr sz="2100" b="1">
                <a:solidFill>
                  <a:srgbClr val="9B3024"/>
                </a:solidFill>
                <a:latin typeface="Noto Serif CJK SC"/>
                <a:ea typeface="Noto Serif CJK SC"/>
                <a:cs typeface="Noto Serif CJK SC"/>
              </a:defRPr>
            </a:lvl2pPr>
            <a:lvl3pPr>
              <a:defRPr sz="2100" b="1">
                <a:solidFill>
                  <a:srgbClr val="9B3024"/>
                </a:solidFill>
                <a:latin typeface="Noto Serif CJK SC"/>
                <a:ea typeface="Noto Serif CJK SC"/>
                <a:cs typeface="Noto Serif CJK SC"/>
              </a:defRPr>
            </a:lvl3pPr>
            <a:lvl4pPr>
              <a:defRPr sz="2100" b="1">
                <a:solidFill>
                  <a:srgbClr val="9B3024"/>
                </a:solidFill>
                <a:latin typeface="Noto Serif CJK SC"/>
                <a:ea typeface="Noto Serif CJK SC"/>
                <a:cs typeface="Noto Serif CJK SC"/>
              </a:defRPr>
            </a:lvl4pPr>
            <a:lvl5pPr>
              <a:defRPr sz="2100" b="1">
                <a:solidFill>
                  <a:srgbClr val="9B3024"/>
                </a:solidFill>
                <a:latin typeface="Noto Serif CJK SC"/>
                <a:ea typeface="Noto Serif CJK SC"/>
                <a:cs typeface="Noto Serif CJK SC"/>
              </a:defRPr>
            </a:lvl5pPr>
            <a:lvl6pPr>
              <a:defRPr sz="2100" b="1">
                <a:solidFill>
                  <a:srgbClr val="9B3024"/>
                </a:solidFill>
                <a:latin typeface="Noto Serif CJK SC"/>
                <a:ea typeface="Noto Serif CJK SC"/>
                <a:cs typeface="Noto Serif CJK SC"/>
              </a:defRPr>
            </a:lvl6pPr>
            <a:lvl7pPr>
              <a:defRPr sz="2100" b="1">
                <a:solidFill>
                  <a:srgbClr val="9B3024"/>
                </a:solidFill>
                <a:latin typeface="Noto Serif CJK SC"/>
                <a:ea typeface="Noto Serif CJK SC"/>
                <a:cs typeface="Noto Serif CJK SC"/>
              </a:defRPr>
            </a:lvl7pPr>
            <a:lvl8pPr>
              <a:defRPr sz="2100" b="1">
                <a:solidFill>
                  <a:srgbClr val="9B3024"/>
                </a:solidFill>
                <a:latin typeface="Noto Serif CJK SC"/>
                <a:ea typeface="Noto Serif CJK SC"/>
                <a:cs typeface="Noto Serif CJK SC"/>
              </a:defRPr>
            </a:lvl8pPr>
            <a:lvl9pPr>
              <a:defRPr sz="2100" b="1">
                <a:solidFill>
                  <a:srgbClr val="9B3024"/>
                </a:solidFill>
                <a:latin typeface="Noto Serif CJK SC"/>
                <a:ea typeface="Noto Serif CJK SC"/>
                <a:cs typeface="Noto Serif CJK SC"/>
              </a:defRPr>
            </a:lvl9pPr>
          </a:lstStyle>
          <a:p xmlns:a="http://schemas.openxmlformats.org/drawingml/2006/main">
            <a:pPr>
              <a:defRPr sz="2100" b="1">
                <a:solidFill>
                  <a:srgbClr val="9B3024"/>
                </a:solidFill>
                <a:latin typeface="Noto Serif CJK SC"/>
                <a:ea typeface="Noto Serif CJK SC"/>
                <a:cs typeface="Noto Serif CJK SC"/>
              </a:defRPr>
            </a:pPr>
            <a:r>
              <a:rPr sz="2100" b="1">
                <a:solidFill>
                  <a:srgbClr val="9B3024"/>
                </a:solidFill>
                <a:latin typeface="Noto Serif CJK SC"/>
                <a:ea typeface="Noto Serif CJK SC"/>
                <a:cs typeface="Noto Serif CJK SC"/>
              </a:rPr>
              <a:t>特别的说法、名称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E8C61ACD-748C-4086-9ADD-F3EF3CDF66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90950" y="3543300"/>
            <a:ext cx="7620000" cy="723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2175" b="0">
                <a:solidFill>
                  <a:srgbClr val="30291F"/>
                </a:solidFill>
                <a:latin typeface="LXGW WenKai TC"/>
                <a:ea typeface="LXGW WenKai TC"/>
                <a:cs typeface="LXGW WenKai TC"/>
              </a:defRPr>
            </a:defPPr>
            <a:lvl1pPr>
              <a:defRPr sz="2175" b="0">
                <a:solidFill>
                  <a:srgbClr val="30291F"/>
                </a:solidFill>
                <a:latin typeface="LXGW WenKai TC"/>
                <a:ea typeface="LXGW WenKai TC"/>
                <a:cs typeface="LXGW WenKai TC"/>
              </a:defRPr>
            </a:lvl1pPr>
            <a:lvl2pPr>
              <a:defRPr sz="2175" b="0">
                <a:solidFill>
                  <a:srgbClr val="30291F"/>
                </a:solidFill>
                <a:latin typeface="LXGW WenKai TC"/>
                <a:ea typeface="LXGW WenKai TC"/>
                <a:cs typeface="LXGW WenKai TC"/>
              </a:defRPr>
            </a:lvl2pPr>
            <a:lvl3pPr>
              <a:defRPr sz="2175" b="0">
                <a:solidFill>
                  <a:srgbClr val="30291F"/>
                </a:solidFill>
                <a:latin typeface="LXGW WenKai TC"/>
                <a:ea typeface="LXGW WenKai TC"/>
                <a:cs typeface="LXGW WenKai TC"/>
              </a:defRPr>
            </a:lvl3pPr>
            <a:lvl4pPr>
              <a:defRPr sz="2175" b="0">
                <a:solidFill>
                  <a:srgbClr val="30291F"/>
                </a:solidFill>
                <a:latin typeface="LXGW WenKai TC"/>
                <a:ea typeface="LXGW WenKai TC"/>
                <a:cs typeface="LXGW WenKai TC"/>
              </a:defRPr>
            </a:lvl4pPr>
            <a:lvl5pPr>
              <a:defRPr sz="2175" b="0">
                <a:solidFill>
                  <a:srgbClr val="30291F"/>
                </a:solidFill>
                <a:latin typeface="LXGW WenKai TC"/>
                <a:ea typeface="LXGW WenKai TC"/>
                <a:cs typeface="LXGW WenKai TC"/>
              </a:defRPr>
            </a:lvl5pPr>
            <a:lvl6pPr>
              <a:defRPr sz="2175" b="0">
                <a:solidFill>
                  <a:srgbClr val="30291F"/>
                </a:solidFill>
                <a:latin typeface="LXGW WenKai TC"/>
                <a:ea typeface="LXGW WenKai TC"/>
                <a:cs typeface="LXGW WenKai TC"/>
              </a:defRPr>
            </a:lvl6pPr>
            <a:lvl7pPr>
              <a:defRPr sz="2175" b="0">
                <a:solidFill>
                  <a:srgbClr val="30291F"/>
                </a:solidFill>
                <a:latin typeface="LXGW WenKai TC"/>
                <a:ea typeface="LXGW WenKai TC"/>
                <a:cs typeface="LXGW WenKai TC"/>
              </a:defRPr>
            </a:lvl7pPr>
            <a:lvl8pPr>
              <a:defRPr sz="2175" b="0">
                <a:solidFill>
                  <a:srgbClr val="30291F"/>
                </a:solidFill>
                <a:latin typeface="LXGW WenKai TC"/>
                <a:ea typeface="LXGW WenKai TC"/>
                <a:cs typeface="LXGW WenKai TC"/>
              </a:defRPr>
            </a:lvl8pPr>
            <a:lvl9pPr>
              <a:defRPr sz="2175" b="0">
                <a:solidFill>
                  <a:srgbClr val="30291F"/>
                </a:solidFill>
                <a:latin typeface="LXGW WenKai TC"/>
                <a:ea typeface="LXGW WenKai TC"/>
                <a:cs typeface="LXGW WenKai TC"/>
              </a:defRPr>
            </a:lvl9pPr>
          </a:lstStyle>
          <a:p xmlns:a="http://schemas.openxmlformats.org/drawingml/2006/main">
            <a:pPr>
              <a:defRPr sz="2175" b="0">
                <a:solidFill>
                  <a:srgbClr val="30291F"/>
                </a:solidFill>
                <a:latin typeface="LXGW WenKai TC"/>
                <a:ea typeface="LXGW WenKai TC"/>
                <a:cs typeface="LXGW WenKai TC"/>
              </a:defRPr>
            </a:pPr>
            <a:r>
              <a:rPr sz="2175" b="0">
                <a:solidFill>
                  <a:srgbClr val="30291F"/>
                </a:solidFill>
                <a:latin typeface="LXGW WenKai TC"/>
                <a:ea typeface="LXGW WenKai TC"/>
                <a:cs typeface="LXGW WenKai TC"/>
              </a:rPr>
              <a:t>农历新年也叫“春节”。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EB9C8F58-9F75-4718-928E-4C65D0687B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343400"/>
            <a:ext cx="10972800" cy="809625"/>
          </a:xfrm>
          <a:prstGeom xmlns:a="http://schemas.openxmlformats.org/drawingml/2006/main" prst="roundRect">
            <a:avLst>
              <a:gd name="adj" fmla="val 9412"/>
            </a:avLst>
          </a:prstGeom>
          <a:solidFill xmlns:a="http://schemas.openxmlformats.org/drawingml/2006/main">
            <a:srgbClr val="FFF1D4"/>
          </a:solidFill>
          <a:ln xmlns:a="http://schemas.openxmlformats.org/drawingml/2006/main" w="9525">
            <a:solidFill>
              <a:srgbClr val="CBD8CC"/>
            </a:solidFill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44BF9B82-A343-4AF0-8C36-AB5A1DC439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4457700"/>
            <a:ext cx="2809875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2100" b="1">
                <a:solidFill>
                  <a:srgbClr val="9B3024"/>
                </a:solidFill>
                <a:latin typeface="Noto Serif CJK SC"/>
                <a:ea typeface="Noto Serif CJK SC"/>
                <a:cs typeface="Noto Serif CJK SC"/>
              </a:defRPr>
            </a:defPPr>
            <a:lvl1pPr>
              <a:defRPr sz="2100" b="1">
                <a:solidFill>
                  <a:srgbClr val="9B3024"/>
                </a:solidFill>
                <a:latin typeface="Noto Serif CJK SC"/>
                <a:ea typeface="Noto Serif CJK SC"/>
                <a:cs typeface="Noto Serif CJK SC"/>
              </a:defRPr>
            </a:lvl1pPr>
            <a:lvl2pPr>
              <a:defRPr sz="2100" b="1">
                <a:solidFill>
                  <a:srgbClr val="9B3024"/>
                </a:solidFill>
                <a:latin typeface="Noto Serif CJK SC"/>
                <a:ea typeface="Noto Serif CJK SC"/>
                <a:cs typeface="Noto Serif CJK SC"/>
              </a:defRPr>
            </a:lvl2pPr>
            <a:lvl3pPr>
              <a:defRPr sz="2100" b="1">
                <a:solidFill>
                  <a:srgbClr val="9B3024"/>
                </a:solidFill>
                <a:latin typeface="Noto Serif CJK SC"/>
                <a:ea typeface="Noto Serif CJK SC"/>
                <a:cs typeface="Noto Serif CJK SC"/>
              </a:defRPr>
            </a:lvl3pPr>
            <a:lvl4pPr>
              <a:defRPr sz="2100" b="1">
                <a:solidFill>
                  <a:srgbClr val="9B3024"/>
                </a:solidFill>
                <a:latin typeface="Noto Serif CJK SC"/>
                <a:ea typeface="Noto Serif CJK SC"/>
                <a:cs typeface="Noto Serif CJK SC"/>
              </a:defRPr>
            </a:lvl4pPr>
            <a:lvl5pPr>
              <a:defRPr sz="2100" b="1">
                <a:solidFill>
                  <a:srgbClr val="9B3024"/>
                </a:solidFill>
                <a:latin typeface="Noto Serif CJK SC"/>
                <a:ea typeface="Noto Serif CJK SC"/>
                <a:cs typeface="Noto Serif CJK SC"/>
              </a:defRPr>
            </a:lvl5pPr>
            <a:lvl6pPr>
              <a:defRPr sz="2100" b="1">
                <a:solidFill>
                  <a:srgbClr val="9B3024"/>
                </a:solidFill>
                <a:latin typeface="Noto Serif CJK SC"/>
                <a:ea typeface="Noto Serif CJK SC"/>
                <a:cs typeface="Noto Serif CJK SC"/>
              </a:defRPr>
            </a:lvl6pPr>
            <a:lvl7pPr>
              <a:defRPr sz="2100" b="1">
                <a:solidFill>
                  <a:srgbClr val="9B3024"/>
                </a:solidFill>
                <a:latin typeface="Noto Serif CJK SC"/>
                <a:ea typeface="Noto Serif CJK SC"/>
                <a:cs typeface="Noto Serif CJK SC"/>
              </a:defRPr>
            </a:lvl7pPr>
            <a:lvl8pPr>
              <a:defRPr sz="2100" b="1">
                <a:solidFill>
                  <a:srgbClr val="9B3024"/>
                </a:solidFill>
                <a:latin typeface="Noto Serif CJK SC"/>
                <a:ea typeface="Noto Serif CJK SC"/>
                <a:cs typeface="Noto Serif CJK SC"/>
              </a:defRPr>
            </a:lvl8pPr>
            <a:lvl9pPr>
              <a:defRPr sz="2100" b="1">
                <a:solidFill>
                  <a:srgbClr val="9B3024"/>
                </a:solidFill>
                <a:latin typeface="Noto Serif CJK SC"/>
                <a:ea typeface="Noto Serif CJK SC"/>
                <a:cs typeface="Noto Serif CJK SC"/>
              </a:defRPr>
            </a:lvl9pPr>
          </a:lstStyle>
          <a:p xmlns:a="http://schemas.openxmlformats.org/drawingml/2006/main">
            <a:pPr>
              <a:defRPr sz="2100" b="1">
                <a:solidFill>
                  <a:srgbClr val="9B3024"/>
                </a:solidFill>
                <a:latin typeface="Noto Serif CJK SC"/>
                <a:ea typeface="Noto Serif CJK SC"/>
                <a:cs typeface="Noto Serif CJK SC"/>
              </a:defRPr>
            </a:pPr>
            <a:r>
              <a:rPr sz="2100" b="1">
                <a:solidFill>
                  <a:srgbClr val="9B3024"/>
                </a:solidFill>
                <a:latin typeface="Noto Serif CJK SC"/>
                <a:ea typeface="Noto Serif CJK SC"/>
                <a:cs typeface="Noto Serif CJK SC"/>
              </a:rPr>
              <a:t>借用的词语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776D9707-5753-4E39-B245-51514E2AC3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90950" y="4438650"/>
            <a:ext cx="7620000" cy="723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2175" b="0">
                <a:solidFill>
                  <a:srgbClr val="30291F"/>
                </a:solidFill>
                <a:latin typeface="LXGW WenKai TC"/>
                <a:ea typeface="LXGW WenKai TC"/>
                <a:cs typeface="LXGW WenKai TC"/>
              </a:defRPr>
            </a:defPPr>
            <a:lvl1pPr>
              <a:defRPr sz="2175" b="0">
                <a:solidFill>
                  <a:srgbClr val="30291F"/>
                </a:solidFill>
                <a:latin typeface="LXGW WenKai TC"/>
                <a:ea typeface="LXGW WenKai TC"/>
                <a:cs typeface="LXGW WenKai TC"/>
              </a:defRPr>
            </a:lvl1pPr>
            <a:lvl2pPr>
              <a:defRPr sz="2175" b="0">
                <a:solidFill>
                  <a:srgbClr val="30291F"/>
                </a:solidFill>
                <a:latin typeface="LXGW WenKai TC"/>
                <a:ea typeface="LXGW WenKai TC"/>
                <a:cs typeface="LXGW WenKai TC"/>
              </a:defRPr>
            </a:lvl2pPr>
            <a:lvl3pPr>
              <a:defRPr sz="2175" b="0">
                <a:solidFill>
                  <a:srgbClr val="30291F"/>
                </a:solidFill>
                <a:latin typeface="LXGW WenKai TC"/>
                <a:ea typeface="LXGW WenKai TC"/>
                <a:cs typeface="LXGW WenKai TC"/>
              </a:defRPr>
            </a:lvl3pPr>
            <a:lvl4pPr>
              <a:defRPr sz="2175" b="0">
                <a:solidFill>
                  <a:srgbClr val="30291F"/>
                </a:solidFill>
                <a:latin typeface="LXGW WenKai TC"/>
                <a:ea typeface="LXGW WenKai TC"/>
                <a:cs typeface="LXGW WenKai TC"/>
              </a:defRPr>
            </a:lvl4pPr>
            <a:lvl5pPr>
              <a:defRPr sz="2175" b="0">
                <a:solidFill>
                  <a:srgbClr val="30291F"/>
                </a:solidFill>
                <a:latin typeface="LXGW WenKai TC"/>
                <a:ea typeface="LXGW WenKai TC"/>
                <a:cs typeface="LXGW WenKai TC"/>
              </a:defRPr>
            </a:lvl5pPr>
            <a:lvl6pPr>
              <a:defRPr sz="2175" b="0">
                <a:solidFill>
                  <a:srgbClr val="30291F"/>
                </a:solidFill>
                <a:latin typeface="LXGW WenKai TC"/>
                <a:ea typeface="LXGW WenKai TC"/>
                <a:cs typeface="LXGW WenKai TC"/>
              </a:defRPr>
            </a:lvl6pPr>
            <a:lvl7pPr>
              <a:defRPr sz="2175" b="0">
                <a:solidFill>
                  <a:srgbClr val="30291F"/>
                </a:solidFill>
                <a:latin typeface="LXGW WenKai TC"/>
                <a:ea typeface="LXGW WenKai TC"/>
                <a:cs typeface="LXGW WenKai TC"/>
              </a:defRPr>
            </a:lvl7pPr>
            <a:lvl8pPr>
              <a:defRPr sz="2175" b="0">
                <a:solidFill>
                  <a:srgbClr val="30291F"/>
                </a:solidFill>
                <a:latin typeface="LXGW WenKai TC"/>
                <a:ea typeface="LXGW WenKai TC"/>
                <a:cs typeface="LXGW WenKai TC"/>
              </a:defRPr>
            </a:lvl8pPr>
            <a:lvl9pPr>
              <a:defRPr sz="2175" b="0">
                <a:solidFill>
                  <a:srgbClr val="30291F"/>
                </a:solidFill>
                <a:latin typeface="LXGW WenKai TC"/>
                <a:ea typeface="LXGW WenKai TC"/>
                <a:cs typeface="LXGW WenKai TC"/>
              </a:defRPr>
            </a:lvl9pPr>
          </a:lstStyle>
          <a:p xmlns:a="http://schemas.openxmlformats.org/drawingml/2006/main">
            <a:pPr>
              <a:defRPr sz="2175" b="0">
                <a:solidFill>
                  <a:srgbClr val="30291F"/>
                </a:solidFill>
                <a:latin typeface="LXGW WenKai TC"/>
                <a:ea typeface="LXGW WenKai TC"/>
                <a:cs typeface="LXGW WenKai TC"/>
              </a:defRPr>
            </a:pPr>
            <a:r>
              <a:rPr sz="2175" b="0">
                <a:solidFill>
                  <a:srgbClr val="30291F"/>
                </a:solidFill>
                <a:latin typeface="LXGW WenKai TC"/>
                <a:ea typeface="LXGW WenKai TC"/>
                <a:cs typeface="LXGW WenKai TC"/>
              </a:rPr>
              <a:t>张老师做出最后的“判决”。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DC7B5122-F352-4817-B6D8-A0C6A0BDC8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238750"/>
            <a:ext cx="10972800" cy="809625"/>
          </a:xfrm>
          <a:prstGeom xmlns:a="http://schemas.openxmlformats.org/drawingml/2006/main" prst="roundRect">
            <a:avLst>
              <a:gd name="adj" fmla="val 9412"/>
            </a:avLst>
          </a:prstGeom>
          <a:solidFill xmlns:a="http://schemas.openxmlformats.org/drawingml/2006/main">
            <a:srgbClr val="F7E7ED"/>
          </a:solidFill>
          <a:ln xmlns:a="http://schemas.openxmlformats.org/drawingml/2006/main" w="9525">
            <a:solidFill>
              <a:srgbClr val="CBD8CC"/>
            </a:solidFill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A98EECC7-DDD2-4FCE-BB90-92F634C495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5353050"/>
            <a:ext cx="2809875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2100" b="1">
                <a:solidFill>
                  <a:srgbClr val="9B3024"/>
                </a:solidFill>
                <a:latin typeface="Noto Serif CJK SC"/>
                <a:ea typeface="Noto Serif CJK SC"/>
                <a:cs typeface="Noto Serif CJK SC"/>
              </a:defRPr>
            </a:defPPr>
            <a:lvl1pPr>
              <a:defRPr sz="2100" b="1">
                <a:solidFill>
                  <a:srgbClr val="9B3024"/>
                </a:solidFill>
                <a:latin typeface="Noto Serif CJK SC"/>
                <a:ea typeface="Noto Serif CJK SC"/>
                <a:cs typeface="Noto Serif CJK SC"/>
              </a:defRPr>
            </a:lvl1pPr>
            <a:lvl2pPr>
              <a:defRPr sz="2100" b="1">
                <a:solidFill>
                  <a:srgbClr val="9B3024"/>
                </a:solidFill>
                <a:latin typeface="Noto Serif CJK SC"/>
                <a:ea typeface="Noto Serif CJK SC"/>
                <a:cs typeface="Noto Serif CJK SC"/>
              </a:defRPr>
            </a:lvl2pPr>
            <a:lvl3pPr>
              <a:defRPr sz="2100" b="1">
                <a:solidFill>
                  <a:srgbClr val="9B3024"/>
                </a:solidFill>
                <a:latin typeface="Noto Serif CJK SC"/>
                <a:ea typeface="Noto Serif CJK SC"/>
                <a:cs typeface="Noto Serif CJK SC"/>
              </a:defRPr>
            </a:lvl3pPr>
            <a:lvl4pPr>
              <a:defRPr sz="2100" b="1">
                <a:solidFill>
                  <a:srgbClr val="9B3024"/>
                </a:solidFill>
                <a:latin typeface="Noto Serif CJK SC"/>
                <a:ea typeface="Noto Serif CJK SC"/>
                <a:cs typeface="Noto Serif CJK SC"/>
              </a:defRPr>
            </a:lvl4pPr>
            <a:lvl5pPr>
              <a:defRPr sz="2100" b="1">
                <a:solidFill>
                  <a:srgbClr val="9B3024"/>
                </a:solidFill>
                <a:latin typeface="Noto Serif CJK SC"/>
                <a:ea typeface="Noto Serif CJK SC"/>
                <a:cs typeface="Noto Serif CJK SC"/>
              </a:defRPr>
            </a:lvl5pPr>
            <a:lvl6pPr>
              <a:defRPr sz="2100" b="1">
                <a:solidFill>
                  <a:srgbClr val="9B3024"/>
                </a:solidFill>
                <a:latin typeface="Noto Serif CJK SC"/>
                <a:ea typeface="Noto Serif CJK SC"/>
                <a:cs typeface="Noto Serif CJK SC"/>
              </a:defRPr>
            </a:lvl6pPr>
            <a:lvl7pPr>
              <a:defRPr sz="2100" b="1">
                <a:solidFill>
                  <a:srgbClr val="9B3024"/>
                </a:solidFill>
                <a:latin typeface="Noto Serif CJK SC"/>
                <a:ea typeface="Noto Serif CJK SC"/>
                <a:cs typeface="Noto Serif CJK SC"/>
              </a:defRPr>
            </a:lvl7pPr>
            <a:lvl8pPr>
              <a:defRPr sz="2100" b="1">
                <a:solidFill>
                  <a:srgbClr val="9B3024"/>
                </a:solidFill>
                <a:latin typeface="Noto Serif CJK SC"/>
                <a:ea typeface="Noto Serif CJK SC"/>
                <a:cs typeface="Noto Serif CJK SC"/>
              </a:defRPr>
            </a:lvl8pPr>
            <a:lvl9pPr>
              <a:defRPr sz="2100" b="1">
                <a:solidFill>
                  <a:srgbClr val="9B3024"/>
                </a:solidFill>
                <a:latin typeface="Noto Serif CJK SC"/>
                <a:ea typeface="Noto Serif CJK SC"/>
                <a:cs typeface="Noto Serif CJK SC"/>
              </a:defRPr>
            </a:lvl9pPr>
          </a:lstStyle>
          <a:p xmlns:a="http://schemas.openxmlformats.org/drawingml/2006/main">
            <a:pPr>
              <a:defRPr sz="2100" b="1">
                <a:solidFill>
                  <a:srgbClr val="9B3024"/>
                </a:solidFill>
                <a:latin typeface="Noto Serif CJK SC"/>
                <a:ea typeface="Noto Serif CJK SC"/>
                <a:cs typeface="Noto Serif CJK SC"/>
              </a:defRPr>
            </a:pPr>
            <a:r>
              <a:rPr sz="2100" b="1">
                <a:solidFill>
                  <a:srgbClr val="9B3024"/>
                </a:solidFill>
                <a:latin typeface="Noto Serif CJK SC"/>
                <a:ea typeface="Noto Serif CJK SC"/>
                <a:cs typeface="Noto Serif CJK SC"/>
              </a:rPr>
              <a:t>强调的词语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1FC355A7-C75D-4D88-987E-C96520E017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90950" y="5334000"/>
            <a:ext cx="7620000" cy="723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2175" b="0">
                <a:solidFill>
                  <a:srgbClr val="30291F"/>
                </a:solidFill>
                <a:latin typeface="LXGW WenKai TC"/>
                <a:ea typeface="LXGW WenKai TC"/>
                <a:cs typeface="LXGW WenKai TC"/>
              </a:defRPr>
            </a:defPPr>
            <a:lvl1pPr>
              <a:defRPr sz="2175" b="0">
                <a:solidFill>
                  <a:srgbClr val="30291F"/>
                </a:solidFill>
                <a:latin typeface="LXGW WenKai TC"/>
                <a:ea typeface="LXGW WenKai TC"/>
                <a:cs typeface="LXGW WenKai TC"/>
              </a:defRPr>
            </a:lvl1pPr>
            <a:lvl2pPr>
              <a:defRPr sz="2175" b="0">
                <a:solidFill>
                  <a:srgbClr val="30291F"/>
                </a:solidFill>
                <a:latin typeface="LXGW WenKai TC"/>
                <a:ea typeface="LXGW WenKai TC"/>
                <a:cs typeface="LXGW WenKai TC"/>
              </a:defRPr>
            </a:lvl2pPr>
            <a:lvl3pPr>
              <a:defRPr sz="2175" b="0">
                <a:solidFill>
                  <a:srgbClr val="30291F"/>
                </a:solidFill>
                <a:latin typeface="LXGW WenKai TC"/>
                <a:ea typeface="LXGW WenKai TC"/>
                <a:cs typeface="LXGW WenKai TC"/>
              </a:defRPr>
            </a:lvl3pPr>
            <a:lvl4pPr>
              <a:defRPr sz="2175" b="0">
                <a:solidFill>
                  <a:srgbClr val="30291F"/>
                </a:solidFill>
                <a:latin typeface="LXGW WenKai TC"/>
                <a:ea typeface="LXGW WenKai TC"/>
                <a:cs typeface="LXGW WenKai TC"/>
              </a:defRPr>
            </a:lvl4pPr>
            <a:lvl5pPr>
              <a:defRPr sz="2175" b="0">
                <a:solidFill>
                  <a:srgbClr val="30291F"/>
                </a:solidFill>
                <a:latin typeface="LXGW WenKai TC"/>
                <a:ea typeface="LXGW WenKai TC"/>
                <a:cs typeface="LXGW WenKai TC"/>
              </a:defRPr>
            </a:lvl5pPr>
            <a:lvl6pPr>
              <a:defRPr sz="2175" b="0">
                <a:solidFill>
                  <a:srgbClr val="30291F"/>
                </a:solidFill>
                <a:latin typeface="LXGW WenKai TC"/>
                <a:ea typeface="LXGW WenKai TC"/>
                <a:cs typeface="LXGW WenKai TC"/>
              </a:defRPr>
            </a:lvl6pPr>
            <a:lvl7pPr>
              <a:defRPr sz="2175" b="0">
                <a:solidFill>
                  <a:srgbClr val="30291F"/>
                </a:solidFill>
                <a:latin typeface="LXGW WenKai TC"/>
                <a:ea typeface="LXGW WenKai TC"/>
                <a:cs typeface="LXGW WenKai TC"/>
              </a:defRPr>
            </a:lvl7pPr>
            <a:lvl8pPr>
              <a:defRPr sz="2175" b="0">
                <a:solidFill>
                  <a:srgbClr val="30291F"/>
                </a:solidFill>
                <a:latin typeface="LXGW WenKai TC"/>
                <a:ea typeface="LXGW WenKai TC"/>
                <a:cs typeface="LXGW WenKai TC"/>
              </a:defRPr>
            </a:lvl8pPr>
            <a:lvl9pPr>
              <a:defRPr sz="2175" b="0">
                <a:solidFill>
                  <a:srgbClr val="30291F"/>
                </a:solidFill>
                <a:latin typeface="LXGW WenKai TC"/>
                <a:ea typeface="LXGW WenKai TC"/>
                <a:cs typeface="LXGW WenKai TC"/>
              </a:defRPr>
            </a:lvl9pPr>
          </a:lstStyle>
          <a:p xmlns:a="http://schemas.openxmlformats.org/drawingml/2006/main">
            <a:pPr>
              <a:defRPr sz="2175" b="0">
                <a:solidFill>
                  <a:srgbClr val="30291F"/>
                </a:solidFill>
                <a:latin typeface="LXGW WenKai TC"/>
                <a:ea typeface="LXGW WenKai TC"/>
                <a:cs typeface="LXGW WenKai TC"/>
              </a:defRPr>
            </a:pPr>
            <a:r>
              <a:rPr sz="2175" b="0">
                <a:solidFill>
                  <a:srgbClr val="30291F"/>
                </a:solidFill>
                <a:latin typeface="LXGW WenKai TC"/>
                <a:ea typeface="LXGW WenKai TC"/>
                <a:cs typeface="LXGW WenKai TC"/>
              </a:rPr>
              <a:t>此时的她和墙上新贴的“年年有余”显得格格不入。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5760A1F1-E1FF-4F4B-A362-1ACD430B4D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25200" y="6477000"/>
            <a:ext cx="4572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1350" b="0">
                <a:solidFill>
                  <a:srgbClr val="776C60"/>
                </a:solidFill>
                <a:latin typeface="Noto Serif CJK SC"/>
                <a:ea typeface="Noto Serif CJK SC"/>
                <a:cs typeface="Noto Serif CJK SC"/>
              </a:defRPr>
            </a:defPPr>
            <a:lvl1pPr>
              <a:defRPr sz="1350" b="0">
                <a:solidFill>
                  <a:srgbClr val="776C60"/>
                </a:solidFill>
                <a:latin typeface="Noto Serif CJK SC"/>
                <a:ea typeface="Noto Serif CJK SC"/>
                <a:cs typeface="Noto Serif CJK SC"/>
              </a:defRPr>
            </a:lvl1pPr>
            <a:lvl2pPr>
              <a:defRPr sz="1350" b="0">
                <a:solidFill>
                  <a:srgbClr val="776C60"/>
                </a:solidFill>
                <a:latin typeface="Noto Serif CJK SC"/>
                <a:ea typeface="Noto Serif CJK SC"/>
                <a:cs typeface="Noto Serif CJK SC"/>
              </a:defRPr>
            </a:lvl2pPr>
            <a:lvl3pPr>
              <a:defRPr sz="1350" b="0">
                <a:solidFill>
                  <a:srgbClr val="776C60"/>
                </a:solidFill>
                <a:latin typeface="Noto Serif CJK SC"/>
                <a:ea typeface="Noto Serif CJK SC"/>
                <a:cs typeface="Noto Serif CJK SC"/>
              </a:defRPr>
            </a:lvl3pPr>
            <a:lvl4pPr>
              <a:defRPr sz="1350" b="0">
                <a:solidFill>
                  <a:srgbClr val="776C60"/>
                </a:solidFill>
                <a:latin typeface="Noto Serif CJK SC"/>
                <a:ea typeface="Noto Serif CJK SC"/>
                <a:cs typeface="Noto Serif CJK SC"/>
              </a:defRPr>
            </a:lvl4pPr>
            <a:lvl5pPr>
              <a:defRPr sz="1350" b="0">
                <a:solidFill>
                  <a:srgbClr val="776C60"/>
                </a:solidFill>
                <a:latin typeface="Noto Serif CJK SC"/>
                <a:ea typeface="Noto Serif CJK SC"/>
                <a:cs typeface="Noto Serif CJK SC"/>
              </a:defRPr>
            </a:lvl5pPr>
            <a:lvl6pPr>
              <a:defRPr sz="1350" b="0">
                <a:solidFill>
                  <a:srgbClr val="776C60"/>
                </a:solidFill>
                <a:latin typeface="Noto Serif CJK SC"/>
                <a:ea typeface="Noto Serif CJK SC"/>
                <a:cs typeface="Noto Serif CJK SC"/>
              </a:defRPr>
            </a:lvl6pPr>
            <a:lvl7pPr>
              <a:defRPr sz="1350" b="0">
                <a:solidFill>
                  <a:srgbClr val="776C60"/>
                </a:solidFill>
                <a:latin typeface="Noto Serif CJK SC"/>
                <a:ea typeface="Noto Serif CJK SC"/>
                <a:cs typeface="Noto Serif CJK SC"/>
              </a:defRPr>
            </a:lvl7pPr>
            <a:lvl8pPr>
              <a:defRPr sz="1350" b="0">
                <a:solidFill>
                  <a:srgbClr val="776C60"/>
                </a:solidFill>
                <a:latin typeface="Noto Serif CJK SC"/>
                <a:ea typeface="Noto Serif CJK SC"/>
                <a:cs typeface="Noto Serif CJK SC"/>
              </a:defRPr>
            </a:lvl8pPr>
            <a:lvl9pPr>
              <a:defRPr sz="1350" b="0">
                <a:solidFill>
                  <a:srgbClr val="776C60"/>
                </a:solidFill>
                <a:latin typeface="Noto Serif CJK SC"/>
                <a:ea typeface="Noto Serif CJK SC"/>
                <a:cs typeface="Noto Serif CJK SC"/>
              </a:defRPr>
            </a:lvl9pPr>
          </a:lstStyle>
          <a:p xmlns:a="http://schemas.openxmlformats.org/drawingml/2006/main">
            <a:pPr>
              <a:defRPr sz="1350" b="0">
                <a:solidFill>
                  <a:srgbClr val="776C60"/>
                </a:solidFill>
                <a:latin typeface="Noto Serif CJK SC"/>
                <a:ea typeface="Noto Serif CJK SC"/>
                <a:cs typeface="Noto Serif CJK SC"/>
              </a:defRPr>
            </a:pPr>
            <a:r>
              <a:rPr sz="1350" b="0">
                <a:solidFill>
                  <a:srgbClr val="776C60"/>
                </a:solidFill>
                <a:latin typeface="Noto Serif CJK SC"/>
                <a:ea typeface="Noto Serif CJK SC"/>
                <a:cs typeface="Noto Serif CJK SC"/>
              </a:rPr>
              <a:t>25</a:t>
            </a:r>
          </a:p>
        </p:txBody>
      </p:sp>
    </p:spTree>
    <p:extLst>
      <p:ext uri="{BB962C8B-B14F-4D97-AF65-F5344CB8AC3E}">
        <p14:creationId xmlns:p14="http://schemas.microsoft.com/office/powerpoint/2010/main" val="1721737859"/>
      </p:ext>
    </p:extLst>
  </p:cSld>
</p:sld>
</file>

<file path=ppt/slides/slide26.xml><?xml version="1.0" encoding="utf-8"?>
<p:sld xmlns:p="http://schemas.openxmlformats.org/presentationml/2006/main">
  <p:cSld>
    <p:bg>
      <p:bgPr>
        <a:solidFill xmlns:a="http://schemas.openxmlformats.org/drawingml/2006/main">
          <a:srgbClr val="FFFAF2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58BB1E7A-6D16-4219-8A17-020FE6D3E0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33375"/>
            <a:ext cx="762000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1575" b="0">
                <a:solidFill>
                  <a:srgbClr val="9B3024"/>
                </a:solidFill>
                <a:latin typeface="Noto Serif CJK SC"/>
                <a:ea typeface="Noto Serif CJK SC"/>
                <a:cs typeface="Noto Serif CJK SC"/>
              </a:defRPr>
            </a:defPPr>
            <a:lvl1pPr>
              <a:defRPr sz="1575" b="0">
                <a:solidFill>
                  <a:srgbClr val="9B3024"/>
                </a:solidFill>
                <a:latin typeface="Noto Serif CJK SC"/>
                <a:ea typeface="Noto Serif CJK SC"/>
                <a:cs typeface="Noto Serif CJK SC"/>
              </a:defRPr>
            </a:lvl1pPr>
            <a:lvl2pPr>
              <a:defRPr sz="1575" b="0">
                <a:solidFill>
                  <a:srgbClr val="9B3024"/>
                </a:solidFill>
                <a:latin typeface="Noto Serif CJK SC"/>
                <a:ea typeface="Noto Serif CJK SC"/>
                <a:cs typeface="Noto Serif CJK SC"/>
              </a:defRPr>
            </a:lvl2pPr>
            <a:lvl3pPr>
              <a:defRPr sz="1575" b="0">
                <a:solidFill>
                  <a:srgbClr val="9B3024"/>
                </a:solidFill>
                <a:latin typeface="Noto Serif CJK SC"/>
                <a:ea typeface="Noto Serif CJK SC"/>
                <a:cs typeface="Noto Serif CJK SC"/>
              </a:defRPr>
            </a:lvl3pPr>
            <a:lvl4pPr>
              <a:defRPr sz="1575" b="0">
                <a:solidFill>
                  <a:srgbClr val="9B3024"/>
                </a:solidFill>
                <a:latin typeface="Noto Serif CJK SC"/>
                <a:ea typeface="Noto Serif CJK SC"/>
                <a:cs typeface="Noto Serif CJK SC"/>
              </a:defRPr>
            </a:lvl4pPr>
            <a:lvl5pPr>
              <a:defRPr sz="1575" b="0">
                <a:solidFill>
                  <a:srgbClr val="9B3024"/>
                </a:solidFill>
                <a:latin typeface="Noto Serif CJK SC"/>
                <a:ea typeface="Noto Serif CJK SC"/>
                <a:cs typeface="Noto Serif CJK SC"/>
              </a:defRPr>
            </a:lvl5pPr>
            <a:lvl6pPr>
              <a:defRPr sz="1575" b="0">
                <a:solidFill>
                  <a:srgbClr val="9B3024"/>
                </a:solidFill>
                <a:latin typeface="Noto Serif CJK SC"/>
                <a:ea typeface="Noto Serif CJK SC"/>
                <a:cs typeface="Noto Serif CJK SC"/>
              </a:defRPr>
            </a:lvl6pPr>
            <a:lvl7pPr>
              <a:defRPr sz="1575" b="0">
                <a:solidFill>
                  <a:srgbClr val="9B3024"/>
                </a:solidFill>
                <a:latin typeface="Noto Serif CJK SC"/>
                <a:ea typeface="Noto Serif CJK SC"/>
                <a:cs typeface="Noto Serif CJK SC"/>
              </a:defRPr>
            </a:lvl7pPr>
            <a:lvl8pPr>
              <a:defRPr sz="1575" b="0">
                <a:solidFill>
                  <a:srgbClr val="9B3024"/>
                </a:solidFill>
                <a:latin typeface="Noto Serif CJK SC"/>
                <a:ea typeface="Noto Serif CJK SC"/>
                <a:cs typeface="Noto Serif CJK SC"/>
              </a:defRPr>
            </a:lvl8pPr>
            <a:lvl9pPr>
              <a:defRPr sz="1575" b="0">
                <a:solidFill>
                  <a:srgbClr val="9B3024"/>
                </a:solidFill>
                <a:latin typeface="Noto Serif CJK SC"/>
                <a:ea typeface="Noto Serif CJK SC"/>
                <a:cs typeface="Noto Serif CJK SC"/>
              </a:defRPr>
            </a:lvl9pPr>
          </a:lstStyle>
          <a:p xmlns:a="http://schemas.openxmlformats.org/drawingml/2006/main">
            <a:pPr>
              <a:defRPr sz="1575" b="0">
                <a:solidFill>
                  <a:srgbClr val="9B3024"/>
                </a:solidFill>
                <a:latin typeface="Noto Serif CJK SC"/>
                <a:ea typeface="Noto Serif CJK SC"/>
                <a:cs typeface="Noto Serif CJK SC"/>
              </a:defRPr>
            </a:pPr>
            <a:r>
              <a:rPr sz="1575" b="0">
                <a:solidFill>
                  <a:srgbClr val="9B3024"/>
                </a:solidFill>
                <a:latin typeface="Noto Serif CJK SC"/>
                <a:ea typeface="Noto Serif CJK SC"/>
                <a:cs typeface="Noto Serif CJK SC"/>
              </a:rPr>
              <a:t>第二课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8F8A601D-60E6-447E-8C11-C30DB9CC3B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781050"/>
            <a:ext cx="109728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3150" b="1">
                <a:solidFill>
                  <a:srgbClr val="30291F"/>
                </a:solidFill>
                <a:latin typeface="Noto Serif CJK SC"/>
                <a:ea typeface="Noto Serif CJK SC"/>
                <a:cs typeface="Noto Serif CJK SC"/>
              </a:defRPr>
            </a:defPPr>
            <a:lvl1pPr>
              <a:defRPr sz="3150" b="1">
                <a:solidFill>
                  <a:srgbClr val="30291F"/>
                </a:solidFill>
                <a:latin typeface="Noto Serif CJK SC"/>
                <a:ea typeface="Noto Serif CJK SC"/>
                <a:cs typeface="Noto Serif CJK SC"/>
              </a:defRPr>
            </a:lvl1pPr>
            <a:lvl2pPr>
              <a:defRPr sz="3150" b="1">
                <a:solidFill>
                  <a:srgbClr val="30291F"/>
                </a:solidFill>
                <a:latin typeface="Noto Serif CJK SC"/>
                <a:ea typeface="Noto Serif CJK SC"/>
                <a:cs typeface="Noto Serif CJK SC"/>
              </a:defRPr>
            </a:lvl2pPr>
            <a:lvl3pPr>
              <a:defRPr sz="3150" b="1">
                <a:solidFill>
                  <a:srgbClr val="30291F"/>
                </a:solidFill>
                <a:latin typeface="Noto Serif CJK SC"/>
                <a:ea typeface="Noto Serif CJK SC"/>
                <a:cs typeface="Noto Serif CJK SC"/>
              </a:defRPr>
            </a:lvl3pPr>
            <a:lvl4pPr>
              <a:defRPr sz="3150" b="1">
                <a:solidFill>
                  <a:srgbClr val="30291F"/>
                </a:solidFill>
                <a:latin typeface="Noto Serif CJK SC"/>
                <a:ea typeface="Noto Serif CJK SC"/>
                <a:cs typeface="Noto Serif CJK SC"/>
              </a:defRPr>
            </a:lvl4pPr>
            <a:lvl5pPr>
              <a:defRPr sz="3150" b="1">
                <a:solidFill>
                  <a:srgbClr val="30291F"/>
                </a:solidFill>
                <a:latin typeface="Noto Serif CJK SC"/>
                <a:ea typeface="Noto Serif CJK SC"/>
                <a:cs typeface="Noto Serif CJK SC"/>
              </a:defRPr>
            </a:lvl5pPr>
            <a:lvl6pPr>
              <a:defRPr sz="3150" b="1">
                <a:solidFill>
                  <a:srgbClr val="30291F"/>
                </a:solidFill>
                <a:latin typeface="Noto Serif CJK SC"/>
                <a:ea typeface="Noto Serif CJK SC"/>
                <a:cs typeface="Noto Serif CJK SC"/>
              </a:defRPr>
            </a:lvl6pPr>
            <a:lvl7pPr>
              <a:defRPr sz="3150" b="1">
                <a:solidFill>
                  <a:srgbClr val="30291F"/>
                </a:solidFill>
                <a:latin typeface="Noto Serif CJK SC"/>
                <a:ea typeface="Noto Serif CJK SC"/>
                <a:cs typeface="Noto Serif CJK SC"/>
              </a:defRPr>
            </a:lvl7pPr>
            <a:lvl8pPr>
              <a:defRPr sz="3150" b="1">
                <a:solidFill>
                  <a:srgbClr val="30291F"/>
                </a:solidFill>
                <a:latin typeface="Noto Serif CJK SC"/>
                <a:ea typeface="Noto Serif CJK SC"/>
                <a:cs typeface="Noto Serif CJK SC"/>
              </a:defRPr>
            </a:lvl8pPr>
            <a:lvl9pPr>
              <a:defRPr sz="3150" b="1">
                <a:solidFill>
                  <a:srgbClr val="30291F"/>
                </a:solidFill>
                <a:latin typeface="Noto Serif CJK SC"/>
                <a:ea typeface="Noto Serif CJK SC"/>
                <a:cs typeface="Noto Serif CJK SC"/>
              </a:defRPr>
            </a:lvl9pPr>
          </a:lstStyle>
          <a:p xmlns:a="http://schemas.openxmlformats.org/drawingml/2006/main">
            <a:pPr>
              <a:defRPr sz="3150" b="1">
                <a:solidFill>
                  <a:srgbClr val="30291F"/>
                </a:solidFill>
                <a:latin typeface="Noto Serif CJK SC"/>
                <a:ea typeface="Noto Serif CJK SC"/>
                <a:cs typeface="Noto Serif CJK SC"/>
              </a:defRPr>
            </a:pPr>
            <a:r>
              <a:rPr sz="3150" b="1">
                <a:solidFill>
                  <a:srgbClr val="30291F"/>
                </a:solidFill>
                <a:latin typeface="Noto Serif CJK SC"/>
                <a:ea typeface="Noto Serif CJK SC"/>
                <a:cs typeface="Noto Serif CJK SC"/>
              </a:rPr>
              <a:t>任务8  哪些文字加引号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CC9EDA5D-4D9D-44BF-9BEE-AFEAE2E9E5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714500"/>
            <a:ext cx="10972800" cy="628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2775" b="0">
                <a:solidFill>
                  <a:srgbClr val="30291F"/>
                </a:solidFill>
                <a:latin typeface="LXGW WenKai TC"/>
                <a:ea typeface="LXGW WenKai TC"/>
                <a:cs typeface="LXGW WenKai TC"/>
              </a:defRPr>
            </a:defPPr>
            <a:lvl1pPr>
              <a:defRPr sz="2775" b="0">
                <a:solidFill>
                  <a:srgbClr val="30291F"/>
                </a:solidFill>
                <a:latin typeface="LXGW WenKai TC"/>
                <a:ea typeface="LXGW WenKai TC"/>
                <a:cs typeface="LXGW WenKai TC"/>
              </a:defRPr>
            </a:lvl1pPr>
            <a:lvl2pPr>
              <a:defRPr sz="2775" b="0">
                <a:solidFill>
                  <a:srgbClr val="30291F"/>
                </a:solidFill>
                <a:latin typeface="LXGW WenKai TC"/>
                <a:ea typeface="LXGW WenKai TC"/>
                <a:cs typeface="LXGW WenKai TC"/>
              </a:defRPr>
            </a:lvl2pPr>
            <a:lvl3pPr>
              <a:defRPr sz="2775" b="0">
                <a:solidFill>
                  <a:srgbClr val="30291F"/>
                </a:solidFill>
                <a:latin typeface="LXGW WenKai TC"/>
                <a:ea typeface="LXGW WenKai TC"/>
                <a:cs typeface="LXGW WenKai TC"/>
              </a:defRPr>
            </a:lvl3pPr>
            <a:lvl4pPr>
              <a:defRPr sz="2775" b="0">
                <a:solidFill>
                  <a:srgbClr val="30291F"/>
                </a:solidFill>
                <a:latin typeface="LXGW WenKai TC"/>
                <a:ea typeface="LXGW WenKai TC"/>
                <a:cs typeface="LXGW WenKai TC"/>
              </a:defRPr>
            </a:lvl4pPr>
            <a:lvl5pPr>
              <a:defRPr sz="2775" b="0">
                <a:solidFill>
                  <a:srgbClr val="30291F"/>
                </a:solidFill>
                <a:latin typeface="LXGW WenKai TC"/>
                <a:ea typeface="LXGW WenKai TC"/>
                <a:cs typeface="LXGW WenKai TC"/>
              </a:defRPr>
            </a:lvl5pPr>
            <a:lvl6pPr>
              <a:defRPr sz="2775" b="0">
                <a:solidFill>
                  <a:srgbClr val="30291F"/>
                </a:solidFill>
                <a:latin typeface="LXGW WenKai TC"/>
                <a:ea typeface="LXGW WenKai TC"/>
                <a:cs typeface="LXGW WenKai TC"/>
              </a:defRPr>
            </a:lvl6pPr>
            <a:lvl7pPr>
              <a:defRPr sz="2775" b="0">
                <a:solidFill>
                  <a:srgbClr val="30291F"/>
                </a:solidFill>
                <a:latin typeface="LXGW WenKai TC"/>
                <a:ea typeface="LXGW WenKai TC"/>
                <a:cs typeface="LXGW WenKai TC"/>
              </a:defRPr>
            </a:lvl7pPr>
            <a:lvl8pPr>
              <a:defRPr sz="2775" b="0">
                <a:solidFill>
                  <a:srgbClr val="30291F"/>
                </a:solidFill>
                <a:latin typeface="LXGW WenKai TC"/>
                <a:ea typeface="LXGW WenKai TC"/>
                <a:cs typeface="LXGW WenKai TC"/>
              </a:defRPr>
            </a:lvl8pPr>
            <a:lvl9pPr>
              <a:defRPr sz="2775" b="0">
                <a:solidFill>
                  <a:srgbClr val="30291F"/>
                </a:solidFill>
                <a:latin typeface="LXGW WenKai TC"/>
                <a:ea typeface="LXGW WenKai TC"/>
                <a:cs typeface="LXGW WenKai TC"/>
              </a:defRPr>
            </a:lvl9pPr>
          </a:lstStyle>
          <a:p xmlns:a="http://schemas.openxmlformats.org/drawingml/2006/main">
            <a:pPr>
              <a:defRPr sz="2775" b="0">
                <a:solidFill>
                  <a:srgbClr val="30291F"/>
                </a:solidFill>
                <a:latin typeface="LXGW WenKai TC"/>
                <a:ea typeface="LXGW WenKai TC"/>
                <a:cs typeface="LXGW WenKai TC"/>
              </a:defRPr>
            </a:pPr>
            <a:r>
              <a:rPr sz="2775" b="0">
                <a:solidFill>
                  <a:srgbClr val="30291F"/>
                </a:solidFill>
                <a:latin typeface="LXGW WenKai TC"/>
                <a:ea typeface="LXGW WenKai TC"/>
                <a:cs typeface="LXGW WenKai TC"/>
              </a:rPr>
              <a:t>以下句子哪些地方应该加引号？你来试试吧。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17D4DCA3-DD79-42BD-BA39-F4F820F699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667125"/>
            <a:ext cx="10972800" cy="1619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2325" b="0">
                <a:solidFill>
                  <a:srgbClr val="31695F"/>
                </a:solidFill>
                <a:latin typeface="Noto Serif CJK SC"/>
                <a:ea typeface="Noto Serif CJK SC"/>
                <a:cs typeface="Noto Serif CJK SC"/>
              </a:defRPr>
            </a:defPPr>
            <a:lvl1pPr>
              <a:defRPr sz="2325" b="0">
                <a:solidFill>
                  <a:srgbClr val="31695F"/>
                </a:solidFill>
                <a:latin typeface="Noto Serif CJK SC"/>
                <a:ea typeface="Noto Serif CJK SC"/>
                <a:cs typeface="Noto Serif CJK SC"/>
              </a:defRPr>
            </a:lvl1pPr>
            <a:lvl2pPr>
              <a:defRPr sz="2325" b="0">
                <a:solidFill>
                  <a:srgbClr val="31695F"/>
                </a:solidFill>
                <a:latin typeface="Noto Serif CJK SC"/>
                <a:ea typeface="Noto Serif CJK SC"/>
                <a:cs typeface="Noto Serif CJK SC"/>
              </a:defRPr>
            </a:lvl2pPr>
            <a:lvl3pPr>
              <a:defRPr sz="2325" b="0">
                <a:solidFill>
                  <a:srgbClr val="31695F"/>
                </a:solidFill>
                <a:latin typeface="Noto Serif CJK SC"/>
                <a:ea typeface="Noto Serif CJK SC"/>
                <a:cs typeface="Noto Serif CJK SC"/>
              </a:defRPr>
            </a:lvl3pPr>
            <a:lvl4pPr>
              <a:defRPr sz="2325" b="0">
                <a:solidFill>
                  <a:srgbClr val="31695F"/>
                </a:solidFill>
                <a:latin typeface="Noto Serif CJK SC"/>
                <a:ea typeface="Noto Serif CJK SC"/>
                <a:cs typeface="Noto Serif CJK SC"/>
              </a:defRPr>
            </a:lvl4pPr>
            <a:lvl5pPr>
              <a:defRPr sz="2325" b="0">
                <a:solidFill>
                  <a:srgbClr val="31695F"/>
                </a:solidFill>
                <a:latin typeface="Noto Serif CJK SC"/>
                <a:ea typeface="Noto Serif CJK SC"/>
                <a:cs typeface="Noto Serif CJK SC"/>
              </a:defRPr>
            </a:lvl5pPr>
            <a:lvl6pPr>
              <a:defRPr sz="2325" b="0">
                <a:solidFill>
                  <a:srgbClr val="31695F"/>
                </a:solidFill>
                <a:latin typeface="Noto Serif CJK SC"/>
                <a:ea typeface="Noto Serif CJK SC"/>
                <a:cs typeface="Noto Serif CJK SC"/>
              </a:defRPr>
            </a:lvl6pPr>
            <a:lvl7pPr>
              <a:defRPr sz="2325" b="0">
                <a:solidFill>
                  <a:srgbClr val="31695F"/>
                </a:solidFill>
                <a:latin typeface="Noto Serif CJK SC"/>
                <a:ea typeface="Noto Serif CJK SC"/>
                <a:cs typeface="Noto Serif CJK SC"/>
              </a:defRPr>
            </a:lvl7pPr>
            <a:lvl8pPr>
              <a:defRPr sz="2325" b="0">
                <a:solidFill>
                  <a:srgbClr val="31695F"/>
                </a:solidFill>
                <a:latin typeface="Noto Serif CJK SC"/>
                <a:ea typeface="Noto Serif CJK SC"/>
                <a:cs typeface="Noto Serif CJK SC"/>
              </a:defRPr>
            </a:lvl8pPr>
            <a:lvl9pPr>
              <a:defRPr sz="2325" b="0">
                <a:solidFill>
                  <a:srgbClr val="31695F"/>
                </a:solidFill>
                <a:latin typeface="Noto Serif CJK SC"/>
                <a:ea typeface="Noto Serif CJK SC"/>
                <a:cs typeface="Noto Serif CJK SC"/>
              </a:defRPr>
            </a:lvl9pPr>
          </a:lstStyle>
          <a:p xmlns:a="http://schemas.openxmlformats.org/drawingml/2006/main">
            <a:pPr>
              <a:defRPr sz="2325" b="0">
                <a:solidFill>
                  <a:srgbClr val="31695F"/>
                </a:solidFill>
                <a:latin typeface="Noto Serif CJK SC"/>
                <a:ea typeface="Noto Serif CJK SC"/>
                <a:cs typeface="Noto Serif CJK SC"/>
              </a:defRPr>
            </a:pPr>
            <a:r>
              <a:rPr sz="2325" b="0">
                <a:solidFill>
                  <a:srgbClr val="31695F"/>
                </a:solidFill>
                <a:latin typeface="Noto Serif CJK SC"/>
                <a:ea typeface="Noto Serif CJK SC"/>
                <a:cs typeface="Noto Serif CJK SC"/>
              </a:rPr>
              <a:t>1. 门上倒贴着一个大大的福字。</a:t>
            </a:r>
          </a:p>
          <a:p xmlns:a="http://schemas.openxmlformats.org/drawingml/2006/main">
            <a:pPr>
              <a:defRPr sz="2325" b="0">
                <a:solidFill>
                  <a:srgbClr val="31695F"/>
                </a:solidFill>
                <a:latin typeface="Noto Serif CJK SC"/>
                <a:ea typeface="Noto Serif CJK SC"/>
                <a:cs typeface="Noto Serif CJK SC"/>
              </a:defRPr>
            </a:pPr>
            <a:r>
              <a:rPr sz="2325" b="0">
                <a:solidFill>
                  <a:srgbClr val="31695F"/>
                </a:solidFill>
                <a:latin typeface="Noto Serif CJK SC"/>
                <a:ea typeface="Noto Serif CJK SC"/>
                <a:cs typeface="Noto Serif CJK SC"/>
              </a:rPr>
              <a:t>2. 助人为快乐之本是他常说的一句话。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0C6B9C71-A423-4609-813A-1EC51239B2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734050"/>
            <a:ext cx="10972800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2100" b="0">
                <a:solidFill>
                  <a:srgbClr val="9B3024"/>
                </a:solidFill>
                <a:latin typeface="Noto Serif CJK SC"/>
                <a:ea typeface="Noto Serif CJK SC"/>
                <a:cs typeface="Noto Serif CJK SC"/>
              </a:defRPr>
            </a:defPPr>
            <a:lvl1pPr>
              <a:defRPr sz="2100" b="0">
                <a:solidFill>
                  <a:srgbClr val="9B3024"/>
                </a:solidFill>
                <a:latin typeface="Noto Serif CJK SC"/>
                <a:ea typeface="Noto Serif CJK SC"/>
                <a:cs typeface="Noto Serif CJK SC"/>
              </a:defRPr>
            </a:lvl1pPr>
            <a:lvl2pPr>
              <a:defRPr sz="2100" b="0">
                <a:solidFill>
                  <a:srgbClr val="9B3024"/>
                </a:solidFill>
                <a:latin typeface="Noto Serif CJK SC"/>
                <a:ea typeface="Noto Serif CJK SC"/>
                <a:cs typeface="Noto Serif CJK SC"/>
              </a:defRPr>
            </a:lvl2pPr>
            <a:lvl3pPr>
              <a:defRPr sz="2100" b="0">
                <a:solidFill>
                  <a:srgbClr val="9B3024"/>
                </a:solidFill>
                <a:latin typeface="Noto Serif CJK SC"/>
                <a:ea typeface="Noto Serif CJK SC"/>
                <a:cs typeface="Noto Serif CJK SC"/>
              </a:defRPr>
            </a:lvl3pPr>
            <a:lvl4pPr>
              <a:defRPr sz="2100" b="0">
                <a:solidFill>
                  <a:srgbClr val="9B3024"/>
                </a:solidFill>
                <a:latin typeface="Noto Serif CJK SC"/>
                <a:ea typeface="Noto Serif CJK SC"/>
                <a:cs typeface="Noto Serif CJK SC"/>
              </a:defRPr>
            </a:lvl4pPr>
            <a:lvl5pPr>
              <a:defRPr sz="2100" b="0">
                <a:solidFill>
                  <a:srgbClr val="9B3024"/>
                </a:solidFill>
                <a:latin typeface="Noto Serif CJK SC"/>
                <a:ea typeface="Noto Serif CJK SC"/>
                <a:cs typeface="Noto Serif CJK SC"/>
              </a:defRPr>
            </a:lvl5pPr>
            <a:lvl6pPr>
              <a:defRPr sz="2100" b="0">
                <a:solidFill>
                  <a:srgbClr val="9B3024"/>
                </a:solidFill>
                <a:latin typeface="Noto Serif CJK SC"/>
                <a:ea typeface="Noto Serif CJK SC"/>
                <a:cs typeface="Noto Serif CJK SC"/>
              </a:defRPr>
            </a:lvl6pPr>
            <a:lvl7pPr>
              <a:defRPr sz="2100" b="0">
                <a:solidFill>
                  <a:srgbClr val="9B3024"/>
                </a:solidFill>
                <a:latin typeface="Noto Serif CJK SC"/>
                <a:ea typeface="Noto Serif CJK SC"/>
                <a:cs typeface="Noto Serif CJK SC"/>
              </a:defRPr>
            </a:lvl7pPr>
            <a:lvl8pPr>
              <a:defRPr sz="2100" b="0">
                <a:solidFill>
                  <a:srgbClr val="9B3024"/>
                </a:solidFill>
                <a:latin typeface="Noto Serif CJK SC"/>
                <a:ea typeface="Noto Serif CJK SC"/>
                <a:cs typeface="Noto Serif CJK SC"/>
              </a:defRPr>
            </a:lvl8pPr>
            <a:lvl9pPr>
              <a:defRPr sz="2100" b="0">
                <a:solidFill>
                  <a:srgbClr val="9B3024"/>
                </a:solidFill>
                <a:latin typeface="Noto Serif CJK SC"/>
                <a:ea typeface="Noto Serif CJK SC"/>
                <a:cs typeface="Noto Serif CJK SC"/>
              </a:defRPr>
            </a:lvl9pPr>
          </a:lstStyle>
          <a:p xmlns:a="http://schemas.openxmlformats.org/drawingml/2006/main">
            <a:pPr>
              <a:defRPr sz="2100" b="0">
                <a:solidFill>
                  <a:srgbClr val="9B3024"/>
                </a:solidFill>
                <a:latin typeface="Noto Serif CJK SC"/>
                <a:ea typeface="Noto Serif CJK SC"/>
                <a:cs typeface="Noto Serif CJK SC"/>
              </a:defRPr>
            </a:pPr>
            <a:r>
              <a:rPr sz="2100" b="0">
                <a:solidFill>
                  <a:srgbClr val="9B3024"/>
                </a:solidFill>
                <a:latin typeface="Noto Serif CJK SC"/>
                <a:ea typeface="Noto Serif CJK SC"/>
                <a:cs typeface="Noto Serif CJK SC"/>
              </a:rPr>
              <a:t>先独立回答，再比较与订正。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6A666E86-1DFB-4743-AA12-F9FF9E99A2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25200" y="6477000"/>
            <a:ext cx="4572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1350" b="0">
                <a:solidFill>
                  <a:srgbClr val="776C60"/>
                </a:solidFill>
                <a:latin typeface="Noto Serif CJK SC"/>
                <a:ea typeface="Noto Serif CJK SC"/>
                <a:cs typeface="Noto Serif CJK SC"/>
              </a:defRPr>
            </a:defPPr>
            <a:lvl1pPr>
              <a:defRPr sz="1350" b="0">
                <a:solidFill>
                  <a:srgbClr val="776C60"/>
                </a:solidFill>
                <a:latin typeface="Noto Serif CJK SC"/>
                <a:ea typeface="Noto Serif CJK SC"/>
                <a:cs typeface="Noto Serif CJK SC"/>
              </a:defRPr>
            </a:lvl1pPr>
            <a:lvl2pPr>
              <a:defRPr sz="1350" b="0">
                <a:solidFill>
                  <a:srgbClr val="776C60"/>
                </a:solidFill>
                <a:latin typeface="Noto Serif CJK SC"/>
                <a:ea typeface="Noto Serif CJK SC"/>
                <a:cs typeface="Noto Serif CJK SC"/>
              </a:defRPr>
            </a:lvl2pPr>
            <a:lvl3pPr>
              <a:defRPr sz="1350" b="0">
                <a:solidFill>
                  <a:srgbClr val="776C60"/>
                </a:solidFill>
                <a:latin typeface="Noto Serif CJK SC"/>
                <a:ea typeface="Noto Serif CJK SC"/>
                <a:cs typeface="Noto Serif CJK SC"/>
              </a:defRPr>
            </a:lvl3pPr>
            <a:lvl4pPr>
              <a:defRPr sz="1350" b="0">
                <a:solidFill>
                  <a:srgbClr val="776C60"/>
                </a:solidFill>
                <a:latin typeface="Noto Serif CJK SC"/>
                <a:ea typeface="Noto Serif CJK SC"/>
                <a:cs typeface="Noto Serif CJK SC"/>
              </a:defRPr>
            </a:lvl4pPr>
            <a:lvl5pPr>
              <a:defRPr sz="1350" b="0">
                <a:solidFill>
                  <a:srgbClr val="776C60"/>
                </a:solidFill>
                <a:latin typeface="Noto Serif CJK SC"/>
                <a:ea typeface="Noto Serif CJK SC"/>
                <a:cs typeface="Noto Serif CJK SC"/>
              </a:defRPr>
            </a:lvl5pPr>
            <a:lvl6pPr>
              <a:defRPr sz="1350" b="0">
                <a:solidFill>
                  <a:srgbClr val="776C60"/>
                </a:solidFill>
                <a:latin typeface="Noto Serif CJK SC"/>
                <a:ea typeface="Noto Serif CJK SC"/>
                <a:cs typeface="Noto Serif CJK SC"/>
              </a:defRPr>
            </a:lvl6pPr>
            <a:lvl7pPr>
              <a:defRPr sz="1350" b="0">
                <a:solidFill>
                  <a:srgbClr val="776C60"/>
                </a:solidFill>
                <a:latin typeface="Noto Serif CJK SC"/>
                <a:ea typeface="Noto Serif CJK SC"/>
                <a:cs typeface="Noto Serif CJK SC"/>
              </a:defRPr>
            </a:lvl7pPr>
            <a:lvl8pPr>
              <a:defRPr sz="1350" b="0">
                <a:solidFill>
                  <a:srgbClr val="776C60"/>
                </a:solidFill>
                <a:latin typeface="Noto Serif CJK SC"/>
                <a:ea typeface="Noto Serif CJK SC"/>
                <a:cs typeface="Noto Serif CJK SC"/>
              </a:defRPr>
            </a:lvl8pPr>
            <a:lvl9pPr>
              <a:defRPr sz="1350" b="0">
                <a:solidFill>
                  <a:srgbClr val="776C60"/>
                </a:solidFill>
                <a:latin typeface="Noto Serif CJK SC"/>
                <a:ea typeface="Noto Serif CJK SC"/>
                <a:cs typeface="Noto Serif CJK SC"/>
              </a:defRPr>
            </a:lvl9pPr>
          </a:lstStyle>
          <a:p xmlns:a="http://schemas.openxmlformats.org/drawingml/2006/main">
            <a:pPr>
              <a:defRPr sz="1350" b="0">
                <a:solidFill>
                  <a:srgbClr val="776C60"/>
                </a:solidFill>
                <a:latin typeface="Noto Serif CJK SC"/>
                <a:ea typeface="Noto Serif CJK SC"/>
                <a:cs typeface="Noto Serif CJK SC"/>
              </a:defRPr>
            </a:pPr>
            <a:r>
              <a:rPr sz="1350" b="0">
                <a:solidFill>
                  <a:srgbClr val="776C60"/>
                </a:solidFill>
                <a:latin typeface="Noto Serif CJK SC"/>
                <a:ea typeface="Noto Serif CJK SC"/>
                <a:cs typeface="Noto Serif CJK SC"/>
              </a:rPr>
              <a:t>26</a:t>
            </a:r>
          </a:p>
        </p:txBody>
      </p:sp>
    </p:spTree>
    <p:extLst>
      <p:ext uri="{BB962C8B-B14F-4D97-AF65-F5344CB8AC3E}">
        <p14:creationId xmlns:p14="http://schemas.microsoft.com/office/powerpoint/2010/main" val="374069605"/>
      </p:ext>
    </p:extLst>
  </p:cSld>
</p:sld>
</file>

<file path=ppt/slides/slide27.xml><?xml version="1.0" encoding="utf-8"?>
<p:sld xmlns:p="http://schemas.openxmlformats.org/presentationml/2006/main">
  <p:cSld>
    <p:bg>
      <p:bgPr>
        <a:solidFill xmlns:a="http://schemas.openxmlformats.org/drawingml/2006/main">
          <a:srgbClr val="FFFAF2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DA70D9D8-4827-4CBA-ACB2-F3A68FF501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33375"/>
            <a:ext cx="762000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1575" b="0">
                <a:solidFill>
                  <a:srgbClr val="9B3024"/>
                </a:solidFill>
                <a:latin typeface="Noto Serif CJK SC"/>
                <a:ea typeface="Noto Serif CJK SC"/>
                <a:cs typeface="Noto Serif CJK SC"/>
              </a:defRPr>
            </a:defPPr>
            <a:lvl1pPr>
              <a:defRPr sz="1575" b="0">
                <a:solidFill>
                  <a:srgbClr val="9B3024"/>
                </a:solidFill>
                <a:latin typeface="Noto Serif CJK SC"/>
                <a:ea typeface="Noto Serif CJK SC"/>
                <a:cs typeface="Noto Serif CJK SC"/>
              </a:defRPr>
            </a:lvl1pPr>
            <a:lvl2pPr>
              <a:defRPr sz="1575" b="0">
                <a:solidFill>
                  <a:srgbClr val="9B3024"/>
                </a:solidFill>
                <a:latin typeface="Noto Serif CJK SC"/>
                <a:ea typeface="Noto Serif CJK SC"/>
                <a:cs typeface="Noto Serif CJK SC"/>
              </a:defRPr>
            </a:lvl2pPr>
            <a:lvl3pPr>
              <a:defRPr sz="1575" b="0">
                <a:solidFill>
                  <a:srgbClr val="9B3024"/>
                </a:solidFill>
                <a:latin typeface="Noto Serif CJK SC"/>
                <a:ea typeface="Noto Serif CJK SC"/>
                <a:cs typeface="Noto Serif CJK SC"/>
              </a:defRPr>
            </a:lvl3pPr>
            <a:lvl4pPr>
              <a:defRPr sz="1575" b="0">
                <a:solidFill>
                  <a:srgbClr val="9B3024"/>
                </a:solidFill>
                <a:latin typeface="Noto Serif CJK SC"/>
                <a:ea typeface="Noto Serif CJK SC"/>
                <a:cs typeface="Noto Serif CJK SC"/>
              </a:defRPr>
            </a:lvl4pPr>
            <a:lvl5pPr>
              <a:defRPr sz="1575" b="0">
                <a:solidFill>
                  <a:srgbClr val="9B3024"/>
                </a:solidFill>
                <a:latin typeface="Noto Serif CJK SC"/>
                <a:ea typeface="Noto Serif CJK SC"/>
                <a:cs typeface="Noto Serif CJK SC"/>
              </a:defRPr>
            </a:lvl5pPr>
            <a:lvl6pPr>
              <a:defRPr sz="1575" b="0">
                <a:solidFill>
                  <a:srgbClr val="9B3024"/>
                </a:solidFill>
                <a:latin typeface="Noto Serif CJK SC"/>
                <a:ea typeface="Noto Serif CJK SC"/>
                <a:cs typeface="Noto Serif CJK SC"/>
              </a:defRPr>
            </a:lvl6pPr>
            <a:lvl7pPr>
              <a:defRPr sz="1575" b="0">
                <a:solidFill>
                  <a:srgbClr val="9B3024"/>
                </a:solidFill>
                <a:latin typeface="Noto Serif CJK SC"/>
                <a:ea typeface="Noto Serif CJK SC"/>
                <a:cs typeface="Noto Serif CJK SC"/>
              </a:defRPr>
            </a:lvl7pPr>
            <a:lvl8pPr>
              <a:defRPr sz="1575" b="0">
                <a:solidFill>
                  <a:srgbClr val="9B3024"/>
                </a:solidFill>
                <a:latin typeface="Noto Serif CJK SC"/>
                <a:ea typeface="Noto Serif CJK SC"/>
                <a:cs typeface="Noto Serif CJK SC"/>
              </a:defRPr>
            </a:lvl8pPr>
            <a:lvl9pPr>
              <a:defRPr sz="1575" b="0">
                <a:solidFill>
                  <a:srgbClr val="9B3024"/>
                </a:solidFill>
                <a:latin typeface="Noto Serif CJK SC"/>
                <a:ea typeface="Noto Serif CJK SC"/>
                <a:cs typeface="Noto Serif CJK SC"/>
              </a:defRPr>
            </a:lvl9pPr>
          </a:lstStyle>
          <a:p xmlns:a="http://schemas.openxmlformats.org/drawingml/2006/main">
            <a:pPr>
              <a:defRPr sz="1575" b="0">
                <a:solidFill>
                  <a:srgbClr val="9B3024"/>
                </a:solidFill>
                <a:latin typeface="Noto Serif CJK SC"/>
                <a:ea typeface="Noto Serif CJK SC"/>
                <a:cs typeface="Noto Serif CJK SC"/>
              </a:defRPr>
            </a:pPr>
            <a:r>
              <a:rPr sz="1575" b="0">
                <a:solidFill>
                  <a:srgbClr val="9B3024"/>
                </a:solidFill>
                <a:latin typeface="Noto Serif CJK SC"/>
                <a:ea typeface="Noto Serif CJK SC"/>
                <a:cs typeface="Noto Serif CJK SC"/>
              </a:rPr>
              <a:t>第二课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2D0E1082-B990-4FAC-8EE8-E0EAA115E3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781050"/>
            <a:ext cx="109728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3150" b="1">
                <a:solidFill>
                  <a:srgbClr val="30291F"/>
                </a:solidFill>
                <a:latin typeface="Noto Serif CJK SC"/>
                <a:ea typeface="Noto Serif CJK SC"/>
                <a:cs typeface="Noto Serif CJK SC"/>
              </a:defRPr>
            </a:defPPr>
            <a:lvl1pPr>
              <a:defRPr sz="3150" b="1">
                <a:solidFill>
                  <a:srgbClr val="30291F"/>
                </a:solidFill>
                <a:latin typeface="Noto Serif CJK SC"/>
                <a:ea typeface="Noto Serif CJK SC"/>
                <a:cs typeface="Noto Serif CJK SC"/>
              </a:defRPr>
            </a:lvl1pPr>
            <a:lvl2pPr>
              <a:defRPr sz="3150" b="1">
                <a:solidFill>
                  <a:srgbClr val="30291F"/>
                </a:solidFill>
                <a:latin typeface="Noto Serif CJK SC"/>
                <a:ea typeface="Noto Serif CJK SC"/>
                <a:cs typeface="Noto Serif CJK SC"/>
              </a:defRPr>
            </a:lvl2pPr>
            <a:lvl3pPr>
              <a:defRPr sz="3150" b="1">
                <a:solidFill>
                  <a:srgbClr val="30291F"/>
                </a:solidFill>
                <a:latin typeface="Noto Serif CJK SC"/>
                <a:ea typeface="Noto Serif CJK SC"/>
                <a:cs typeface="Noto Serif CJK SC"/>
              </a:defRPr>
            </a:lvl3pPr>
            <a:lvl4pPr>
              <a:defRPr sz="3150" b="1">
                <a:solidFill>
                  <a:srgbClr val="30291F"/>
                </a:solidFill>
                <a:latin typeface="Noto Serif CJK SC"/>
                <a:ea typeface="Noto Serif CJK SC"/>
                <a:cs typeface="Noto Serif CJK SC"/>
              </a:defRPr>
            </a:lvl4pPr>
            <a:lvl5pPr>
              <a:defRPr sz="3150" b="1">
                <a:solidFill>
                  <a:srgbClr val="30291F"/>
                </a:solidFill>
                <a:latin typeface="Noto Serif CJK SC"/>
                <a:ea typeface="Noto Serif CJK SC"/>
                <a:cs typeface="Noto Serif CJK SC"/>
              </a:defRPr>
            </a:lvl5pPr>
            <a:lvl6pPr>
              <a:defRPr sz="3150" b="1">
                <a:solidFill>
                  <a:srgbClr val="30291F"/>
                </a:solidFill>
                <a:latin typeface="Noto Serif CJK SC"/>
                <a:ea typeface="Noto Serif CJK SC"/>
                <a:cs typeface="Noto Serif CJK SC"/>
              </a:defRPr>
            </a:lvl6pPr>
            <a:lvl7pPr>
              <a:defRPr sz="3150" b="1">
                <a:solidFill>
                  <a:srgbClr val="30291F"/>
                </a:solidFill>
                <a:latin typeface="Noto Serif CJK SC"/>
                <a:ea typeface="Noto Serif CJK SC"/>
                <a:cs typeface="Noto Serif CJK SC"/>
              </a:defRPr>
            </a:lvl7pPr>
            <a:lvl8pPr>
              <a:defRPr sz="3150" b="1">
                <a:solidFill>
                  <a:srgbClr val="30291F"/>
                </a:solidFill>
                <a:latin typeface="Noto Serif CJK SC"/>
                <a:ea typeface="Noto Serif CJK SC"/>
                <a:cs typeface="Noto Serif CJK SC"/>
              </a:defRPr>
            </a:lvl8pPr>
            <a:lvl9pPr>
              <a:defRPr sz="3150" b="1">
                <a:solidFill>
                  <a:srgbClr val="30291F"/>
                </a:solidFill>
                <a:latin typeface="Noto Serif CJK SC"/>
                <a:ea typeface="Noto Serif CJK SC"/>
                <a:cs typeface="Noto Serif CJK SC"/>
              </a:defRPr>
            </a:lvl9pPr>
          </a:lstStyle>
          <a:p xmlns:a="http://schemas.openxmlformats.org/drawingml/2006/main">
            <a:pPr>
              <a:defRPr sz="3150" b="1">
                <a:solidFill>
                  <a:srgbClr val="30291F"/>
                </a:solidFill>
                <a:latin typeface="Noto Serif CJK SC"/>
                <a:ea typeface="Noto Serif CJK SC"/>
                <a:cs typeface="Noto Serif CJK SC"/>
              </a:defRPr>
            </a:pPr>
            <a:r>
              <a:rPr sz="3150" b="1">
                <a:solidFill>
                  <a:srgbClr val="30291F"/>
                </a:solidFill>
                <a:latin typeface="Noto Serif CJK SC"/>
                <a:ea typeface="Noto Serif CJK SC"/>
                <a:cs typeface="Noto Serif CJK SC"/>
              </a:rPr>
              <a:t>任务8  引号标出什么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417D1CF4-3E70-45B7-801D-1C1B95FF7E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714500"/>
            <a:ext cx="10972800" cy="10572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2625" b="0">
                <a:solidFill>
                  <a:srgbClr val="31695F"/>
                </a:solidFill>
                <a:latin typeface="LXGW WenKai TC"/>
                <a:ea typeface="LXGW WenKai TC"/>
                <a:cs typeface="LXGW WenKai TC"/>
              </a:defRPr>
            </a:defPPr>
            <a:lvl1pPr>
              <a:defRPr sz="2625" b="0">
                <a:solidFill>
                  <a:srgbClr val="31695F"/>
                </a:solidFill>
                <a:latin typeface="LXGW WenKai TC"/>
                <a:ea typeface="LXGW WenKai TC"/>
                <a:cs typeface="LXGW WenKai TC"/>
              </a:defRPr>
            </a:lvl1pPr>
            <a:lvl2pPr>
              <a:defRPr sz="2625" b="0">
                <a:solidFill>
                  <a:srgbClr val="31695F"/>
                </a:solidFill>
                <a:latin typeface="LXGW WenKai TC"/>
                <a:ea typeface="LXGW WenKai TC"/>
                <a:cs typeface="LXGW WenKai TC"/>
              </a:defRPr>
            </a:lvl2pPr>
            <a:lvl3pPr>
              <a:defRPr sz="2625" b="0">
                <a:solidFill>
                  <a:srgbClr val="31695F"/>
                </a:solidFill>
                <a:latin typeface="LXGW WenKai TC"/>
                <a:ea typeface="LXGW WenKai TC"/>
                <a:cs typeface="LXGW WenKai TC"/>
              </a:defRPr>
            </a:lvl3pPr>
            <a:lvl4pPr>
              <a:defRPr sz="2625" b="0">
                <a:solidFill>
                  <a:srgbClr val="31695F"/>
                </a:solidFill>
                <a:latin typeface="LXGW WenKai TC"/>
                <a:ea typeface="LXGW WenKai TC"/>
                <a:cs typeface="LXGW WenKai TC"/>
              </a:defRPr>
            </a:lvl4pPr>
            <a:lvl5pPr>
              <a:defRPr sz="2625" b="0">
                <a:solidFill>
                  <a:srgbClr val="31695F"/>
                </a:solidFill>
                <a:latin typeface="LXGW WenKai TC"/>
                <a:ea typeface="LXGW WenKai TC"/>
                <a:cs typeface="LXGW WenKai TC"/>
              </a:defRPr>
            </a:lvl5pPr>
            <a:lvl6pPr>
              <a:defRPr sz="2625" b="0">
                <a:solidFill>
                  <a:srgbClr val="31695F"/>
                </a:solidFill>
                <a:latin typeface="LXGW WenKai TC"/>
                <a:ea typeface="LXGW WenKai TC"/>
                <a:cs typeface="LXGW WenKai TC"/>
              </a:defRPr>
            </a:lvl6pPr>
            <a:lvl7pPr>
              <a:defRPr sz="2625" b="0">
                <a:solidFill>
                  <a:srgbClr val="31695F"/>
                </a:solidFill>
                <a:latin typeface="LXGW WenKai TC"/>
                <a:ea typeface="LXGW WenKai TC"/>
                <a:cs typeface="LXGW WenKai TC"/>
              </a:defRPr>
            </a:lvl7pPr>
            <a:lvl8pPr>
              <a:defRPr sz="2625" b="0">
                <a:solidFill>
                  <a:srgbClr val="31695F"/>
                </a:solidFill>
                <a:latin typeface="LXGW WenKai TC"/>
                <a:ea typeface="LXGW WenKai TC"/>
                <a:cs typeface="LXGW WenKai TC"/>
              </a:defRPr>
            </a:lvl8pPr>
            <a:lvl9pPr>
              <a:defRPr sz="2625" b="0">
                <a:solidFill>
                  <a:srgbClr val="31695F"/>
                </a:solidFill>
                <a:latin typeface="LXGW WenKai TC"/>
                <a:ea typeface="LXGW WenKai TC"/>
                <a:cs typeface="LXGW WenKai TC"/>
              </a:defRPr>
            </a:lvl9pPr>
          </a:lstStyle>
          <a:p xmlns:a="http://schemas.openxmlformats.org/drawingml/2006/main">
            <a:pPr>
              <a:defRPr sz="2625" b="0">
                <a:solidFill>
                  <a:srgbClr val="31695F"/>
                </a:solidFill>
                <a:latin typeface="LXGW WenKai TC"/>
                <a:ea typeface="LXGW WenKai TC"/>
                <a:cs typeface="LXGW WenKai TC"/>
              </a:defRPr>
            </a:pPr>
            <a:r>
              <a:rPr sz="2625" b="0">
                <a:solidFill>
                  <a:srgbClr val="31695F"/>
                </a:solidFill>
                <a:latin typeface="LXGW WenKai TC"/>
                <a:ea typeface="LXGW WenKai TC"/>
                <a:cs typeface="LXGW WenKai TC"/>
              </a:rPr>
              <a:t>1. 门上倒贴着一个大大的“福”字。</a:t>
            </a:r>
          </a:p>
          <a:p xmlns:a="http://schemas.openxmlformats.org/drawingml/2006/main">
            <a:pPr>
              <a:defRPr sz="2625" b="0">
                <a:solidFill>
                  <a:srgbClr val="31695F"/>
                </a:solidFill>
                <a:latin typeface="LXGW WenKai TC"/>
                <a:ea typeface="LXGW WenKai TC"/>
                <a:cs typeface="LXGW WenKai TC"/>
              </a:defRPr>
            </a:pPr>
            <a:r>
              <a:rPr sz="2625" b="0">
                <a:solidFill>
                  <a:srgbClr val="31695F"/>
                </a:solidFill>
                <a:latin typeface="LXGW WenKai TC"/>
                <a:ea typeface="LXGW WenKai TC"/>
                <a:cs typeface="LXGW WenKai TC"/>
              </a:rPr>
              <a:t>2. “助人为快乐之本”是他常说的一句话。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71193FC0-6507-48F8-A5B2-20E80B1B0B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000375"/>
            <a:ext cx="10820400" cy="4667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2100" b="0">
                <a:solidFill>
                  <a:srgbClr val="30291F"/>
                </a:solidFill>
                <a:latin typeface="Noto Serif CJK SC"/>
                <a:ea typeface="Noto Serif CJK SC"/>
                <a:cs typeface="Noto Serif CJK SC"/>
              </a:defRPr>
            </a:defPPr>
            <a:lvl1pPr>
              <a:defRPr sz="2100" b="0">
                <a:solidFill>
                  <a:srgbClr val="30291F"/>
                </a:solidFill>
                <a:latin typeface="Noto Serif CJK SC"/>
                <a:ea typeface="Noto Serif CJK SC"/>
                <a:cs typeface="Noto Serif CJK SC"/>
              </a:defRPr>
            </a:lvl1pPr>
            <a:lvl2pPr>
              <a:defRPr sz="2100" b="0">
                <a:solidFill>
                  <a:srgbClr val="30291F"/>
                </a:solidFill>
                <a:latin typeface="Noto Serif CJK SC"/>
                <a:ea typeface="Noto Serif CJK SC"/>
                <a:cs typeface="Noto Serif CJK SC"/>
              </a:defRPr>
            </a:lvl2pPr>
            <a:lvl3pPr>
              <a:defRPr sz="2100" b="0">
                <a:solidFill>
                  <a:srgbClr val="30291F"/>
                </a:solidFill>
                <a:latin typeface="Noto Serif CJK SC"/>
                <a:ea typeface="Noto Serif CJK SC"/>
                <a:cs typeface="Noto Serif CJK SC"/>
              </a:defRPr>
            </a:lvl3pPr>
            <a:lvl4pPr>
              <a:defRPr sz="2100" b="0">
                <a:solidFill>
                  <a:srgbClr val="30291F"/>
                </a:solidFill>
                <a:latin typeface="Noto Serif CJK SC"/>
                <a:ea typeface="Noto Serif CJK SC"/>
                <a:cs typeface="Noto Serif CJK SC"/>
              </a:defRPr>
            </a:lvl4pPr>
            <a:lvl5pPr>
              <a:defRPr sz="2100" b="0">
                <a:solidFill>
                  <a:srgbClr val="30291F"/>
                </a:solidFill>
                <a:latin typeface="Noto Serif CJK SC"/>
                <a:ea typeface="Noto Serif CJK SC"/>
                <a:cs typeface="Noto Serif CJK SC"/>
              </a:defRPr>
            </a:lvl5pPr>
            <a:lvl6pPr>
              <a:defRPr sz="2100" b="0">
                <a:solidFill>
                  <a:srgbClr val="30291F"/>
                </a:solidFill>
                <a:latin typeface="Noto Serif CJK SC"/>
                <a:ea typeface="Noto Serif CJK SC"/>
                <a:cs typeface="Noto Serif CJK SC"/>
              </a:defRPr>
            </a:lvl6pPr>
            <a:lvl7pPr>
              <a:defRPr sz="2100" b="0">
                <a:solidFill>
                  <a:srgbClr val="30291F"/>
                </a:solidFill>
                <a:latin typeface="Noto Serif CJK SC"/>
                <a:ea typeface="Noto Serif CJK SC"/>
                <a:cs typeface="Noto Serif CJK SC"/>
              </a:defRPr>
            </a:lvl7pPr>
            <a:lvl8pPr>
              <a:defRPr sz="2100" b="0">
                <a:solidFill>
                  <a:srgbClr val="30291F"/>
                </a:solidFill>
                <a:latin typeface="Noto Serif CJK SC"/>
                <a:ea typeface="Noto Serif CJK SC"/>
                <a:cs typeface="Noto Serif CJK SC"/>
              </a:defRPr>
            </a:lvl8pPr>
            <a:lvl9pPr>
              <a:defRPr sz="2100" b="0">
                <a:solidFill>
                  <a:srgbClr val="30291F"/>
                </a:solidFill>
                <a:latin typeface="Noto Serif CJK SC"/>
                <a:ea typeface="Noto Serif CJK SC"/>
                <a:cs typeface="Noto Serif CJK SC"/>
              </a:defRPr>
            </a:lvl9pPr>
          </a:lstStyle>
          <a:p xmlns:a="http://schemas.openxmlformats.org/drawingml/2006/main">
            <a:pPr>
              <a:defRPr sz="2100" b="0">
                <a:solidFill>
                  <a:srgbClr val="30291F"/>
                </a:solidFill>
                <a:latin typeface="Noto Serif CJK SC"/>
                <a:ea typeface="Noto Serif CJK SC"/>
                <a:cs typeface="Noto Serif CJK SC"/>
              </a:defRPr>
            </a:pPr>
            <a:r>
              <a:rPr sz="2100" b="0">
                <a:solidFill>
                  <a:srgbClr val="30291F"/>
                </a:solidFill>
                <a:latin typeface="Noto Serif CJK SC"/>
                <a:ea typeface="Noto Serif CJK SC"/>
                <a:cs typeface="Noto Serif CJK SC"/>
              </a:rPr>
              <a:t>“福”：特别标出这个字，不把“字”包括进去。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FB578933-46CD-4EB3-8C2F-720F61E070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600450"/>
            <a:ext cx="10820400" cy="4667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2100" b="0">
                <a:solidFill>
                  <a:srgbClr val="30291F"/>
                </a:solidFill>
                <a:latin typeface="Noto Serif CJK SC"/>
                <a:ea typeface="Noto Serif CJK SC"/>
                <a:cs typeface="Noto Serif CJK SC"/>
              </a:defRPr>
            </a:defPPr>
            <a:lvl1pPr>
              <a:defRPr sz="2100" b="0">
                <a:solidFill>
                  <a:srgbClr val="30291F"/>
                </a:solidFill>
                <a:latin typeface="Noto Serif CJK SC"/>
                <a:ea typeface="Noto Serif CJK SC"/>
                <a:cs typeface="Noto Serif CJK SC"/>
              </a:defRPr>
            </a:lvl1pPr>
            <a:lvl2pPr>
              <a:defRPr sz="2100" b="0">
                <a:solidFill>
                  <a:srgbClr val="30291F"/>
                </a:solidFill>
                <a:latin typeface="Noto Serif CJK SC"/>
                <a:ea typeface="Noto Serif CJK SC"/>
                <a:cs typeface="Noto Serif CJK SC"/>
              </a:defRPr>
            </a:lvl2pPr>
            <a:lvl3pPr>
              <a:defRPr sz="2100" b="0">
                <a:solidFill>
                  <a:srgbClr val="30291F"/>
                </a:solidFill>
                <a:latin typeface="Noto Serif CJK SC"/>
                <a:ea typeface="Noto Serif CJK SC"/>
                <a:cs typeface="Noto Serif CJK SC"/>
              </a:defRPr>
            </a:lvl3pPr>
            <a:lvl4pPr>
              <a:defRPr sz="2100" b="0">
                <a:solidFill>
                  <a:srgbClr val="30291F"/>
                </a:solidFill>
                <a:latin typeface="Noto Serif CJK SC"/>
                <a:ea typeface="Noto Serif CJK SC"/>
                <a:cs typeface="Noto Serif CJK SC"/>
              </a:defRPr>
            </a:lvl4pPr>
            <a:lvl5pPr>
              <a:defRPr sz="2100" b="0">
                <a:solidFill>
                  <a:srgbClr val="30291F"/>
                </a:solidFill>
                <a:latin typeface="Noto Serif CJK SC"/>
                <a:ea typeface="Noto Serif CJK SC"/>
                <a:cs typeface="Noto Serif CJK SC"/>
              </a:defRPr>
            </a:lvl5pPr>
            <a:lvl6pPr>
              <a:defRPr sz="2100" b="0">
                <a:solidFill>
                  <a:srgbClr val="30291F"/>
                </a:solidFill>
                <a:latin typeface="Noto Serif CJK SC"/>
                <a:ea typeface="Noto Serif CJK SC"/>
                <a:cs typeface="Noto Serif CJK SC"/>
              </a:defRPr>
            </a:lvl6pPr>
            <a:lvl7pPr>
              <a:defRPr sz="2100" b="0">
                <a:solidFill>
                  <a:srgbClr val="30291F"/>
                </a:solidFill>
                <a:latin typeface="Noto Serif CJK SC"/>
                <a:ea typeface="Noto Serif CJK SC"/>
                <a:cs typeface="Noto Serif CJK SC"/>
              </a:defRPr>
            </a:lvl7pPr>
            <a:lvl8pPr>
              <a:defRPr sz="2100" b="0">
                <a:solidFill>
                  <a:srgbClr val="30291F"/>
                </a:solidFill>
                <a:latin typeface="Noto Serif CJK SC"/>
                <a:ea typeface="Noto Serif CJK SC"/>
                <a:cs typeface="Noto Serif CJK SC"/>
              </a:defRPr>
            </a:lvl8pPr>
            <a:lvl9pPr>
              <a:defRPr sz="2100" b="0">
                <a:solidFill>
                  <a:srgbClr val="30291F"/>
                </a:solidFill>
                <a:latin typeface="Noto Serif CJK SC"/>
                <a:ea typeface="Noto Serif CJK SC"/>
                <a:cs typeface="Noto Serif CJK SC"/>
              </a:defRPr>
            </a:lvl9pPr>
          </a:lstStyle>
          <a:p xmlns:a="http://schemas.openxmlformats.org/drawingml/2006/main">
            <a:pPr>
              <a:defRPr sz="2100" b="0">
                <a:solidFill>
                  <a:srgbClr val="30291F"/>
                </a:solidFill>
                <a:latin typeface="Noto Serif CJK SC"/>
                <a:ea typeface="Noto Serif CJK SC"/>
                <a:cs typeface="Noto Serif CJK SC"/>
              </a:defRPr>
            </a:pPr>
            <a:r>
              <a:rPr sz="2100" b="0">
                <a:solidFill>
                  <a:srgbClr val="30291F"/>
                </a:solidFill>
                <a:latin typeface="Noto Serif CJK SC"/>
                <a:ea typeface="Noto Serif CJK SC"/>
                <a:cs typeface="Noto Serif CJK SC"/>
              </a:rPr>
              <a:t>“助人为快乐之本”：引用他说过的话。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EBF633AF-4427-44CA-9A10-917785A17C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25200" y="6477000"/>
            <a:ext cx="4572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1350" b="0">
                <a:solidFill>
                  <a:srgbClr val="776C60"/>
                </a:solidFill>
                <a:latin typeface="Noto Serif CJK SC"/>
                <a:ea typeface="Noto Serif CJK SC"/>
                <a:cs typeface="Noto Serif CJK SC"/>
              </a:defRPr>
            </a:defPPr>
            <a:lvl1pPr>
              <a:defRPr sz="1350" b="0">
                <a:solidFill>
                  <a:srgbClr val="776C60"/>
                </a:solidFill>
                <a:latin typeface="Noto Serif CJK SC"/>
                <a:ea typeface="Noto Serif CJK SC"/>
                <a:cs typeface="Noto Serif CJK SC"/>
              </a:defRPr>
            </a:lvl1pPr>
            <a:lvl2pPr>
              <a:defRPr sz="1350" b="0">
                <a:solidFill>
                  <a:srgbClr val="776C60"/>
                </a:solidFill>
                <a:latin typeface="Noto Serif CJK SC"/>
                <a:ea typeface="Noto Serif CJK SC"/>
                <a:cs typeface="Noto Serif CJK SC"/>
              </a:defRPr>
            </a:lvl2pPr>
            <a:lvl3pPr>
              <a:defRPr sz="1350" b="0">
                <a:solidFill>
                  <a:srgbClr val="776C60"/>
                </a:solidFill>
                <a:latin typeface="Noto Serif CJK SC"/>
                <a:ea typeface="Noto Serif CJK SC"/>
                <a:cs typeface="Noto Serif CJK SC"/>
              </a:defRPr>
            </a:lvl3pPr>
            <a:lvl4pPr>
              <a:defRPr sz="1350" b="0">
                <a:solidFill>
                  <a:srgbClr val="776C60"/>
                </a:solidFill>
                <a:latin typeface="Noto Serif CJK SC"/>
                <a:ea typeface="Noto Serif CJK SC"/>
                <a:cs typeface="Noto Serif CJK SC"/>
              </a:defRPr>
            </a:lvl4pPr>
            <a:lvl5pPr>
              <a:defRPr sz="1350" b="0">
                <a:solidFill>
                  <a:srgbClr val="776C60"/>
                </a:solidFill>
                <a:latin typeface="Noto Serif CJK SC"/>
                <a:ea typeface="Noto Serif CJK SC"/>
                <a:cs typeface="Noto Serif CJK SC"/>
              </a:defRPr>
            </a:lvl5pPr>
            <a:lvl6pPr>
              <a:defRPr sz="1350" b="0">
                <a:solidFill>
                  <a:srgbClr val="776C60"/>
                </a:solidFill>
                <a:latin typeface="Noto Serif CJK SC"/>
                <a:ea typeface="Noto Serif CJK SC"/>
                <a:cs typeface="Noto Serif CJK SC"/>
              </a:defRPr>
            </a:lvl6pPr>
            <a:lvl7pPr>
              <a:defRPr sz="1350" b="0">
                <a:solidFill>
                  <a:srgbClr val="776C60"/>
                </a:solidFill>
                <a:latin typeface="Noto Serif CJK SC"/>
                <a:ea typeface="Noto Serif CJK SC"/>
                <a:cs typeface="Noto Serif CJK SC"/>
              </a:defRPr>
            </a:lvl7pPr>
            <a:lvl8pPr>
              <a:defRPr sz="1350" b="0">
                <a:solidFill>
                  <a:srgbClr val="776C60"/>
                </a:solidFill>
                <a:latin typeface="Noto Serif CJK SC"/>
                <a:ea typeface="Noto Serif CJK SC"/>
                <a:cs typeface="Noto Serif CJK SC"/>
              </a:defRPr>
            </a:lvl8pPr>
            <a:lvl9pPr>
              <a:defRPr sz="1350" b="0">
                <a:solidFill>
                  <a:srgbClr val="776C60"/>
                </a:solidFill>
                <a:latin typeface="Noto Serif CJK SC"/>
                <a:ea typeface="Noto Serif CJK SC"/>
                <a:cs typeface="Noto Serif CJK SC"/>
              </a:defRPr>
            </a:lvl9pPr>
          </a:lstStyle>
          <a:p xmlns:a="http://schemas.openxmlformats.org/drawingml/2006/main">
            <a:pPr>
              <a:defRPr sz="1350" b="0">
                <a:solidFill>
                  <a:srgbClr val="776C60"/>
                </a:solidFill>
                <a:latin typeface="Noto Serif CJK SC"/>
                <a:ea typeface="Noto Serif CJK SC"/>
                <a:cs typeface="Noto Serif CJK SC"/>
              </a:defRPr>
            </a:pPr>
            <a:r>
              <a:rPr sz="1350" b="0">
                <a:solidFill>
                  <a:srgbClr val="776C60"/>
                </a:solidFill>
                <a:latin typeface="Noto Serif CJK SC"/>
                <a:ea typeface="Noto Serif CJK SC"/>
                <a:cs typeface="Noto Serif CJK SC"/>
              </a:rPr>
              <a:t>27</a:t>
            </a:r>
          </a:p>
        </p:txBody>
      </p:sp>
    </p:spTree>
    <p:extLst>
      <p:ext uri="{BB962C8B-B14F-4D97-AF65-F5344CB8AC3E}">
        <p14:creationId xmlns:p14="http://schemas.microsoft.com/office/powerpoint/2010/main" val="983178132"/>
      </p:ext>
    </p:extLst>
  </p:cSld>
</p:sld>
</file>

<file path=ppt/slides/slide28.xml><?xml version="1.0" encoding="utf-8"?>
<p:sld xmlns:p="http://schemas.openxmlformats.org/presentationml/2006/main">
  <p:cSld>
    <p:bg>
      <p:bgPr>
        <a:solidFill xmlns:a="http://schemas.openxmlformats.org/drawingml/2006/main">
          <a:srgbClr val="FFFAF2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CE586CF9-6D53-4FE3-9EC2-7C5FC0DD82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33375"/>
            <a:ext cx="762000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1575" b="0">
                <a:solidFill>
                  <a:srgbClr val="9B3024"/>
                </a:solidFill>
                <a:latin typeface="Noto Serif CJK SC"/>
                <a:ea typeface="Noto Serif CJK SC"/>
                <a:cs typeface="Noto Serif CJK SC"/>
              </a:defRPr>
            </a:defPPr>
            <a:lvl1pPr>
              <a:defRPr sz="1575" b="0">
                <a:solidFill>
                  <a:srgbClr val="9B3024"/>
                </a:solidFill>
                <a:latin typeface="Noto Serif CJK SC"/>
                <a:ea typeface="Noto Serif CJK SC"/>
                <a:cs typeface="Noto Serif CJK SC"/>
              </a:defRPr>
            </a:lvl1pPr>
            <a:lvl2pPr>
              <a:defRPr sz="1575" b="0">
                <a:solidFill>
                  <a:srgbClr val="9B3024"/>
                </a:solidFill>
                <a:latin typeface="Noto Serif CJK SC"/>
                <a:ea typeface="Noto Serif CJK SC"/>
                <a:cs typeface="Noto Serif CJK SC"/>
              </a:defRPr>
            </a:lvl2pPr>
            <a:lvl3pPr>
              <a:defRPr sz="1575" b="0">
                <a:solidFill>
                  <a:srgbClr val="9B3024"/>
                </a:solidFill>
                <a:latin typeface="Noto Serif CJK SC"/>
                <a:ea typeface="Noto Serif CJK SC"/>
                <a:cs typeface="Noto Serif CJK SC"/>
              </a:defRPr>
            </a:lvl3pPr>
            <a:lvl4pPr>
              <a:defRPr sz="1575" b="0">
                <a:solidFill>
                  <a:srgbClr val="9B3024"/>
                </a:solidFill>
                <a:latin typeface="Noto Serif CJK SC"/>
                <a:ea typeface="Noto Serif CJK SC"/>
                <a:cs typeface="Noto Serif CJK SC"/>
              </a:defRPr>
            </a:lvl4pPr>
            <a:lvl5pPr>
              <a:defRPr sz="1575" b="0">
                <a:solidFill>
                  <a:srgbClr val="9B3024"/>
                </a:solidFill>
                <a:latin typeface="Noto Serif CJK SC"/>
                <a:ea typeface="Noto Serif CJK SC"/>
                <a:cs typeface="Noto Serif CJK SC"/>
              </a:defRPr>
            </a:lvl5pPr>
            <a:lvl6pPr>
              <a:defRPr sz="1575" b="0">
                <a:solidFill>
                  <a:srgbClr val="9B3024"/>
                </a:solidFill>
                <a:latin typeface="Noto Serif CJK SC"/>
                <a:ea typeface="Noto Serif CJK SC"/>
                <a:cs typeface="Noto Serif CJK SC"/>
              </a:defRPr>
            </a:lvl6pPr>
            <a:lvl7pPr>
              <a:defRPr sz="1575" b="0">
                <a:solidFill>
                  <a:srgbClr val="9B3024"/>
                </a:solidFill>
                <a:latin typeface="Noto Serif CJK SC"/>
                <a:ea typeface="Noto Serif CJK SC"/>
                <a:cs typeface="Noto Serif CJK SC"/>
              </a:defRPr>
            </a:lvl7pPr>
            <a:lvl8pPr>
              <a:defRPr sz="1575" b="0">
                <a:solidFill>
                  <a:srgbClr val="9B3024"/>
                </a:solidFill>
                <a:latin typeface="Noto Serif CJK SC"/>
                <a:ea typeface="Noto Serif CJK SC"/>
                <a:cs typeface="Noto Serif CJK SC"/>
              </a:defRPr>
            </a:lvl8pPr>
            <a:lvl9pPr>
              <a:defRPr sz="1575" b="0">
                <a:solidFill>
                  <a:srgbClr val="9B3024"/>
                </a:solidFill>
                <a:latin typeface="Noto Serif CJK SC"/>
                <a:ea typeface="Noto Serif CJK SC"/>
                <a:cs typeface="Noto Serif CJK SC"/>
              </a:defRPr>
            </a:lvl9pPr>
          </a:lstStyle>
          <a:p xmlns:a="http://schemas.openxmlformats.org/drawingml/2006/main">
            <a:pPr>
              <a:defRPr sz="1575" b="0">
                <a:solidFill>
                  <a:srgbClr val="9B3024"/>
                </a:solidFill>
                <a:latin typeface="Noto Serif CJK SC"/>
                <a:ea typeface="Noto Serif CJK SC"/>
                <a:cs typeface="Noto Serif CJK SC"/>
              </a:defRPr>
            </a:pPr>
            <a:r>
              <a:rPr sz="1575" b="0">
                <a:solidFill>
                  <a:srgbClr val="9B3024"/>
                </a:solidFill>
                <a:latin typeface="Noto Serif CJK SC"/>
                <a:ea typeface="Noto Serif CJK SC"/>
                <a:cs typeface="Noto Serif CJK SC"/>
              </a:rPr>
              <a:t>第二课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1B40B432-D30D-4186-803C-DC94FD885D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781050"/>
            <a:ext cx="109728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3150" b="1">
                <a:solidFill>
                  <a:srgbClr val="30291F"/>
                </a:solidFill>
                <a:latin typeface="Noto Serif CJK SC"/>
                <a:ea typeface="Noto Serif CJK SC"/>
                <a:cs typeface="Noto Serif CJK SC"/>
              </a:defRPr>
            </a:defPPr>
            <a:lvl1pPr>
              <a:defRPr sz="3150" b="1">
                <a:solidFill>
                  <a:srgbClr val="30291F"/>
                </a:solidFill>
                <a:latin typeface="Noto Serif CJK SC"/>
                <a:ea typeface="Noto Serif CJK SC"/>
                <a:cs typeface="Noto Serif CJK SC"/>
              </a:defRPr>
            </a:lvl1pPr>
            <a:lvl2pPr>
              <a:defRPr sz="3150" b="1">
                <a:solidFill>
                  <a:srgbClr val="30291F"/>
                </a:solidFill>
                <a:latin typeface="Noto Serif CJK SC"/>
                <a:ea typeface="Noto Serif CJK SC"/>
                <a:cs typeface="Noto Serif CJK SC"/>
              </a:defRPr>
            </a:lvl2pPr>
            <a:lvl3pPr>
              <a:defRPr sz="3150" b="1">
                <a:solidFill>
                  <a:srgbClr val="30291F"/>
                </a:solidFill>
                <a:latin typeface="Noto Serif CJK SC"/>
                <a:ea typeface="Noto Serif CJK SC"/>
                <a:cs typeface="Noto Serif CJK SC"/>
              </a:defRPr>
            </a:lvl3pPr>
            <a:lvl4pPr>
              <a:defRPr sz="3150" b="1">
                <a:solidFill>
                  <a:srgbClr val="30291F"/>
                </a:solidFill>
                <a:latin typeface="Noto Serif CJK SC"/>
                <a:ea typeface="Noto Serif CJK SC"/>
                <a:cs typeface="Noto Serif CJK SC"/>
              </a:defRPr>
            </a:lvl4pPr>
            <a:lvl5pPr>
              <a:defRPr sz="3150" b="1">
                <a:solidFill>
                  <a:srgbClr val="30291F"/>
                </a:solidFill>
                <a:latin typeface="Noto Serif CJK SC"/>
                <a:ea typeface="Noto Serif CJK SC"/>
                <a:cs typeface="Noto Serif CJK SC"/>
              </a:defRPr>
            </a:lvl5pPr>
            <a:lvl6pPr>
              <a:defRPr sz="3150" b="1">
                <a:solidFill>
                  <a:srgbClr val="30291F"/>
                </a:solidFill>
                <a:latin typeface="Noto Serif CJK SC"/>
                <a:ea typeface="Noto Serif CJK SC"/>
                <a:cs typeface="Noto Serif CJK SC"/>
              </a:defRPr>
            </a:lvl6pPr>
            <a:lvl7pPr>
              <a:defRPr sz="3150" b="1">
                <a:solidFill>
                  <a:srgbClr val="30291F"/>
                </a:solidFill>
                <a:latin typeface="Noto Serif CJK SC"/>
                <a:ea typeface="Noto Serif CJK SC"/>
                <a:cs typeface="Noto Serif CJK SC"/>
              </a:defRPr>
            </a:lvl7pPr>
            <a:lvl8pPr>
              <a:defRPr sz="3150" b="1">
                <a:solidFill>
                  <a:srgbClr val="30291F"/>
                </a:solidFill>
                <a:latin typeface="Noto Serif CJK SC"/>
                <a:ea typeface="Noto Serif CJK SC"/>
                <a:cs typeface="Noto Serif CJK SC"/>
              </a:defRPr>
            </a:lvl8pPr>
            <a:lvl9pPr>
              <a:defRPr sz="3150" b="1">
                <a:solidFill>
                  <a:srgbClr val="30291F"/>
                </a:solidFill>
                <a:latin typeface="Noto Serif CJK SC"/>
                <a:ea typeface="Noto Serif CJK SC"/>
                <a:cs typeface="Noto Serif CJK SC"/>
              </a:defRPr>
            </a:lvl9pPr>
          </a:lstStyle>
          <a:p xmlns:a="http://schemas.openxmlformats.org/drawingml/2006/main">
            <a:pPr>
              <a:defRPr sz="3150" b="1">
                <a:solidFill>
                  <a:srgbClr val="30291F"/>
                </a:solidFill>
                <a:latin typeface="Noto Serif CJK SC"/>
                <a:ea typeface="Noto Serif CJK SC"/>
                <a:cs typeface="Noto Serif CJK SC"/>
              </a:defRPr>
            </a:pPr>
            <a:r>
              <a:rPr sz="3150" b="1">
                <a:solidFill>
                  <a:srgbClr val="30291F"/>
                </a:solidFill>
                <a:latin typeface="Noto Serif CJK SC"/>
                <a:ea typeface="Noto Serif CJK SC"/>
                <a:cs typeface="Noto Serif CJK SC"/>
              </a:rPr>
              <a:t>任务9  开放题必须完成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7FFEC345-470D-45E4-97CB-6C464CE479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714500"/>
            <a:ext cx="10972800" cy="1104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2775" b="0">
                <a:solidFill>
                  <a:srgbClr val="30291F"/>
                </a:solidFill>
                <a:latin typeface="LXGW WenKai TC"/>
                <a:ea typeface="LXGW WenKai TC"/>
                <a:cs typeface="LXGW WenKai TC"/>
              </a:defRPr>
            </a:defPPr>
            <a:lvl1pPr>
              <a:defRPr sz="2775" b="0">
                <a:solidFill>
                  <a:srgbClr val="30291F"/>
                </a:solidFill>
                <a:latin typeface="LXGW WenKai TC"/>
                <a:ea typeface="LXGW WenKai TC"/>
                <a:cs typeface="LXGW WenKai TC"/>
              </a:defRPr>
            </a:lvl1pPr>
            <a:lvl2pPr>
              <a:defRPr sz="2775" b="0">
                <a:solidFill>
                  <a:srgbClr val="30291F"/>
                </a:solidFill>
                <a:latin typeface="LXGW WenKai TC"/>
                <a:ea typeface="LXGW WenKai TC"/>
                <a:cs typeface="LXGW WenKai TC"/>
              </a:defRPr>
            </a:lvl2pPr>
            <a:lvl3pPr>
              <a:defRPr sz="2775" b="0">
                <a:solidFill>
                  <a:srgbClr val="30291F"/>
                </a:solidFill>
                <a:latin typeface="LXGW WenKai TC"/>
                <a:ea typeface="LXGW WenKai TC"/>
                <a:cs typeface="LXGW WenKai TC"/>
              </a:defRPr>
            </a:lvl3pPr>
            <a:lvl4pPr>
              <a:defRPr sz="2775" b="0">
                <a:solidFill>
                  <a:srgbClr val="30291F"/>
                </a:solidFill>
                <a:latin typeface="LXGW WenKai TC"/>
                <a:ea typeface="LXGW WenKai TC"/>
                <a:cs typeface="LXGW WenKai TC"/>
              </a:defRPr>
            </a:lvl4pPr>
            <a:lvl5pPr>
              <a:defRPr sz="2775" b="0">
                <a:solidFill>
                  <a:srgbClr val="30291F"/>
                </a:solidFill>
                <a:latin typeface="LXGW WenKai TC"/>
                <a:ea typeface="LXGW WenKai TC"/>
                <a:cs typeface="LXGW WenKai TC"/>
              </a:defRPr>
            </a:lvl5pPr>
            <a:lvl6pPr>
              <a:defRPr sz="2775" b="0">
                <a:solidFill>
                  <a:srgbClr val="30291F"/>
                </a:solidFill>
                <a:latin typeface="LXGW WenKai TC"/>
                <a:ea typeface="LXGW WenKai TC"/>
                <a:cs typeface="LXGW WenKai TC"/>
              </a:defRPr>
            </a:lvl6pPr>
            <a:lvl7pPr>
              <a:defRPr sz="2775" b="0">
                <a:solidFill>
                  <a:srgbClr val="30291F"/>
                </a:solidFill>
                <a:latin typeface="LXGW WenKai TC"/>
                <a:ea typeface="LXGW WenKai TC"/>
                <a:cs typeface="LXGW WenKai TC"/>
              </a:defRPr>
            </a:lvl7pPr>
            <a:lvl8pPr>
              <a:defRPr sz="2775" b="0">
                <a:solidFill>
                  <a:srgbClr val="30291F"/>
                </a:solidFill>
                <a:latin typeface="LXGW WenKai TC"/>
                <a:ea typeface="LXGW WenKai TC"/>
                <a:cs typeface="LXGW WenKai TC"/>
              </a:defRPr>
            </a:lvl8pPr>
            <a:lvl9pPr>
              <a:defRPr sz="2775" b="0">
                <a:solidFill>
                  <a:srgbClr val="30291F"/>
                </a:solidFill>
                <a:latin typeface="LXGW WenKai TC"/>
                <a:ea typeface="LXGW WenKai TC"/>
                <a:cs typeface="LXGW WenKai TC"/>
              </a:defRPr>
            </a:lvl9pPr>
          </a:lstStyle>
          <a:p xmlns:a="http://schemas.openxmlformats.org/drawingml/2006/main">
            <a:pPr>
              <a:defRPr sz="2775" b="0">
                <a:solidFill>
                  <a:srgbClr val="30291F"/>
                </a:solidFill>
                <a:latin typeface="LXGW WenKai TC"/>
                <a:ea typeface="LXGW WenKai TC"/>
                <a:cs typeface="LXGW WenKai TC"/>
              </a:defRPr>
            </a:pPr>
            <a:r>
              <a:rPr sz="2775" b="0">
                <a:solidFill>
                  <a:srgbClr val="30291F"/>
                </a:solidFill>
                <a:latin typeface="LXGW WenKai TC"/>
                <a:ea typeface="LXGW WenKai TC"/>
                <a:cs typeface="LXGW WenKai TC"/>
              </a:rPr>
              <a:t>姐姐不能回家过年，决定给父母一个大大的电子红包。你认同这样的</a:t>
            </a:r>
          </a:p>
          <a:p xmlns:a="http://schemas.openxmlformats.org/drawingml/2006/main">
            <a:pPr>
              <a:defRPr sz="2775" b="0">
                <a:solidFill>
                  <a:srgbClr val="30291F"/>
                </a:solidFill>
                <a:latin typeface="LXGW WenKai TC"/>
                <a:ea typeface="LXGW WenKai TC"/>
                <a:cs typeface="LXGW WenKai TC"/>
              </a:defRPr>
            </a:pPr>
            <a:r>
              <a:rPr sz="2775" b="0">
                <a:solidFill>
                  <a:srgbClr val="30291F"/>
                </a:solidFill>
                <a:latin typeface="LXGW WenKai TC"/>
                <a:ea typeface="LXGW WenKai TC"/>
                <a:cs typeface="LXGW WenKai TC"/>
              </a:rPr>
              <a:t>做法吗？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A63DBE13-126A-4C46-A1F8-50E33CEC1F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667125"/>
            <a:ext cx="10972800" cy="1619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2325" b="0">
                <a:solidFill>
                  <a:srgbClr val="31695F"/>
                </a:solidFill>
                <a:latin typeface="Noto Serif CJK SC"/>
                <a:ea typeface="Noto Serif CJK SC"/>
                <a:cs typeface="Noto Serif CJK SC"/>
              </a:defRPr>
            </a:defPPr>
            <a:lvl1pPr>
              <a:defRPr sz="2325" b="0">
                <a:solidFill>
                  <a:srgbClr val="31695F"/>
                </a:solidFill>
                <a:latin typeface="Noto Serif CJK SC"/>
                <a:ea typeface="Noto Serif CJK SC"/>
                <a:cs typeface="Noto Serif CJK SC"/>
              </a:defRPr>
            </a:lvl1pPr>
            <a:lvl2pPr>
              <a:defRPr sz="2325" b="0">
                <a:solidFill>
                  <a:srgbClr val="31695F"/>
                </a:solidFill>
                <a:latin typeface="Noto Serif CJK SC"/>
                <a:ea typeface="Noto Serif CJK SC"/>
                <a:cs typeface="Noto Serif CJK SC"/>
              </a:defRPr>
            </a:lvl2pPr>
            <a:lvl3pPr>
              <a:defRPr sz="2325" b="0">
                <a:solidFill>
                  <a:srgbClr val="31695F"/>
                </a:solidFill>
                <a:latin typeface="Noto Serif CJK SC"/>
                <a:ea typeface="Noto Serif CJK SC"/>
                <a:cs typeface="Noto Serif CJK SC"/>
              </a:defRPr>
            </a:lvl3pPr>
            <a:lvl4pPr>
              <a:defRPr sz="2325" b="0">
                <a:solidFill>
                  <a:srgbClr val="31695F"/>
                </a:solidFill>
                <a:latin typeface="Noto Serif CJK SC"/>
                <a:ea typeface="Noto Serif CJK SC"/>
                <a:cs typeface="Noto Serif CJK SC"/>
              </a:defRPr>
            </a:lvl4pPr>
            <a:lvl5pPr>
              <a:defRPr sz="2325" b="0">
                <a:solidFill>
                  <a:srgbClr val="31695F"/>
                </a:solidFill>
                <a:latin typeface="Noto Serif CJK SC"/>
                <a:ea typeface="Noto Serif CJK SC"/>
                <a:cs typeface="Noto Serif CJK SC"/>
              </a:defRPr>
            </a:lvl5pPr>
            <a:lvl6pPr>
              <a:defRPr sz="2325" b="0">
                <a:solidFill>
                  <a:srgbClr val="31695F"/>
                </a:solidFill>
                <a:latin typeface="Noto Serif CJK SC"/>
                <a:ea typeface="Noto Serif CJK SC"/>
                <a:cs typeface="Noto Serif CJK SC"/>
              </a:defRPr>
            </a:lvl6pPr>
            <a:lvl7pPr>
              <a:defRPr sz="2325" b="0">
                <a:solidFill>
                  <a:srgbClr val="31695F"/>
                </a:solidFill>
                <a:latin typeface="Noto Serif CJK SC"/>
                <a:ea typeface="Noto Serif CJK SC"/>
                <a:cs typeface="Noto Serif CJK SC"/>
              </a:defRPr>
            </a:lvl7pPr>
            <a:lvl8pPr>
              <a:defRPr sz="2325" b="0">
                <a:solidFill>
                  <a:srgbClr val="31695F"/>
                </a:solidFill>
                <a:latin typeface="Noto Serif CJK SC"/>
                <a:ea typeface="Noto Serif CJK SC"/>
                <a:cs typeface="Noto Serif CJK SC"/>
              </a:defRPr>
            </a:lvl8pPr>
            <a:lvl9pPr>
              <a:defRPr sz="2325" b="0">
                <a:solidFill>
                  <a:srgbClr val="31695F"/>
                </a:solidFill>
                <a:latin typeface="Noto Serif CJK SC"/>
                <a:ea typeface="Noto Serif CJK SC"/>
                <a:cs typeface="Noto Serif CJK SC"/>
              </a:defRPr>
            </a:lvl9pPr>
          </a:lstStyle>
          <a:p xmlns:a="http://schemas.openxmlformats.org/drawingml/2006/main">
            <a:pPr>
              <a:defRPr sz="2325" b="0">
                <a:solidFill>
                  <a:srgbClr val="31695F"/>
                </a:solidFill>
                <a:latin typeface="Noto Serif CJK SC"/>
                <a:ea typeface="Noto Serif CJK SC"/>
                <a:cs typeface="Noto Serif CJK SC"/>
              </a:defRPr>
            </a:pPr>
            <a:r>
              <a:rPr sz="2325" b="0">
                <a:solidFill>
                  <a:srgbClr val="31695F"/>
                </a:solidFill>
                <a:latin typeface="Noto Serif CJK SC"/>
                <a:ea typeface="Noto Serif CJK SC"/>
                <a:cs typeface="Noto Serif CJK SC"/>
              </a:rPr>
              <a:t>为什么这样想？请结合课文或生活中的具体情况说明。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2F996FDA-C7B7-477D-9237-FDC337A074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734050"/>
            <a:ext cx="10972800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2100" b="0">
                <a:solidFill>
                  <a:srgbClr val="9B3024"/>
                </a:solidFill>
                <a:latin typeface="Noto Serif CJK SC"/>
                <a:ea typeface="Noto Serif CJK SC"/>
                <a:cs typeface="Noto Serif CJK SC"/>
              </a:defRPr>
            </a:defPPr>
            <a:lvl1pPr>
              <a:defRPr sz="2100" b="0">
                <a:solidFill>
                  <a:srgbClr val="9B3024"/>
                </a:solidFill>
                <a:latin typeface="Noto Serif CJK SC"/>
                <a:ea typeface="Noto Serif CJK SC"/>
                <a:cs typeface="Noto Serif CJK SC"/>
              </a:defRPr>
            </a:lvl1pPr>
            <a:lvl2pPr>
              <a:defRPr sz="2100" b="0">
                <a:solidFill>
                  <a:srgbClr val="9B3024"/>
                </a:solidFill>
                <a:latin typeface="Noto Serif CJK SC"/>
                <a:ea typeface="Noto Serif CJK SC"/>
                <a:cs typeface="Noto Serif CJK SC"/>
              </a:defRPr>
            </a:lvl2pPr>
            <a:lvl3pPr>
              <a:defRPr sz="2100" b="0">
                <a:solidFill>
                  <a:srgbClr val="9B3024"/>
                </a:solidFill>
                <a:latin typeface="Noto Serif CJK SC"/>
                <a:ea typeface="Noto Serif CJK SC"/>
                <a:cs typeface="Noto Serif CJK SC"/>
              </a:defRPr>
            </a:lvl3pPr>
            <a:lvl4pPr>
              <a:defRPr sz="2100" b="0">
                <a:solidFill>
                  <a:srgbClr val="9B3024"/>
                </a:solidFill>
                <a:latin typeface="Noto Serif CJK SC"/>
                <a:ea typeface="Noto Serif CJK SC"/>
                <a:cs typeface="Noto Serif CJK SC"/>
              </a:defRPr>
            </a:lvl4pPr>
            <a:lvl5pPr>
              <a:defRPr sz="2100" b="0">
                <a:solidFill>
                  <a:srgbClr val="9B3024"/>
                </a:solidFill>
                <a:latin typeface="Noto Serif CJK SC"/>
                <a:ea typeface="Noto Serif CJK SC"/>
                <a:cs typeface="Noto Serif CJK SC"/>
              </a:defRPr>
            </a:lvl5pPr>
            <a:lvl6pPr>
              <a:defRPr sz="2100" b="0">
                <a:solidFill>
                  <a:srgbClr val="9B3024"/>
                </a:solidFill>
                <a:latin typeface="Noto Serif CJK SC"/>
                <a:ea typeface="Noto Serif CJK SC"/>
                <a:cs typeface="Noto Serif CJK SC"/>
              </a:defRPr>
            </a:lvl6pPr>
            <a:lvl7pPr>
              <a:defRPr sz="2100" b="0">
                <a:solidFill>
                  <a:srgbClr val="9B3024"/>
                </a:solidFill>
                <a:latin typeface="Noto Serif CJK SC"/>
                <a:ea typeface="Noto Serif CJK SC"/>
                <a:cs typeface="Noto Serif CJK SC"/>
              </a:defRPr>
            </a:lvl7pPr>
            <a:lvl8pPr>
              <a:defRPr sz="2100" b="0">
                <a:solidFill>
                  <a:srgbClr val="9B3024"/>
                </a:solidFill>
                <a:latin typeface="Noto Serif CJK SC"/>
                <a:ea typeface="Noto Serif CJK SC"/>
                <a:cs typeface="Noto Serif CJK SC"/>
              </a:defRPr>
            </a:lvl8pPr>
            <a:lvl9pPr>
              <a:defRPr sz="2100" b="0">
                <a:solidFill>
                  <a:srgbClr val="9B3024"/>
                </a:solidFill>
                <a:latin typeface="Noto Serif CJK SC"/>
                <a:ea typeface="Noto Serif CJK SC"/>
                <a:cs typeface="Noto Serif CJK SC"/>
              </a:defRPr>
            </a:lvl9pPr>
          </a:lstStyle>
          <a:p xmlns:a="http://schemas.openxmlformats.org/drawingml/2006/main">
            <a:pPr>
              <a:defRPr sz="2100" b="0">
                <a:solidFill>
                  <a:srgbClr val="9B3024"/>
                </a:solidFill>
                <a:latin typeface="Noto Serif CJK SC"/>
                <a:ea typeface="Noto Serif CJK SC"/>
                <a:cs typeface="Noto Serif CJK SC"/>
              </a:defRPr>
            </a:pPr>
            <a:r>
              <a:rPr sz="2100" b="0">
                <a:solidFill>
                  <a:srgbClr val="9B3024"/>
                </a:solidFill>
                <a:latin typeface="Noto Serif CJK SC"/>
                <a:ea typeface="Noto Serif CJK SC"/>
                <a:cs typeface="Noto Serif CJK SC"/>
              </a:rPr>
              <a:t>先独立回答，再比较与订正。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FC1DFF4C-5736-41E8-93C3-AB0C314582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25200" y="6477000"/>
            <a:ext cx="4572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1350" b="0">
                <a:solidFill>
                  <a:srgbClr val="776C60"/>
                </a:solidFill>
                <a:latin typeface="Noto Serif CJK SC"/>
                <a:ea typeface="Noto Serif CJK SC"/>
                <a:cs typeface="Noto Serif CJK SC"/>
              </a:defRPr>
            </a:defPPr>
            <a:lvl1pPr>
              <a:defRPr sz="1350" b="0">
                <a:solidFill>
                  <a:srgbClr val="776C60"/>
                </a:solidFill>
                <a:latin typeface="Noto Serif CJK SC"/>
                <a:ea typeface="Noto Serif CJK SC"/>
                <a:cs typeface="Noto Serif CJK SC"/>
              </a:defRPr>
            </a:lvl1pPr>
            <a:lvl2pPr>
              <a:defRPr sz="1350" b="0">
                <a:solidFill>
                  <a:srgbClr val="776C60"/>
                </a:solidFill>
                <a:latin typeface="Noto Serif CJK SC"/>
                <a:ea typeface="Noto Serif CJK SC"/>
                <a:cs typeface="Noto Serif CJK SC"/>
              </a:defRPr>
            </a:lvl2pPr>
            <a:lvl3pPr>
              <a:defRPr sz="1350" b="0">
                <a:solidFill>
                  <a:srgbClr val="776C60"/>
                </a:solidFill>
                <a:latin typeface="Noto Serif CJK SC"/>
                <a:ea typeface="Noto Serif CJK SC"/>
                <a:cs typeface="Noto Serif CJK SC"/>
              </a:defRPr>
            </a:lvl3pPr>
            <a:lvl4pPr>
              <a:defRPr sz="1350" b="0">
                <a:solidFill>
                  <a:srgbClr val="776C60"/>
                </a:solidFill>
                <a:latin typeface="Noto Serif CJK SC"/>
                <a:ea typeface="Noto Serif CJK SC"/>
                <a:cs typeface="Noto Serif CJK SC"/>
              </a:defRPr>
            </a:lvl4pPr>
            <a:lvl5pPr>
              <a:defRPr sz="1350" b="0">
                <a:solidFill>
                  <a:srgbClr val="776C60"/>
                </a:solidFill>
                <a:latin typeface="Noto Serif CJK SC"/>
                <a:ea typeface="Noto Serif CJK SC"/>
                <a:cs typeface="Noto Serif CJK SC"/>
              </a:defRPr>
            </a:lvl5pPr>
            <a:lvl6pPr>
              <a:defRPr sz="1350" b="0">
                <a:solidFill>
                  <a:srgbClr val="776C60"/>
                </a:solidFill>
                <a:latin typeface="Noto Serif CJK SC"/>
                <a:ea typeface="Noto Serif CJK SC"/>
                <a:cs typeface="Noto Serif CJK SC"/>
              </a:defRPr>
            </a:lvl6pPr>
            <a:lvl7pPr>
              <a:defRPr sz="1350" b="0">
                <a:solidFill>
                  <a:srgbClr val="776C60"/>
                </a:solidFill>
                <a:latin typeface="Noto Serif CJK SC"/>
                <a:ea typeface="Noto Serif CJK SC"/>
                <a:cs typeface="Noto Serif CJK SC"/>
              </a:defRPr>
            </a:lvl7pPr>
            <a:lvl8pPr>
              <a:defRPr sz="1350" b="0">
                <a:solidFill>
                  <a:srgbClr val="776C60"/>
                </a:solidFill>
                <a:latin typeface="Noto Serif CJK SC"/>
                <a:ea typeface="Noto Serif CJK SC"/>
                <a:cs typeface="Noto Serif CJK SC"/>
              </a:defRPr>
            </a:lvl8pPr>
            <a:lvl9pPr>
              <a:defRPr sz="1350" b="0">
                <a:solidFill>
                  <a:srgbClr val="776C60"/>
                </a:solidFill>
                <a:latin typeface="Noto Serif CJK SC"/>
                <a:ea typeface="Noto Serif CJK SC"/>
                <a:cs typeface="Noto Serif CJK SC"/>
              </a:defRPr>
            </a:lvl9pPr>
          </a:lstStyle>
          <a:p xmlns:a="http://schemas.openxmlformats.org/drawingml/2006/main">
            <a:pPr>
              <a:defRPr sz="1350" b="0">
                <a:solidFill>
                  <a:srgbClr val="776C60"/>
                </a:solidFill>
                <a:latin typeface="Noto Serif CJK SC"/>
                <a:ea typeface="Noto Serif CJK SC"/>
                <a:cs typeface="Noto Serif CJK SC"/>
              </a:defRPr>
            </a:pPr>
            <a:r>
              <a:rPr sz="1350" b="0">
                <a:solidFill>
                  <a:srgbClr val="776C60"/>
                </a:solidFill>
                <a:latin typeface="Noto Serif CJK SC"/>
                <a:ea typeface="Noto Serif CJK SC"/>
                <a:cs typeface="Noto Serif CJK SC"/>
              </a:rPr>
              <a:t>28</a:t>
            </a:r>
          </a:p>
        </p:txBody>
      </p:sp>
    </p:spTree>
    <p:extLst>
      <p:ext uri="{BB962C8B-B14F-4D97-AF65-F5344CB8AC3E}">
        <p14:creationId xmlns:p14="http://schemas.microsoft.com/office/powerpoint/2010/main" val="1409724913"/>
      </p:ext>
    </p:extLst>
  </p:cSld>
</p:sld>
</file>

<file path=ppt/slides/slide29.xml><?xml version="1.0" encoding="utf-8"?>
<p:sld xmlns:p="http://schemas.openxmlformats.org/presentationml/2006/main">
  <p:cSld>
    <p:bg>
      <p:bgPr>
        <a:solidFill xmlns:a="http://schemas.openxmlformats.org/drawingml/2006/main">
          <a:srgbClr val="FFFAF2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4F40A646-B49F-4941-A001-9B93761B85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33375"/>
            <a:ext cx="762000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1575" b="0">
                <a:solidFill>
                  <a:srgbClr val="9B3024"/>
                </a:solidFill>
                <a:latin typeface="Noto Serif CJK SC"/>
                <a:ea typeface="Noto Serif CJK SC"/>
                <a:cs typeface="Noto Serif CJK SC"/>
              </a:defRPr>
            </a:defPPr>
            <a:lvl1pPr>
              <a:defRPr sz="1575" b="0">
                <a:solidFill>
                  <a:srgbClr val="9B3024"/>
                </a:solidFill>
                <a:latin typeface="Noto Serif CJK SC"/>
                <a:ea typeface="Noto Serif CJK SC"/>
                <a:cs typeface="Noto Serif CJK SC"/>
              </a:defRPr>
            </a:lvl1pPr>
            <a:lvl2pPr>
              <a:defRPr sz="1575" b="0">
                <a:solidFill>
                  <a:srgbClr val="9B3024"/>
                </a:solidFill>
                <a:latin typeface="Noto Serif CJK SC"/>
                <a:ea typeface="Noto Serif CJK SC"/>
                <a:cs typeface="Noto Serif CJK SC"/>
              </a:defRPr>
            </a:lvl2pPr>
            <a:lvl3pPr>
              <a:defRPr sz="1575" b="0">
                <a:solidFill>
                  <a:srgbClr val="9B3024"/>
                </a:solidFill>
                <a:latin typeface="Noto Serif CJK SC"/>
                <a:ea typeface="Noto Serif CJK SC"/>
                <a:cs typeface="Noto Serif CJK SC"/>
              </a:defRPr>
            </a:lvl3pPr>
            <a:lvl4pPr>
              <a:defRPr sz="1575" b="0">
                <a:solidFill>
                  <a:srgbClr val="9B3024"/>
                </a:solidFill>
                <a:latin typeface="Noto Serif CJK SC"/>
                <a:ea typeface="Noto Serif CJK SC"/>
                <a:cs typeface="Noto Serif CJK SC"/>
              </a:defRPr>
            </a:lvl4pPr>
            <a:lvl5pPr>
              <a:defRPr sz="1575" b="0">
                <a:solidFill>
                  <a:srgbClr val="9B3024"/>
                </a:solidFill>
                <a:latin typeface="Noto Serif CJK SC"/>
                <a:ea typeface="Noto Serif CJK SC"/>
                <a:cs typeface="Noto Serif CJK SC"/>
              </a:defRPr>
            </a:lvl5pPr>
            <a:lvl6pPr>
              <a:defRPr sz="1575" b="0">
                <a:solidFill>
                  <a:srgbClr val="9B3024"/>
                </a:solidFill>
                <a:latin typeface="Noto Serif CJK SC"/>
                <a:ea typeface="Noto Serif CJK SC"/>
                <a:cs typeface="Noto Serif CJK SC"/>
              </a:defRPr>
            </a:lvl6pPr>
            <a:lvl7pPr>
              <a:defRPr sz="1575" b="0">
                <a:solidFill>
                  <a:srgbClr val="9B3024"/>
                </a:solidFill>
                <a:latin typeface="Noto Serif CJK SC"/>
                <a:ea typeface="Noto Serif CJK SC"/>
                <a:cs typeface="Noto Serif CJK SC"/>
              </a:defRPr>
            </a:lvl7pPr>
            <a:lvl8pPr>
              <a:defRPr sz="1575" b="0">
                <a:solidFill>
                  <a:srgbClr val="9B3024"/>
                </a:solidFill>
                <a:latin typeface="Noto Serif CJK SC"/>
                <a:ea typeface="Noto Serif CJK SC"/>
                <a:cs typeface="Noto Serif CJK SC"/>
              </a:defRPr>
            </a:lvl8pPr>
            <a:lvl9pPr>
              <a:defRPr sz="1575" b="0">
                <a:solidFill>
                  <a:srgbClr val="9B3024"/>
                </a:solidFill>
                <a:latin typeface="Noto Serif CJK SC"/>
                <a:ea typeface="Noto Serif CJK SC"/>
                <a:cs typeface="Noto Serif CJK SC"/>
              </a:defRPr>
            </a:lvl9pPr>
          </a:lstStyle>
          <a:p xmlns:a="http://schemas.openxmlformats.org/drawingml/2006/main">
            <a:pPr>
              <a:defRPr sz="1575" b="0">
                <a:solidFill>
                  <a:srgbClr val="9B3024"/>
                </a:solidFill>
                <a:latin typeface="Noto Serif CJK SC"/>
                <a:ea typeface="Noto Serif CJK SC"/>
                <a:cs typeface="Noto Serif CJK SC"/>
              </a:defRPr>
            </a:pPr>
            <a:r>
              <a:rPr sz="1575" b="0">
                <a:solidFill>
                  <a:srgbClr val="9B3024"/>
                </a:solidFill>
                <a:latin typeface="Noto Serif CJK SC"/>
                <a:ea typeface="Noto Serif CJK SC"/>
                <a:cs typeface="Noto Serif CJK SC"/>
              </a:rPr>
              <a:t>第二课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FDC0C010-CCC7-4C45-B80F-9AAD0BFBB2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781050"/>
            <a:ext cx="109728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3150" b="1">
                <a:solidFill>
                  <a:srgbClr val="30291F"/>
                </a:solidFill>
                <a:latin typeface="Noto Serif CJK SC"/>
                <a:ea typeface="Noto Serif CJK SC"/>
                <a:cs typeface="Noto Serif CJK SC"/>
              </a:defRPr>
            </a:defPPr>
            <a:lvl1pPr>
              <a:defRPr sz="3150" b="1">
                <a:solidFill>
                  <a:srgbClr val="30291F"/>
                </a:solidFill>
                <a:latin typeface="Noto Serif CJK SC"/>
                <a:ea typeface="Noto Serif CJK SC"/>
                <a:cs typeface="Noto Serif CJK SC"/>
              </a:defRPr>
            </a:lvl1pPr>
            <a:lvl2pPr>
              <a:defRPr sz="3150" b="1">
                <a:solidFill>
                  <a:srgbClr val="30291F"/>
                </a:solidFill>
                <a:latin typeface="Noto Serif CJK SC"/>
                <a:ea typeface="Noto Serif CJK SC"/>
                <a:cs typeface="Noto Serif CJK SC"/>
              </a:defRPr>
            </a:lvl2pPr>
            <a:lvl3pPr>
              <a:defRPr sz="3150" b="1">
                <a:solidFill>
                  <a:srgbClr val="30291F"/>
                </a:solidFill>
                <a:latin typeface="Noto Serif CJK SC"/>
                <a:ea typeface="Noto Serif CJK SC"/>
                <a:cs typeface="Noto Serif CJK SC"/>
              </a:defRPr>
            </a:lvl3pPr>
            <a:lvl4pPr>
              <a:defRPr sz="3150" b="1">
                <a:solidFill>
                  <a:srgbClr val="30291F"/>
                </a:solidFill>
                <a:latin typeface="Noto Serif CJK SC"/>
                <a:ea typeface="Noto Serif CJK SC"/>
                <a:cs typeface="Noto Serif CJK SC"/>
              </a:defRPr>
            </a:lvl4pPr>
            <a:lvl5pPr>
              <a:defRPr sz="3150" b="1">
                <a:solidFill>
                  <a:srgbClr val="30291F"/>
                </a:solidFill>
                <a:latin typeface="Noto Serif CJK SC"/>
                <a:ea typeface="Noto Serif CJK SC"/>
                <a:cs typeface="Noto Serif CJK SC"/>
              </a:defRPr>
            </a:lvl5pPr>
            <a:lvl6pPr>
              <a:defRPr sz="3150" b="1">
                <a:solidFill>
                  <a:srgbClr val="30291F"/>
                </a:solidFill>
                <a:latin typeface="Noto Serif CJK SC"/>
                <a:ea typeface="Noto Serif CJK SC"/>
                <a:cs typeface="Noto Serif CJK SC"/>
              </a:defRPr>
            </a:lvl6pPr>
            <a:lvl7pPr>
              <a:defRPr sz="3150" b="1">
                <a:solidFill>
                  <a:srgbClr val="30291F"/>
                </a:solidFill>
                <a:latin typeface="Noto Serif CJK SC"/>
                <a:ea typeface="Noto Serif CJK SC"/>
                <a:cs typeface="Noto Serif CJK SC"/>
              </a:defRPr>
            </a:lvl7pPr>
            <a:lvl8pPr>
              <a:defRPr sz="3150" b="1">
                <a:solidFill>
                  <a:srgbClr val="30291F"/>
                </a:solidFill>
                <a:latin typeface="Noto Serif CJK SC"/>
                <a:ea typeface="Noto Serif CJK SC"/>
                <a:cs typeface="Noto Serif CJK SC"/>
              </a:defRPr>
            </a:lvl8pPr>
            <a:lvl9pPr>
              <a:defRPr sz="3150" b="1">
                <a:solidFill>
                  <a:srgbClr val="30291F"/>
                </a:solidFill>
                <a:latin typeface="Noto Serif CJK SC"/>
                <a:ea typeface="Noto Serif CJK SC"/>
                <a:cs typeface="Noto Serif CJK SC"/>
              </a:defRPr>
            </a:lvl9pPr>
          </a:lstStyle>
          <a:p xmlns:a="http://schemas.openxmlformats.org/drawingml/2006/main">
            <a:pPr>
              <a:defRPr sz="3150" b="1">
                <a:solidFill>
                  <a:srgbClr val="30291F"/>
                </a:solidFill>
                <a:latin typeface="Noto Serif CJK SC"/>
                <a:ea typeface="Noto Serif CJK SC"/>
                <a:cs typeface="Noto Serif CJK SC"/>
              </a:defRPr>
            </a:pPr>
            <a:r>
              <a:rPr sz="3150" b="1">
                <a:solidFill>
                  <a:srgbClr val="30291F"/>
                </a:solidFill>
                <a:latin typeface="Noto Serif CJK SC"/>
                <a:ea typeface="Noto Serif CJK SC"/>
                <a:cs typeface="Noto Serif CJK SC"/>
              </a:rPr>
              <a:t>开放题  把“为什么”讲清楚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FA19F717-4CA1-4BAB-88EA-EE20CB764C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714500"/>
            <a:ext cx="5353050" cy="1762125"/>
          </a:xfrm>
          <a:prstGeom xmlns:a="http://schemas.openxmlformats.org/drawingml/2006/main" prst="roundRect">
            <a:avLst>
              <a:gd name="adj" fmla="val 4324"/>
            </a:avLst>
          </a:prstGeom>
          <a:solidFill xmlns:a="http://schemas.openxmlformats.org/drawingml/2006/main">
            <a:srgbClr val="EAF2EB"/>
          </a:solidFill>
          <a:ln xmlns:a="http://schemas.openxmlformats.org/drawingml/2006/main" w="9525">
            <a:solidFill>
              <a:srgbClr val="CBD8CC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3ADA8EBF-2D33-4ABF-8181-2D88956195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1885950"/>
            <a:ext cx="493395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2475" b="1">
                <a:solidFill>
                  <a:srgbClr val="31695F"/>
                </a:solidFill>
                <a:latin typeface="Noto Serif CJK SC"/>
                <a:ea typeface="Noto Serif CJK SC"/>
                <a:cs typeface="Noto Serif CJK SC"/>
              </a:defRPr>
            </a:defPPr>
            <a:lvl1pPr>
              <a:defRPr sz="2475" b="1">
                <a:solidFill>
                  <a:srgbClr val="31695F"/>
                </a:solidFill>
                <a:latin typeface="Noto Serif CJK SC"/>
                <a:ea typeface="Noto Serif CJK SC"/>
                <a:cs typeface="Noto Serif CJK SC"/>
              </a:defRPr>
            </a:lvl1pPr>
            <a:lvl2pPr>
              <a:defRPr sz="2475" b="1">
                <a:solidFill>
                  <a:srgbClr val="31695F"/>
                </a:solidFill>
                <a:latin typeface="Noto Serif CJK SC"/>
                <a:ea typeface="Noto Serif CJK SC"/>
                <a:cs typeface="Noto Serif CJK SC"/>
              </a:defRPr>
            </a:lvl2pPr>
            <a:lvl3pPr>
              <a:defRPr sz="2475" b="1">
                <a:solidFill>
                  <a:srgbClr val="31695F"/>
                </a:solidFill>
                <a:latin typeface="Noto Serif CJK SC"/>
                <a:ea typeface="Noto Serif CJK SC"/>
                <a:cs typeface="Noto Serif CJK SC"/>
              </a:defRPr>
            </a:lvl3pPr>
            <a:lvl4pPr>
              <a:defRPr sz="2475" b="1">
                <a:solidFill>
                  <a:srgbClr val="31695F"/>
                </a:solidFill>
                <a:latin typeface="Noto Serif CJK SC"/>
                <a:ea typeface="Noto Serif CJK SC"/>
                <a:cs typeface="Noto Serif CJK SC"/>
              </a:defRPr>
            </a:lvl4pPr>
            <a:lvl5pPr>
              <a:defRPr sz="2475" b="1">
                <a:solidFill>
                  <a:srgbClr val="31695F"/>
                </a:solidFill>
                <a:latin typeface="Noto Serif CJK SC"/>
                <a:ea typeface="Noto Serif CJK SC"/>
                <a:cs typeface="Noto Serif CJK SC"/>
              </a:defRPr>
            </a:lvl5pPr>
            <a:lvl6pPr>
              <a:defRPr sz="2475" b="1">
                <a:solidFill>
                  <a:srgbClr val="31695F"/>
                </a:solidFill>
                <a:latin typeface="Noto Serif CJK SC"/>
                <a:ea typeface="Noto Serif CJK SC"/>
                <a:cs typeface="Noto Serif CJK SC"/>
              </a:defRPr>
            </a:lvl6pPr>
            <a:lvl7pPr>
              <a:defRPr sz="2475" b="1">
                <a:solidFill>
                  <a:srgbClr val="31695F"/>
                </a:solidFill>
                <a:latin typeface="Noto Serif CJK SC"/>
                <a:ea typeface="Noto Serif CJK SC"/>
                <a:cs typeface="Noto Serif CJK SC"/>
              </a:defRPr>
            </a:lvl7pPr>
            <a:lvl8pPr>
              <a:defRPr sz="2475" b="1">
                <a:solidFill>
                  <a:srgbClr val="31695F"/>
                </a:solidFill>
                <a:latin typeface="Noto Serif CJK SC"/>
                <a:ea typeface="Noto Serif CJK SC"/>
                <a:cs typeface="Noto Serif CJK SC"/>
              </a:defRPr>
            </a:lvl8pPr>
            <a:lvl9pPr>
              <a:defRPr sz="2475" b="1">
                <a:solidFill>
                  <a:srgbClr val="31695F"/>
                </a:solidFill>
                <a:latin typeface="Noto Serif CJK SC"/>
                <a:ea typeface="Noto Serif CJK SC"/>
                <a:cs typeface="Noto Serif CJK SC"/>
              </a:defRPr>
            </a:lvl9pPr>
          </a:lstStyle>
          <a:p xmlns:a="http://schemas.openxmlformats.org/drawingml/2006/main">
            <a:pPr>
              <a:defRPr sz="2475" b="1">
                <a:solidFill>
                  <a:srgbClr val="31695F"/>
                </a:solidFill>
                <a:latin typeface="Noto Serif CJK SC"/>
                <a:ea typeface="Noto Serif CJK SC"/>
                <a:cs typeface="Noto Serif CJK SC"/>
              </a:defRPr>
            </a:pPr>
            <a:r>
              <a:rPr sz="2475" b="1">
                <a:solidFill>
                  <a:srgbClr val="31695F"/>
                </a:solidFill>
                <a:latin typeface="Noto Serif CJK SC"/>
                <a:ea typeface="Noto Serif CJK SC"/>
                <a:cs typeface="Noto Serif CJK SC"/>
              </a:rPr>
              <a:t>1 立场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B2E09C66-9C02-4E8B-8710-6A75960BB0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2438400"/>
            <a:ext cx="4933950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2325" b="0">
                <a:solidFill>
                  <a:srgbClr val="30291F"/>
                </a:solidFill>
                <a:latin typeface="LXGW WenKai TC"/>
                <a:ea typeface="LXGW WenKai TC"/>
                <a:cs typeface="LXGW WenKai TC"/>
              </a:defRPr>
            </a:defPPr>
            <a:lvl1pPr>
              <a:defRPr sz="2325" b="0">
                <a:solidFill>
                  <a:srgbClr val="30291F"/>
                </a:solidFill>
                <a:latin typeface="LXGW WenKai TC"/>
                <a:ea typeface="LXGW WenKai TC"/>
                <a:cs typeface="LXGW WenKai TC"/>
              </a:defRPr>
            </a:lvl1pPr>
            <a:lvl2pPr>
              <a:defRPr sz="2325" b="0">
                <a:solidFill>
                  <a:srgbClr val="30291F"/>
                </a:solidFill>
                <a:latin typeface="LXGW WenKai TC"/>
                <a:ea typeface="LXGW WenKai TC"/>
                <a:cs typeface="LXGW WenKai TC"/>
              </a:defRPr>
            </a:lvl2pPr>
            <a:lvl3pPr>
              <a:defRPr sz="2325" b="0">
                <a:solidFill>
                  <a:srgbClr val="30291F"/>
                </a:solidFill>
                <a:latin typeface="LXGW WenKai TC"/>
                <a:ea typeface="LXGW WenKai TC"/>
                <a:cs typeface="LXGW WenKai TC"/>
              </a:defRPr>
            </a:lvl3pPr>
            <a:lvl4pPr>
              <a:defRPr sz="2325" b="0">
                <a:solidFill>
                  <a:srgbClr val="30291F"/>
                </a:solidFill>
                <a:latin typeface="LXGW WenKai TC"/>
                <a:ea typeface="LXGW WenKai TC"/>
                <a:cs typeface="LXGW WenKai TC"/>
              </a:defRPr>
            </a:lvl4pPr>
            <a:lvl5pPr>
              <a:defRPr sz="2325" b="0">
                <a:solidFill>
                  <a:srgbClr val="30291F"/>
                </a:solidFill>
                <a:latin typeface="LXGW WenKai TC"/>
                <a:ea typeface="LXGW WenKai TC"/>
                <a:cs typeface="LXGW WenKai TC"/>
              </a:defRPr>
            </a:lvl5pPr>
            <a:lvl6pPr>
              <a:defRPr sz="2325" b="0">
                <a:solidFill>
                  <a:srgbClr val="30291F"/>
                </a:solidFill>
                <a:latin typeface="LXGW WenKai TC"/>
                <a:ea typeface="LXGW WenKai TC"/>
                <a:cs typeface="LXGW WenKai TC"/>
              </a:defRPr>
            </a:lvl6pPr>
            <a:lvl7pPr>
              <a:defRPr sz="2325" b="0">
                <a:solidFill>
                  <a:srgbClr val="30291F"/>
                </a:solidFill>
                <a:latin typeface="LXGW WenKai TC"/>
                <a:ea typeface="LXGW WenKai TC"/>
                <a:cs typeface="LXGW WenKai TC"/>
              </a:defRPr>
            </a:lvl7pPr>
            <a:lvl8pPr>
              <a:defRPr sz="2325" b="0">
                <a:solidFill>
                  <a:srgbClr val="30291F"/>
                </a:solidFill>
                <a:latin typeface="LXGW WenKai TC"/>
                <a:ea typeface="LXGW WenKai TC"/>
                <a:cs typeface="LXGW WenKai TC"/>
              </a:defRPr>
            </a:lvl8pPr>
            <a:lvl9pPr>
              <a:defRPr sz="2325" b="0">
                <a:solidFill>
                  <a:srgbClr val="30291F"/>
                </a:solidFill>
                <a:latin typeface="LXGW WenKai TC"/>
                <a:ea typeface="LXGW WenKai TC"/>
                <a:cs typeface="LXGW WenKai TC"/>
              </a:defRPr>
            </a:lvl9pPr>
          </a:lstStyle>
          <a:p xmlns:a="http://schemas.openxmlformats.org/drawingml/2006/main">
            <a:pPr>
              <a:defRPr sz="2325" b="0">
                <a:solidFill>
                  <a:srgbClr val="30291F"/>
                </a:solidFill>
                <a:latin typeface="LXGW WenKai TC"/>
                <a:ea typeface="LXGW WenKai TC"/>
                <a:cs typeface="LXGW WenKai TC"/>
              </a:defRPr>
            </a:pPr>
            <a:r>
              <a:rPr sz="2325" b="0">
                <a:solidFill>
                  <a:srgbClr val="30291F"/>
                </a:solidFill>
                <a:latin typeface="LXGW WenKai TC"/>
                <a:ea typeface="LXGW WenKai TC"/>
                <a:cs typeface="LXGW WenKai TC"/>
              </a:rPr>
              <a:t>我怎么看？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ADFD1C40-BF43-4CF4-AEFC-1A45758F71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2952750"/>
            <a:ext cx="4933950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2100" b="0">
                <a:solidFill>
                  <a:srgbClr val="30291F"/>
                </a:solidFill>
                <a:latin typeface="Noto Serif CJK SC"/>
                <a:ea typeface="Noto Serif CJK SC"/>
                <a:cs typeface="Noto Serif CJK SC"/>
              </a:defRPr>
            </a:defPPr>
            <a:lvl1pPr>
              <a:defRPr sz="2100" b="0">
                <a:solidFill>
                  <a:srgbClr val="30291F"/>
                </a:solidFill>
                <a:latin typeface="Noto Serif CJK SC"/>
                <a:ea typeface="Noto Serif CJK SC"/>
                <a:cs typeface="Noto Serif CJK SC"/>
              </a:defRPr>
            </a:lvl1pPr>
            <a:lvl2pPr>
              <a:defRPr sz="2100" b="0">
                <a:solidFill>
                  <a:srgbClr val="30291F"/>
                </a:solidFill>
                <a:latin typeface="Noto Serif CJK SC"/>
                <a:ea typeface="Noto Serif CJK SC"/>
                <a:cs typeface="Noto Serif CJK SC"/>
              </a:defRPr>
            </a:lvl2pPr>
            <a:lvl3pPr>
              <a:defRPr sz="2100" b="0">
                <a:solidFill>
                  <a:srgbClr val="30291F"/>
                </a:solidFill>
                <a:latin typeface="Noto Serif CJK SC"/>
                <a:ea typeface="Noto Serif CJK SC"/>
                <a:cs typeface="Noto Serif CJK SC"/>
              </a:defRPr>
            </a:lvl3pPr>
            <a:lvl4pPr>
              <a:defRPr sz="2100" b="0">
                <a:solidFill>
                  <a:srgbClr val="30291F"/>
                </a:solidFill>
                <a:latin typeface="Noto Serif CJK SC"/>
                <a:ea typeface="Noto Serif CJK SC"/>
                <a:cs typeface="Noto Serif CJK SC"/>
              </a:defRPr>
            </a:lvl4pPr>
            <a:lvl5pPr>
              <a:defRPr sz="2100" b="0">
                <a:solidFill>
                  <a:srgbClr val="30291F"/>
                </a:solidFill>
                <a:latin typeface="Noto Serif CJK SC"/>
                <a:ea typeface="Noto Serif CJK SC"/>
                <a:cs typeface="Noto Serif CJK SC"/>
              </a:defRPr>
            </a:lvl5pPr>
            <a:lvl6pPr>
              <a:defRPr sz="2100" b="0">
                <a:solidFill>
                  <a:srgbClr val="30291F"/>
                </a:solidFill>
                <a:latin typeface="Noto Serif CJK SC"/>
                <a:ea typeface="Noto Serif CJK SC"/>
                <a:cs typeface="Noto Serif CJK SC"/>
              </a:defRPr>
            </a:lvl6pPr>
            <a:lvl7pPr>
              <a:defRPr sz="2100" b="0">
                <a:solidFill>
                  <a:srgbClr val="30291F"/>
                </a:solidFill>
                <a:latin typeface="Noto Serif CJK SC"/>
                <a:ea typeface="Noto Serif CJK SC"/>
                <a:cs typeface="Noto Serif CJK SC"/>
              </a:defRPr>
            </a:lvl7pPr>
            <a:lvl8pPr>
              <a:defRPr sz="2100" b="0">
                <a:solidFill>
                  <a:srgbClr val="30291F"/>
                </a:solidFill>
                <a:latin typeface="Noto Serif CJK SC"/>
                <a:ea typeface="Noto Serif CJK SC"/>
                <a:cs typeface="Noto Serif CJK SC"/>
              </a:defRPr>
            </a:lvl8pPr>
            <a:lvl9pPr>
              <a:defRPr sz="2100" b="0">
                <a:solidFill>
                  <a:srgbClr val="30291F"/>
                </a:solidFill>
                <a:latin typeface="Noto Serif CJK SC"/>
                <a:ea typeface="Noto Serif CJK SC"/>
                <a:cs typeface="Noto Serif CJK SC"/>
              </a:defRPr>
            </a:lvl9pPr>
          </a:lstStyle>
          <a:p xmlns:a="http://schemas.openxmlformats.org/drawingml/2006/main">
            <a:pPr>
              <a:defRPr sz="2100" b="0">
                <a:solidFill>
                  <a:srgbClr val="30291F"/>
                </a:solidFill>
                <a:latin typeface="Noto Serif CJK SC"/>
                <a:ea typeface="Noto Serif CJK SC"/>
                <a:cs typeface="Noto Serif CJK SC"/>
              </a:defRPr>
            </a:pPr>
            <a:r>
              <a:rPr sz="2100" b="0">
                <a:solidFill>
                  <a:srgbClr val="30291F"/>
                </a:solidFill>
                <a:latin typeface="Noto Serif CJK SC"/>
                <a:ea typeface="Noto Serif CJK SC"/>
                <a:cs typeface="Noto Serif CJK SC"/>
              </a:rPr>
              <a:t>认同、部分认同或不认同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9DD51D14-55B7-4BFE-881F-B9CA6593DE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29350" y="1714500"/>
            <a:ext cx="5353050" cy="1762125"/>
          </a:xfrm>
          <a:prstGeom xmlns:a="http://schemas.openxmlformats.org/drawingml/2006/main" prst="roundRect">
            <a:avLst>
              <a:gd name="adj" fmla="val 4324"/>
            </a:avLst>
          </a:prstGeom>
          <a:solidFill xmlns:a="http://schemas.openxmlformats.org/drawingml/2006/main">
            <a:srgbClr val="EAF2EB"/>
          </a:solidFill>
          <a:ln xmlns:a="http://schemas.openxmlformats.org/drawingml/2006/main" w="9525">
            <a:solidFill>
              <a:srgbClr val="CBD8CC"/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388CFBB2-F392-48DB-8960-A78C68173D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38900" y="1885950"/>
            <a:ext cx="493395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2475" b="1">
                <a:solidFill>
                  <a:srgbClr val="31695F"/>
                </a:solidFill>
                <a:latin typeface="Noto Serif CJK SC"/>
                <a:ea typeface="Noto Serif CJK SC"/>
                <a:cs typeface="Noto Serif CJK SC"/>
              </a:defRPr>
            </a:defPPr>
            <a:lvl1pPr>
              <a:defRPr sz="2475" b="1">
                <a:solidFill>
                  <a:srgbClr val="31695F"/>
                </a:solidFill>
                <a:latin typeface="Noto Serif CJK SC"/>
                <a:ea typeface="Noto Serif CJK SC"/>
                <a:cs typeface="Noto Serif CJK SC"/>
              </a:defRPr>
            </a:lvl1pPr>
            <a:lvl2pPr>
              <a:defRPr sz="2475" b="1">
                <a:solidFill>
                  <a:srgbClr val="31695F"/>
                </a:solidFill>
                <a:latin typeface="Noto Serif CJK SC"/>
                <a:ea typeface="Noto Serif CJK SC"/>
                <a:cs typeface="Noto Serif CJK SC"/>
              </a:defRPr>
            </a:lvl2pPr>
            <a:lvl3pPr>
              <a:defRPr sz="2475" b="1">
                <a:solidFill>
                  <a:srgbClr val="31695F"/>
                </a:solidFill>
                <a:latin typeface="Noto Serif CJK SC"/>
                <a:ea typeface="Noto Serif CJK SC"/>
                <a:cs typeface="Noto Serif CJK SC"/>
              </a:defRPr>
            </a:lvl3pPr>
            <a:lvl4pPr>
              <a:defRPr sz="2475" b="1">
                <a:solidFill>
                  <a:srgbClr val="31695F"/>
                </a:solidFill>
                <a:latin typeface="Noto Serif CJK SC"/>
                <a:ea typeface="Noto Serif CJK SC"/>
                <a:cs typeface="Noto Serif CJK SC"/>
              </a:defRPr>
            </a:lvl4pPr>
            <a:lvl5pPr>
              <a:defRPr sz="2475" b="1">
                <a:solidFill>
                  <a:srgbClr val="31695F"/>
                </a:solidFill>
                <a:latin typeface="Noto Serif CJK SC"/>
                <a:ea typeface="Noto Serif CJK SC"/>
                <a:cs typeface="Noto Serif CJK SC"/>
              </a:defRPr>
            </a:lvl5pPr>
            <a:lvl6pPr>
              <a:defRPr sz="2475" b="1">
                <a:solidFill>
                  <a:srgbClr val="31695F"/>
                </a:solidFill>
                <a:latin typeface="Noto Serif CJK SC"/>
                <a:ea typeface="Noto Serif CJK SC"/>
                <a:cs typeface="Noto Serif CJK SC"/>
              </a:defRPr>
            </a:lvl6pPr>
            <a:lvl7pPr>
              <a:defRPr sz="2475" b="1">
                <a:solidFill>
                  <a:srgbClr val="31695F"/>
                </a:solidFill>
                <a:latin typeface="Noto Serif CJK SC"/>
                <a:ea typeface="Noto Serif CJK SC"/>
                <a:cs typeface="Noto Serif CJK SC"/>
              </a:defRPr>
            </a:lvl7pPr>
            <a:lvl8pPr>
              <a:defRPr sz="2475" b="1">
                <a:solidFill>
                  <a:srgbClr val="31695F"/>
                </a:solidFill>
                <a:latin typeface="Noto Serif CJK SC"/>
                <a:ea typeface="Noto Serif CJK SC"/>
                <a:cs typeface="Noto Serif CJK SC"/>
              </a:defRPr>
            </a:lvl8pPr>
            <a:lvl9pPr>
              <a:defRPr sz="2475" b="1">
                <a:solidFill>
                  <a:srgbClr val="31695F"/>
                </a:solidFill>
                <a:latin typeface="Noto Serif CJK SC"/>
                <a:ea typeface="Noto Serif CJK SC"/>
                <a:cs typeface="Noto Serif CJK SC"/>
              </a:defRPr>
            </a:lvl9pPr>
          </a:lstStyle>
          <a:p xmlns:a="http://schemas.openxmlformats.org/drawingml/2006/main">
            <a:pPr>
              <a:defRPr sz="2475" b="1">
                <a:solidFill>
                  <a:srgbClr val="31695F"/>
                </a:solidFill>
                <a:latin typeface="Noto Serif CJK SC"/>
                <a:ea typeface="Noto Serif CJK SC"/>
                <a:cs typeface="Noto Serif CJK SC"/>
              </a:defRPr>
            </a:pPr>
            <a:r>
              <a:rPr sz="2475" b="1">
                <a:solidFill>
                  <a:srgbClr val="31695F"/>
                </a:solidFill>
                <a:latin typeface="Noto Serif CJK SC"/>
                <a:ea typeface="Noto Serif CJK SC"/>
                <a:cs typeface="Noto Serif CJK SC"/>
              </a:rPr>
              <a:t>2 理由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1909737F-B1C7-4C64-8655-4762FEB31E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38900" y="2438400"/>
            <a:ext cx="4933950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2325" b="0">
                <a:solidFill>
                  <a:srgbClr val="30291F"/>
                </a:solidFill>
                <a:latin typeface="LXGW WenKai TC"/>
                <a:ea typeface="LXGW WenKai TC"/>
                <a:cs typeface="LXGW WenKai TC"/>
              </a:defRPr>
            </a:defPPr>
            <a:lvl1pPr>
              <a:defRPr sz="2325" b="0">
                <a:solidFill>
                  <a:srgbClr val="30291F"/>
                </a:solidFill>
                <a:latin typeface="LXGW WenKai TC"/>
                <a:ea typeface="LXGW WenKai TC"/>
                <a:cs typeface="LXGW WenKai TC"/>
              </a:defRPr>
            </a:lvl1pPr>
            <a:lvl2pPr>
              <a:defRPr sz="2325" b="0">
                <a:solidFill>
                  <a:srgbClr val="30291F"/>
                </a:solidFill>
                <a:latin typeface="LXGW WenKai TC"/>
                <a:ea typeface="LXGW WenKai TC"/>
                <a:cs typeface="LXGW WenKai TC"/>
              </a:defRPr>
            </a:lvl2pPr>
            <a:lvl3pPr>
              <a:defRPr sz="2325" b="0">
                <a:solidFill>
                  <a:srgbClr val="30291F"/>
                </a:solidFill>
                <a:latin typeface="LXGW WenKai TC"/>
                <a:ea typeface="LXGW WenKai TC"/>
                <a:cs typeface="LXGW WenKai TC"/>
              </a:defRPr>
            </a:lvl3pPr>
            <a:lvl4pPr>
              <a:defRPr sz="2325" b="0">
                <a:solidFill>
                  <a:srgbClr val="30291F"/>
                </a:solidFill>
                <a:latin typeface="LXGW WenKai TC"/>
                <a:ea typeface="LXGW WenKai TC"/>
                <a:cs typeface="LXGW WenKai TC"/>
              </a:defRPr>
            </a:lvl4pPr>
            <a:lvl5pPr>
              <a:defRPr sz="2325" b="0">
                <a:solidFill>
                  <a:srgbClr val="30291F"/>
                </a:solidFill>
                <a:latin typeface="LXGW WenKai TC"/>
                <a:ea typeface="LXGW WenKai TC"/>
                <a:cs typeface="LXGW WenKai TC"/>
              </a:defRPr>
            </a:lvl5pPr>
            <a:lvl6pPr>
              <a:defRPr sz="2325" b="0">
                <a:solidFill>
                  <a:srgbClr val="30291F"/>
                </a:solidFill>
                <a:latin typeface="LXGW WenKai TC"/>
                <a:ea typeface="LXGW WenKai TC"/>
                <a:cs typeface="LXGW WenKai TC"/>
              </a:defRPr>
            </a:lvl6pPr>
            <a:lvl7pPr>
              <a:defRPr sz="2325" b="0">
                <a:solidFill>
                  <a:srgbClr val="30291F"/>
                </a:solidFill>
                <a:latin typeface="LXGW WenKai TC"/>
                <a:ea typeface="LXGW WenKai TC"/>
                <a:cs typeface="LXGW WenKai TC"/>
              </a:defRPr>
            </a:lvl7pPr>
            <a:lvl8pPr>
              <a:defRPr sz="2325" b="0">
                <a:solidFill>
                  <a:srgbClr val="30291F"/>
                </a:solidFill>
                <a:latin typeface="LXGW WenKai TC"/>
                <a:ea typeface="LXGW WenKai TC"/>
                <a:cs typeface="LXGW WenKai TC"/>
              </a:defRPr>
            </a:lvl8pPr>
            <a:lvl9pPr>
              <a:defRPr sz="2325" b="0">
                <a:solidFill>
                  <a:srgbClr val="30291F"/>
                </a:solidFill>
                <a:latin typeface="LXGW WenKai TC"/>
                <a:ea typeface="LXGW WenKai TC"/>
                <a:cs typeface="LXGW WenKai TC"/>
              </a:defRPr>
            </a:lvl9pPr>
          </a:lstStyle>
          <a:p xmlns:a="http://schemas.openxmlformats.org/drawingml/2006/main">
            <a:pPr>
              <a:defRPr sz="2325" b="0">
                <a:solidFill>
                  <a:srgbClr val="30291F"/>
                </a:solidFill>
                <a:latin typeface="LXGW WenKai TC"/>
                <a:ea typeface="LXGW WenKai TC"/>
                <a:cs typeface="LXGW WenKai TC"/>
              </a:defRPr>
            </a:pPr>
            <a:r>
              <a:rPr sz="2325" b="0">
                <a:solidFill>
                  <a:srgbClr val="30291F"/>
                </a:solidFill>
                <a:latin typeface="LXGW WenKai TC"/>
                <a:ea typeface="LXGW WenKai TC"/>
                <a:cs typeface="LXGW WenKai TC"/>
              </a:rPr>
              <a:t>为什么这样想？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A9A231FD-4E36-4561-94DE-AE8B8417DF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38900" y="2952750"/>
            <a:ext cx="4933950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2100" b="0">
                <a:solidFill>
                  <a:srgbClr val="30291F"/>
                </a:solidFill>
                <a:latin typeface="Noto Serif CJK SC"/>
                <a:ea typeface="Noto Serif CJK SC"/>
                <a:cs typeface="Noto Serif CJK SC"/>
              </a:defRPr>
            </a:defPPr>
            <a:lvl1pPr>
              <a:defRPr sz="2100" b="0">
                <a:solidFill>
                  <a:srgbClr val="30291F"/>
                </a:solidFill>
                <a:latin typeface="Noto Serif CJK SC"/>
                <a:ea typeface="Noto Serif CJK SC"/>
                <a:cs typeface="Noto Serif CJK SC"/>
              </a:defRPr>
            </a:lvl1pPr>
            <a:lvl2pPr>
              <a:defRPr sz="2100" b="0">
                <a:solidFill>
                  <a:srgbClr val="30291F"/>
                </a:solidFill>
                <a:latin typeface="Noto Serif CJK SC"/>
                <a:ea typeface="Noto Serif CJK SC"/>
                <a:cs typeface="Noto Serif CJK SC"/>
              </a:defRPr>
            </a:lvl2pPr>
            <a:lvl3pPr>
              <a:defRPr sz="2100" b="0">
                <a:solidFill>
                  <a:srgbClr val="30291F"/>
                </a:solidFill>
                <a:latin typeface="Noto Serif CJK SC"/>
                <a:ea typeface="Noto Serif CJK SC"/>
                <a:cs typeface="Noto Serif CJK SC"/>
              </a:defRPr>
            </a:lvl3pPr>
            <a:lvl4pPr>
              <a:defRPr sz="2100" b="0">
                <a:solidFill>
                  <a:srgbClr val="30291F"/>
                </a:solidFill>
                <a:latin typeface="Noto Serif CJK SC"/>
                <a:ea typeface="Noto Serif CJK SC"/>
                <a:cs typeface="Noto Serif CJK SC"/>
              </a:defRPr>
            </a:lvl4pPr>
            <a:lvl5pPr>
              <a:defRPr sz="2100" b="0">
                <a:solidFill>
                  <a:srgbClr val="30291F"/>
                </a:solidFill>
                <a:latin typeface="Noto Serif CJK SC"/>
                <a:ea typeface="Noto Serif CJK SC"/>
                <a:cs typeface="Noto Serif CJK SC"/>
              </a:defRPr>
            </a:lvl5pPr>
            <a:lvl6pPr>
              <a:defRPr sz="2100" b="0">
                <a:solidFill>
                  <a:srgbClr val="30291F"/>
                </a:solidFill>
                <a:latin typeface="Noto Serif CJK SC"/>
                <a:ea typeface="Noto Serif CJK SC"/>
                <a:cs typeface="Noto Serif CJK SC"/>
              </a:defRPr>
            </a:lvl6pPr>
            <a:lvl7pPr>
              <a:defRPr sz="2100" b="0">
                <a:solidFill>
                  <a:srgbClr val="30291F"/>
                </a:solidFill>
                <a:latin typeface="Noto Serif CJK SC"/>
                <a:ea typeface="Noto Serif CJK SC"/>
                <a:cs typeface="Noto Serif CJK SC"/>
              </a:defRPr>
            </a:lvl7pPr>
            <a:lvl8pPr>
              <a:defRPr sz="2100" b="0">
                <a:solidFill>
                  <a:srgbClr val="30291F"/>
                </a:solidFill>
                <a:latin typeface="Noto Serif CJK SC"/>
                <a:ea typeface="Noto Serif CJK SC"/>
                <a:cs typeface="Noto Serif CJK SC"/>
              </a:defRPr>
            </a:lvl8pPr>
            <a:lvl9pPr>
              <a:defRPr sz="2100" b="0">
                <a:solidFill>
                  <a:srgbClr val="30291F"/>
                </a:solidFill>
                <a:latin typeface="Noto Serif CJK SC"/>
                <a:ea typeface="Noto Serif CJK SC"/>
                <a:cs typeface="Noto Serif CJK SC"/>
              </a:defRPr>
            </a:lvl9pPr>
          </a:lstStyle>
          <a:p xmlns:a="http://schemas.openxmlformats.org/drawingml/2006/main">
            <a:pPr>
              <a:defRPr sz="2100" b="0">
                <a:solidFill>
                  <a:srgbClr val="30291F"/>
                </a:solidFill>
                <a:latin typeface="Noto Serif CJK SC"/>
                <a:ea typeface="Noto Serif CJK SC"/>
                <a:cs typeface="Noto Serif CJK SC"/>
              </a:defRPr>
            </a:pPr>
            <a:r>
              <a:rPr sz="2100" b="0">
                <a:solidFill>
                  <a:srgbClr val="30291F"/>
                </a:solidFill>
                <a:latin typeface="Noto Serif CJK SC"/>
                <a:ea typeface="Noto Serif CJK SC"/>
                <a:cs typeface="Noto Serif CJK SC"/>
              </a:rPr>
              <a:t>解释人的需要、限制或影响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17BED2E5-9602-4930-9202-8DFEF5CC09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752850"/>
            <a:ext cx="5353050" cy="1762125"/>
          </a:xfrm>
          <a:prstGeom xmlns:a="http://schemas.openxmlformats.org/drawingml/2006/main" prst="roundRect">
            <a:avLst>
              <a:gd name="adj" fmla="val 4324"/>
            </a:avLst>
          </a:prstGeom>
          <a:solidFill xmlns:a="http://schemas.openxmlformats.org/drawingml/2006/main">
            <a:srgbClr val="EAF2EB"/>
          </a:solidFill>
          <a:ln xmlns:a="http://schemas.openxmlformats.org/drawingml/2006/main" w="9525">
            <a:solidFill>
              <a:srgbClr val="CBD8CC"/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384F5F27-991D-4E78-910A-920A70D65C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3924300"/>
            <a:ext cx="493395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2475" b="1">
                <a:solidFill>
                  <a:srgbClr val="31695F"/>
                </a:solidFill>
                <a:latin typeface="Noto Serif CJK SC"/>
                <a:ea typeface="Noto Serif CJK SC"/>
                <a:cs typeface="Noto Serif CJK SC"/>
              </a:defRPr>
            </a:defPPr>
            <a:lvl1pPr>
              <a:defRPr sz="2475" b="1">
                <a:solidFill>
                  <a:srgbClr val="31695F"/>
                </a:solidFill>
                <a:latin typeface="Noto Serif CJK SC"/>
                <a:ea typeface="Noto Serif CJK SC"/>
                <a:cs typeface="Noto Serif CJK SC"/>
              </a:defRPr>
            </a:lvl1pPr>
            <a:lvl2pPr>
              <a:defRPr sz="2475" b="1">
                <a:solidFill>
                  <a:srgbClr val="31695F"/>
                </a:solidFill>
                <a:latin typeface="Noto Serif CJK SC"/>
                <a:ea typeface="Noto Serif CJK SC"/>
                <a:cs typeface="Noto Serif CJK SC"/>
              </a:defRPr>
            </a:lvl2pPr>
            <a:lvl3pPr>
              <a:defRPr sz="2475" b="1">
                <a:solidFill>
                  <a:srgbClr val="31695F"/>
                </a:solidFill>
                <a:latin typeface="Noto Serif CJK SC"/>
                <a:ea typeface="Noto Serif CJK SC"/>
                <a:cs typeface="Noto Serif CJK SC"/>
              </a:defRPr>
            </a:lvl3pPr>
            <a:lvl4pPr>
              <a:defRPr sz="2475" b="1">
                <a:solidFill>
                  <a:srgbClr val="31695F"/>
                </a:solidFill>
                <a:latin typeface="Noto Serif CJK SC"/>
                <a:ea typeface="Noto Serif CJK SC"/>
                <a:cs typeface="Noto Serif CJK SC"/>
              </a:defRPr>
            </a:lvl4pPr>
            <a:lvl5pPr>
              <a:defRPr sz="2475" b="1">
                <a:solidFill>
                  <a:srgbClr val="31695F"/>
                </a:solidFill>
                <a:latin typeface="Noto Serif CJK SC"/>
                <a:ea typeface="Noto Serif CJK SC"/>
                <a:cs typeface="Noto Serif CJK SC"/>
              </a:defRPr>
            </a:lvl5pPr>
            <a:lvl6pPr>
              <a:defRPr sz="2475" b="1">
                <a:solidFill>
                  <a:srgbClr val="31695F"/>
                </a:solidFill>
                <a:latin typeface="Noto Serif CJK SC"/>
                <a:ea typeface="Noto Serif CJK SC"/>
                <a:cs typeface="Noto Serif CJK SC"/>
              </a:defRPr>
            </a:lvl6pPr>
            <a:lvl7pPr>
              <a:defRPr sz="2475" b="1">
                <a:solidFill>
                  <a:srgbClr val="31695F"/>
                </a:solidFill>
                <a:latin typeface="Noto Serif CJK SC"/>
                <a:ea typeface="Noto Serif CJK SC"/>
                <a:cs typeface="Noto Serif CJK SC"/>
              </a:defRPr>
            </a:lvl7pPr>
            <a:lvl8pPr>
              <a:defRPr sz="2475" b="1">
                <a:solidFill>
                  <a:srgbClr val="31695F"/>
                </a:solidFill>
                <a:latin typeface="Noto Serif CJK SC"/>
                <a:ea typeface="Noto Serif CJK SC"/>
                <a:cs typeface="Noto Serif CJK SC"/>
              </a:defRPr>
            </a:lvl8pPr>
            <a:lvl9pPr>
              <a:defRPr sz="2475" b="1">
                <a:solidFill>
                  <a:srgbClr val="31695F"/>
                </a:solidFill>
                <a:latin typeface="Noto Serif CJK SC"/>
                <a:ea typeface="Noto Serif CJK SC"/>
                <a:cs typeface="Noto Serif CJK SC"/>
              </a:defRPr>
            </a:lvl9pPr>
          </a:lstStyle>
          <a:p xmlns:a="http://schemas.openxmlformats.org/drawingml/2006/main">
            <a:pPr>
              <a:defRPr sz="2475" b="1">
                <a:solidFill>
                  <a:srgbClr val="31695F"/>
                </a:solidFill>
                <a:latin typeface="Noto Serif CJK SC"/>
                <a:ea typeface="Noto Serif CJK SC"/>
                <a:cs typeface="Noto Serif CJK SC"/>
              </a:defRPr>
            </a:pPr>
            <a:r>
              <a:rPr sz="2475" b="1">
                <a:solidFill>
                  <a:srgbClr val="31695F"/>
                </a:solidFill>
                <a:latin typeface="Noto Serif CJK SC"/>
                <a:ea typeface="Noto Serif CJK SC"/>
                <a:cs typeface="Noto Serif CJK SC"/>
              </a:rPr>
              <a:t>3 例子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0DD37984-AAD5-4198-8B5B-477AB4223F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4476750"/>
            <a:ext cx="4933950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2325" b="0">
                <a:solidFill>
                  <a:srgbClr val="30291F"/>
                </a:solidFill>
                <a:latin typeface="LXGW WenKai TC"/>
                <a:ea typeface="LXGW WenKai TC"/>
                <a:cs typeface="LXGW WenKai TC"/>
              </a:defRPr>
            </a:defPPr>
            <a:lvl1pPr>
              <a:defRPr sz="2325" b="0">
                <a:solidFill>
                  <a:srgbClr val="30291F"/>
                </a:solidFill>
                <a:latin typeface="LXGW WenKai TC"/>
                <a:ea typeface="LXGW WenKai TC"/>
                <a:cs typeface="LXGW WenKai TC"/>
              </a:defRPr>
            </a:lvl1pPr>
            <a:lvl2pPr>
              <a:defRPr sz="2325" b="0">
                <a:solidFill>
                  <a:srgbClr val="30291F"/>
                </a:solidFill>
                <a:latin typeface="LXGW WenKai TC"/>
                <a:ea typeface="LXGW WenKai TC"/>
                <a:cs typeface="LXGW WenKai TC"/>
              </a:defRPr>
            </a:lvl2pPr>
            <a:lvl3pPr>
              <a:defRPr sz="2325" b="0">
                <a:solidFill>
                  <a:srgbClr val="30291F"/>
                </a:solidFill>
                <a:latin typeface="LXGW WenKai TC"/>
                <a:ea typeface="LXGW WenKai TC"/>
                <a:cs typeface="LXGW WenKai TC"/>
              </a:defRPr>
            </a:lvl3pPr>
            <a:lvl4pPr>
              <a:defRPr sz="2325" b="0">
                <a:solidFill>
                  <a:srgbClr val="30291F"/>
                </a:solidFill>
                <a:latin typeface="LXGW WenKai TC"/>
                <a:ea typeface="LXGW WenKai TC"/>
                <a:cs typeface="LXGW WenKai TC"/>
              </a:defRPr>
            </a:lvl4pPr>
            <a:lvl5pPr>
              <a:defRPr sz="2325" b="0">
                <a:solidFill>
                  <a:srgbClr val="30291F"/>
                </a:solidFill>
                <a:latin typeface="LXGW WenKai TC"/>
                <a:ea typeface="LXGW WenKai TC"/>
                <a:cs typeface="LXGW WenKai TC"/>
              </a:defRPr>
            </a:lvl5pPr>
            <a:lvl6pPr>
              <a:defRPr sz="2325" b="0">
                <a:solidFill>
                  <a:srgbClr val="30291F"/>
                </a:solidFill>
                <a:latin typeface="LXGW WenKai TC"/>
                <a:ea typeface="LXGW WenKai TC"/>
                <a:cs typeface="LXGW WenKai TC"/>
              </a:defRPr>
            </a:lvl6pPr>
            <a:lvl7pPr>
              <a:defRPr sz="2325" b="0">
                <a:solidFill>
                  <a:srgbClr val="30291F"/>
                </a:solidFill>
                <a:latin typeface="LXGW WenKai TC"/>
                <a:ea typeface="LXGW WenKai TC"/>
                <a:cs typeface="LXGW WenKai TC"/>
              </a:defRPr>
            </a:lvl7pPr>
            <a:lvl8pPr>
              <a:defRPr sz="2325" b="0">
                <a:solidFill>
                  <a:srgbClr val="30291F"/>
                </a:solidFill>
                <a:latin typeface="LXGW WenKai TC"/>
                <a:ea typeface="LXGW WenKai TC"/>
                <a:cs typeface="LXGW WenKai TC"/>
              </a:defRPr>
            </a:lvl8pPr>
            <a:lvl9pPr>
              <a:defRPr sz="2325" b="0">
                <a:solidFill>
                  <a:srgbClr val="30291F"/>
                </a:solidFill>
                <a:latin typeface="LXGW WenKai TC"/>
                <a:ea typeface="LXGW WenKai TC"/>
                <a:cs typeface="LXGW WenKai TC"/>
              </a:defRPr>
            </a:lvl9pPr>
          </a:lstStyle>
          <a:p xmlns:a="http://schemas.openxmlformats.org/drawingml/2006/main">
            <a:pPr>
              <a:defRPr sz="2325" b="0">
                <a:solidFill>
                  <a:srgbClr val="30291F"/>
                </a:solidFill>
                <a:latin typeface="LXGW WenKai TC"/>
                <a:ea typeface="LXGW WenKai TC"/>
                <a:cs typeface="LXGW WenKai TC"/>
              </a:defRPr>
            </a:pPr>
            <a:r>
              <a:rPr sz="2325" b="0">
                <a:solidFill>
                  <a:srgbClr val="30291F"/>
                </a:solidFill>
                <a:latin typeface="LXGW WenKai TC"/>
                <a:ea typeface="LXGW WenKai TC"/>
                <a:cs typeface="LXGW WenKai TC"/>
              </a:rPr>
              <a:t>有什么具体依据？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EFB1F93B-C32C-4B8F-B8E2-AE2BB5BE00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4991100"/>
            <a:ext cx="4933950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2100" b="0">
                <a:solidFill>
                  <a:srgbClr val="30291F"/>
                </a:solidFill>
                <a:latin typeface="Noto Serif CJK SC"/>
                <a:ea typeface="Noto Serif CJK SC"/>
                <a:cs typeface="Noto Serif CJK SC"/>
              </a:defRPr>
            </a:defPPr>
            <a:lvl1pPr>
              <a:defRPr sz="2100" b="0">
                <a:solidFill>
                  <a:srgbClr val="30291F"/>
                </a:solidFill>
                <a:latin typeface="Noto Serif CJK SC"/>
                <a:ea typeface="Noto Serif CJK SC"/>
                <a:cs typeface="Noto Serif CJK SC"/>
              </a:defRPr>
            </a:lvl1pPr>
            <a:lvl2pPr>
              <a:defRPr sz="2100" b="0">
                <a:solidFill>
                  <a:srgbClr val="30291F"/>
                </a:solidFill>
                <a:latin typeface="Noto Serif CJK SC"/>
                <a:ea typeface="Noto Serif CJK SC"/>
                <a:cs typeface="Noto Serif CJK SC"/>
              </a:defRPr>
            </a:lvl2pPr>
            <a:lvl3pPr>
              <a:defRPr sz="2100" b="0">
                <a:solidFill>
                  <a:srgbClr val="30291F"/>
                </a:solidFill>
                <a:latin typeface="Noto Serif CJK SC"/>
                <a:ea typeface="Noto Serif CJK SC"/>
                <a:cs typeface="Noto Serif CJK SC"/>
              </a:defRPr>
            </a:lvl3pPr>
            <a:lvl4pPr>
              <a:defRPr sz="2100" b="0">
                <a:solidFill>
                  <a:srgbClr val="30291F"/>
                </a:solidFill>
                <a:latin typeface="Noto Serif CJK SC"/>
                <a:ea typeface="Noto Serif CJK SC"/>
                <a:cs typeface="Noto Serif CJK SC"/>
              </a:defRPr>
            </a:lvl4pPr>
            <a:lvl5pPr>
              <a:defRPr sz="2100" b="0">
                <a:solidFill>
                  <a:srgbClr val="30291F"/>
                </a:solidFill>
                <a:latin typeface="Noto Serif CJK SC"/>
                <a:ea typeface="Noto Serif CJK SC"/>
                <a:cs typeface="Noto Serif CJK SC"/>
              </a:defRPr>
            </a:lvl5pPr>
            <a:lvl6pPr>
              <a:defRPr sz="2100" b="0">
                <a:solidFill>
                  <a:srgbClr val="30291F"/>
                </a:solidFill>
                <a:latin typeface="Noto Serif CJK SC"/>
                <a:ea typeface="Noto Serif CJK SC"/>
                <a:cs typeface="Noto Serif CJK SC"/>
              </a:defRPr>
            </a:lvl6pPr>
            <a:lvl7pPr>
              <a:defRPr sz="2100" b="0">
                <a:solidFill>
                  <a:srgbClr val="30291F"/>
                </a:solidFill>
                <a:latin typeface="Noto Serif CJK SC"/>
                <a:ea typeface="Noto Serif CJK SC"/>
                <a:cs typeface="Noto Serif CJK SC"/>
              </a:defRPr>
            </a:lvl7pPr>
            <a:lvl8pPr>
              <a:defRPr sz="2100" b="0">
                <a:solidFill>
                  <a:srgbClr val="30291F"/>
                </a:solidFill>
                <a:latin typeface="Noto Serif CJK SC"/>
                <a:ea typeface="Noto Serif CJK SC"/>
                <a:cs typeface="Noto Serif CJK SC"/>
              </a:defRPr>
            </a:lvl8pPr>
            <a:lvl9pPr>
              <a:defRPr sz="2100" b="0">
                <a:solidFill>
                  <a:srgbClr val="30291F"/>
                </a:solidFill>
                <a:latin typeface="Noto Serif CJK SC"/>
                <a:ea typeface="Noto Serif CJK SC"/>
                <a:cs typeface="Noto Serif CJK SC"/>
              </a:defRPr>
            </a:lvl9pPr>
          </a:lstStyle>
          <a:p xmlns:a="http://schemas.openxmlformats.org/drawingml/2006/main">
            <a:pPr>
              <a:defRPr sz="2100" b="0">
                <a:solidFill>
                  <a:srgbClr val="30291F"/>
                </a:solidFill>
                <a:latin typeface="Noto Serif CJK SC"/>
                <a:ea typeface="Noto Serif CJK SC"/>
                <a:cs typeface="Noto Serif CJK SC"/>
              </a:defRPr>
            </a:pPr>
            <a:r>
              <a:rPr sz="2100" b="0">
                <a:solidFill>
                  <a:srgbClr val="30291F"/>
                </a:solidFill>
                <a:latin typeface="Noto Serif CJK SC"/>
                <a:ea typeface="Noto Serif CJK SC"/>
                <a:cs typeface="Noto Serif CJK SC"/>
              </a:rPr>
              <a:t>课文中的事或生活中的事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9F93ACFF-8204-4D54-9DD9-315633CF36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29350" y="3752850"/>
            <a:ext cx="5353050" cy="1762125"/>
          </a:xfrm>
          <a:prstGeom xmlns:a="http://schemas.openxmlformats.org/drawingml/2006/main" prst="roundRect">
            <a:avLst>
              <a:gd name="adj" fmla="val 4324"/>
            </a:avLst>
          </a:prstGeom>
          <a:solidFill xmlns:a="http://schemas.openxmlformats.org/drawingml/2006/main">
            <a:srgbClr val="EAF2EB"/>
          </a:solidFill>
          <a:ln xmlns:a="http://schemas.openxmlformats.org/drawingml/2006/main" w="9525">
            <a:solidFill>
              <a:srgbClr val="CBD8CC"/>
            </a:solidFill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C4956C46-DECE-4F9A-9F8F-B985CA167A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38900" y="3924300"/>
            <a:ext cx="493395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2475" b="1">
                <a:solidFill>
                  <a:srgbClr val="31695F"/>
                </a:solidFill>
                <a:latin typeface="Noto Serif CJK SC"/>
                <a:ea typeface="Noto Serif CJK SC"/>
                <a:cs typeface="Noto Serif CJK SC"/>
              </a:defRPr>
            </a:defPPr>
            <a:lvl1pPr>
              <a:defRPr sz="2475" b="1">
                <a:solidFill>
                  <a:srgbClr val="31695F"/>
                </a:solidFill>
                <a:latin typeface="Noto Serif CJK SC"/>
                <a:ea typeface="Noto Serif CJK SC"/>
                <a:cs typeface="Noto Serif CJK SC"/>
              </a:defRPr>
            </a:lvl1pPr>
            <a:lvl2pPr>
              <a:defRPr sz="2475" b="1">
                <a:solidFill>
                  <a:srgbClr val="31695F"/>
                </a:solidFill>
                <a:latin typeface="Noto Serif CJK SC"/>
                <a:ea typeface="Noto Serif CJK SC"/>
                <a:cs typeface="Noto Serif CJK SC"/>
              </a:defRPr>
            </a:lvl2pPr>
            <a:lvl3pPr>
              <a:defRPr sz="2475" b="1">
                <a:solidFill>
                  <a:srgbClr val="31695F"/>
                </a:solidFill>
                <a:latin typeface="Noto Serif CJK SC"/>
                <a:ea typeface="Noto Serif CJK SC"/>
                <a:cs typeface="Noto Serif CJK SC"/>
              </a:defRPr>
            </a:lvl3pPr>
            <a:lvl4pPr>
              <a:defRPr sz="2475" b="1">
                <a:solidFill>
                  <a:srgbClr val="31695F"/>
                </a:solidFill>
                <a:latin typeface="Noto Serif CJK SC"/>
                <a:ea typeface="Noto Serif CJK SC"/>
                <a:cs typeface="Noto Serif CJK SC"/>
              </a:defRPr>
            </a:lvl4pPr>
            <a:lvl5pPr>
              <a:defRPr sz="2475" b="1">
                <a:solidFill>
                  <a:srgbClr val="31695F"/>
                </a:solidFill>
                <a:latin typeface="Noto Serif CJK SC"/>
                <a:ea typeface="Noto Serif CJK SC"/>
                <a:cs typeface="Noto Serif CJK SC"/>
              </a:defRPr>
            </a:lvl5pPr>
            <a:lvl6pPr>
              <a:defRPr sz="2475" b="1">
                <a:solidFill>
                  <a:srgbClr val="31695F"/>
                </a:solidFill>
                <a:latin typeface="Noto Serif CJK SC"/>
                <a:ea typeface="Noto Serif CJK SC"/>
                <a:cs typeface="Noto Serif CJK SC"/>
              </a:defRPr>
            </a:lvl6pPr>
            <a:lvl7pPr>
              <a:defRPr sz="2475" b="1">
                <a:solidFill>
                  <a:srgbClr val="31695F"/>
                </a:solidFill>
                <a:latin typeface="Noto Serif CJK SC"/>
                <a:ea typeface="Noto Serif CJK SC"/>
                <a:cs typeface="Noto Serif CJK SC"/>
              </a:defRPr>
            </a:lvl7pPr>
            <a:lvl8pPr>
              <a:defRPr sz="2475" b="1">
                <a:solidFill>
                  <a:srgbClr val="31695F"/>
                </a:solidFill>
                <a:latin typeface="Noto Serif CJK SC"/>
                <a:ea typeface="Noto Serif CJK SC"/>
                <a:cs typeface="Noto Serif CJK SC"/>
              </a:defRPr>
            </a:lvl8pPr>
            <a:lvl9pPr>
              <a:defRPr sz="2475" b="1">
                <a:solidFill>
                  <a:srgbClr val="31695F"/>
                </a:solidFill>
                <a:latin typeface="Noto Serif CJK SC"/>
                <a:ea typeface="Noto Serif CJK SC"/>
                <a:cs typeface="Noto Serif CJK SC"/>
              </a:defRPr>
            </a:lvl9pPr>
          </a:lstStyle>
          <a:p xmlns:a="http://schemas.openxmlformats.org/drawingml/2006/main">
            <a:pPr>
              <a:defRPr sz="2475" b="1">
                <a:solidFill>
                  <a:srgbClr val="31695F"/>
                </a:solidFill>
                <a:latin typeface="Noto Serif CJK SC"/>
                <a:ea typeface="Noto Serif CJK SC"/>
                <a:cs typeface="Noto Serif CJK SC"/>
              </a:defRPr>
            </a:pPr>
            <a:r>
              <a:rPr sz="2475" b="1">
                <a:solidFill>
                  <a:srgbClr val="31695F"/>
                </a:solidFill>
                <a:latin typeface="Noto Serif CJK SC"/>
                <a:ea typeface="Noto Serif CJK SC"/>
                <a:cs typeface="Noto Serif CJK SC"/>
              </a:rPr>
              <a:t>4 回扣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538BCA04-A61E-4A33-BC93-32481093AA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38900" y="4476750"/>
            <a:ext cx="4933950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2325" b="0">
                <a:solidFill>
                  <a:srgbClr val="30291F"/>
                </a:solidFill>
                <a:latin typeface="LXGW WenKai TC"/>
                <a:ea typeface="LXGW WenKai TC"/>
                <a:cs typeface="LXGW WenKai TC"/>
              </a:defRPr>
            </a:defPPr>
            <a:lvl1pPr>
              <a:defRPr sz="2325" b="0">
                <a:solidFill>
                  <a:srgbClr val="30291F"/>
                </a:solidFill>
                <a:latin typeface="LXGW WenKai TC"/>
                <a:ea typeface="LXGW WenKai TC"/>
                <a:cs typeface="LXGW WenKai TC"/>
              </a:defRPr>
            </a:lvl1pPr>
            <a:lvl2pPr>
              <a:defRPr sz="2325" b="0">
                <a:solidFill>
                  <a:srgbClr val="30291F"/>
                </a:solidFill>
                <a:latin typeface="LXGW WenKai TC"/>
                <a:ea typeface="LXGW WenKai TC"/>
                <a:cs typeface="LXGW WenKai TC"/>
              </a:defRPr>
            </a:lvl2pPr>
            <a:lvl3pPr>
              <a:defRPr sz="2325" b="0">
                <a:solidFill>
                  <a:srgbClr val="30291F"/>
                </a:solidFill>
                <a:latin typeface="LXGW WenKai TC"/>
                <a:ea typeface="LXGW WenKai TC"/>
                <a:cs typeface="LXGW WenKai TC"/>
              </a:defRPr>
            </a:lvl3pPr>
            <a:lvl4pPr>
              <a:defRPr sz="2325" b="0">
                <a:solidFill>
                  <a:srgbClr val="30291F"/>
                </a:solidFill>
                <a:latin typeface="LXGW WenKai TC"/>
                <a:ea typeface="LXGW WenKai TC"/>
                <a:cs typeface="LXGW WenKai TC"/>
              </a:defRPr>
            </a:lvl4pPr>
            <a:lvl5pPr>
              <a:defRPr sz="2325" b="0">
                <a:solidFill>
                  <a:srgbClr val="30291F"/>
                </a:solidFill>
                <a:latin typeface="LXGW WenKai TC"/>
                <a:ea typeface="LXGW WenKai TC"/>
                <a:cs typeface="LXGW WenKai TC"/>
              </a:defRPr>
            </a:lvl5pPr>
            <a:lvl6pPr>
              <a:defRPr sz="2325" b="0">
                <a:solidFill>
                  <a:srgbClr val="30291F"/>
                </a:solidFill>
                <a:latin typeface="LXGW WenKai TC"/>
                <a:ea typeface="LXGW WenKai TC"/>
                <a:cs typeface="LXGW WenKai TC"/>
              </a:defRPr>
            </a:lvl6pPr>
            <a:lvl7pPr>
              <a:defRPr sz="2325" b="0">
                <a:solidFill>
                  <a:srgbClr val="30291F"/>
                </a:solidFill>
                <a:latin typeface="LXGW WenKai TC"/>
                <a:ea typeface="LXGW WenKai TC"/>
                <a:cs typeface="LXGW WenKai TC"/>
              </a:defRPr>
            </a:lvl7pPr>
            <a:lvl8pPr>
              <a:defRPr sz="2325" b="0">
                <a:solidFill>
                  <a:srgbClr val="30291F"/>
                </a:solidFill>
                <a:latin typeface="LXGW WenKai TC"/>
                <a:ea typeface="LXGW WenKai TC"/>
                <a:cs typeface="LXGW WenKai TC"/>
              </a:defRPr>
            </a:lvl8pPr>
            <a:lvl9pPr>
              <a:defRPr sz="2325" b="0">
                <a:solidFill>
                  <a:srgbClr val="30291F"/>
                </a:solidFill>
                <a:latin typeface="LXGW WenKai TC"/>
                <a:ea typeface="LXGW WenKai TC"/>
                <a:cs typeface="LXGW WenKai TC"/>
              </a:defRPr>
            </a:lvl9pPr>
          </a:lstStyle>
          <a:p xmlns:a="http://schemas.openxmlformats.org/drawingml/2006/main">
            <a:pPr>
              <a:defRPr sz="2325" b="0">
                <a:solidFill>
                  <a:srgbClr val="30291F"/>
                </a:solidFill>
                <a:latin typeface="LXGW WenKai TC"/>
                <a:ea typeface="LXGW WenKai TC"/>
                <a:cs typeface="LXGW WenKai TC"/>
              </a:defRPr>
            </a:pPr>
            <a:r>
              <a:rPr sz="2325" b="0">
                <a:solidFill>
                  <a:srgbClr val="30291F"/>
                </a:solidFill>
                <a:latin typeface="LXGW WenKai TC"/>
                <a:ea typeface="LXGW WenKai TC"/>
                <a:cs typeface="LXGW WenKai TC"/>
              </a:rPr>
              <a:t>例子说明什么？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4619BD73-A6E9-457A-97DA-0CC071BF00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38900" y="4991100"/>
            <a:ext cx="4933950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2100" b="0">
                <a:solidFill>
                  <a:srgbClr val="30291F"/>
                </a:solidFill>
                <a:latin typeface="Noto Serif CJK SC"/>
                <a:ea typeface="Noto Serif CJK SC"/>
                <a:cs typeface="Noto Serif CJK SC"/>
              </a:defRPr>
            </a:defPPr>
            <a:lvl1pPr>
              <a:defRPr sz="2100" b="0">
                <a:solidFill>
                  <a:srgbClr val="30291F"/>
                </a:solidFill>
                <a:latin typeface="Noto Serif CJK SC"/>
                <a:ea typeface="Noto Serif CJK SC"/>
                <a:cs typeface="Noto Serif CJK SC"/>
              </a:defRPr>
            </a:lvl1pPr>
            <a:lvl2pPr>
              <a:defRPr sz="2100" b="0">
                <a:solidFill>
                  <a:srgbClr val="30291F"/>
                </a:solidFill>
                <a:latin typeface="Noto Serif CJK SC"/>
                <a:ea typeface="Noto Serif CJK SC"/>
                <a:cs typeface="Noto Serif CJK SC"/>
              </a:defRPr>
            </a:lvl2pPr>
            <a:lvl3pPr>
              <a:defRPr sz="2100" b="0">
                <a:solidFill>
                  <a:srgbClr val="30291F"/>
                </a:solidFill>
                <a:latin typeface="Noto Serif CJK SC"/>
                <a:ea typeface="Noto Serif CJK SC"/>
                <a:cs typeface="Noto Serif CJK SC"/>
              </a:defRPr>
            </a:lvl3pPr>
            <a:lvl4pPr>
              <a:defRPr sz="2100" b="0">
                <a:solidFill>
                  <a:srgbClr val="30291F"/>
                </a:solidFill>
                <a:latin typeface="Noto Serif CJK SC"/>
                <a:ea typeface="Noto Serif CJK SC"/>
                <a:cs typeface="Noto Serif CJK SC"/>
              </a:defRPr>
            </a:lvl4pPr>
            <a:lvl5pPr>
              <a:defRPr sz="2100" b="0">
                <a:solidFill>
                  <a:srgbClr val="30291F"/>
                </a:solidFill>
                <a:latin typeface="Noto Serif CJK SC"/>
                <a:ea typeface="Noto Serif CJK SC"/>
                <a:cs typeface="Noto Serif CJK SC"/>
              </a:defRPr>
            </a:lvl5pPr>
            <a:lvl6pPr>
              <a:defRPr sz="2100" b="0">
                <a:solidFill>
                  <a:srgbClr val="30291F"/>
                </a:solidFill>
                <a:latin typeface="Noto Serif CJK SC"/>
                <a:ea typeface="Noto Serif CJK SC"/>
                <a:cs typeface="Noto Serif CJK SC"/>
              </a:defRPr>
            </a:lvl6pPr>
            <a:lvl7pPr>
              <a:defRPr sz="2100" b="0">
                <a:solidFill>
                  <a:srgbClr val="30291F"/>
                </a:solidFill>
                <a:latin typeface="Noto Serif CJK SC"/>
                <a:ea typeface="Noto Serif CJK SC"/>
                <a:cs typeface="Noto Serif CJK SC"/>
              </a:defRPr>
            </a:lvl7pPr>
            <a:lvl8pPr>
              <a:defRPr sz="2100" b="0">
                <a:solidFill>
                  <a:srgbClr val="30291F"/>
                </a:solidFill>
                <a:latin typeface="Noto Serif CJK SC"/>
                <a:ea typeface="Noto Serif CJK SC"/>
                <a:cs typeface="Noto Serif CJK SC"/>
              </a:defRPr>
            </a:lvl8pPr>
            <a:lvl9pPr>
              <a:defRPr sz="2100" b="0">
                <a:solidFill>
                  <a:srgbClr val="30291F"/>
                </a:solidFill>
                <a:latin typeface="Noto Serif CJK SC"/>
                <a:ea typeface="Noto Serif CJK SC"/>
                <a:cs typeface="Noto Serif CJK SC"/>
              </a:defRPr>
            </a:lvl9pPr>
          </a:lstStyle>
          <a:p xmlns:a="http://schemas.openxmlformats.org/drawingml/2006/main">
            <a:pPr>
              <a:defRPr sz="2100" b="0">
                <a:solidFill>
                  <a:srgbClr val="30291F"/>
                </a:solidFill>
                <a:latin typeface="Noto Serif CJK SC"/>
                <a:ea typeface="Noto Serif CJK SC"/>
                <a:cs typeface="Noto Serif CJK SC"/>
              </a:defRPr>
            </a:pPr>
            <a:r>
              <a:rPr sz="2100" b="0">
                <a:solidFill>
                  <a:srgbClr val="30291F"/>
                </a:solidFill>
                <a:latin typeface="Noto Serif CJK SC"/>
                <a:ea typeface="Noto Serif CJK SC"/>
                <a:cs typeface="Noto Serif CJK SC"/>
              </a:rPr>
              <a:t>解释它怎样支持自己的立场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B5B6EFCC-EEDB-49EB-8C3A-ED4363E1D6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076950"/>
            <a:ext cx="109728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2100" b="0">
                <a:solidFill>
                  <a:srgbClr val="9B3024"/>
                </a:solidFill>
                <a:latin typeface="Noto Serif CJK SC"/>
                <a:ea typeface="Noto Serif CJK SC"/>
                <a:cs typeface="Noto Serif CJK SC"/>
              </a:defRPr>
            </a:defPPr>
            <a:lvl1pPr>
              <a:defRPr sz="2100" b="0">
                <a:solidFill>
                  <a:srgbClr val="9B3024"/>
                </a:solidFill>
                <a:latin typeface="Noto Serif CJK SC"/>
                <a:ea typeface="Noto Serif CJK SC"/>
                <a:cs typeface="Noto Serif CJK SC"/>
              </a:defRPr>
            </a:lvl1pPr>
            <a:lvl2pPr>
              <a:defRPr sz="2100" b="0">
                <a:solidFill>
                  <a:srgbClr val="9B3024"/>
                </a:solidFill>
                <a:latin typeface="Noto Serif CJK SC"/>
                <a:ea typeface="Noto Serif CJK SC"/>
                <a:cs typeface="Noto Serif CJK SC"/>
              </a:defRPr>
            </a:lvl2pPr>
            <a:lvl3pPr>
              <a:defRPr sz="2100" b="0">
                <a:solidFill>
                  <a:srgbClr val="9B3024"/>
                </a:solidFill>
                <a:latin typeface="Noto Serif CJK SC"/>
                <a:ea typeface="Noto Serif CJK SC"/>
                <a:cs typeface="Noto Serif CJK SC"/>
              </a:defRPr>
            </a:lvl3pPr>
            <a:lvl4pPr>
              <a:defRPr sz="2100" b="0">
                <a:solidFill>
                  <a:srgbClr val="9B3024"/>
                </a:solidFill>
                <a:latin typeface="Noto Serif CJK SC"/>
                <a:ea typeface="Noto Serif CJK SC"/>
                <a:cs typeface="Noto Serif CJK SC"/>
              </a:defRPr>
            </a:lvl4pPr>
            <a:lvl5pPr>
              <a:defRPr sz="2100" b="0">
                <a:solidFill>
                  <a:srgbClr val="9B3024"/>
                </a:solidFill>
                <a:latin typeface="Noto Serif CJK SC"/>
                <a:ea typeface="Noto Serif CJK SC"/>
                <a:cs typeface="Noto Serif CJK SC"/>
              </a:defRPr>
            </a:lvl5pPr>
            <a:lvl6pPr>
              <a:defRPr sz="2100" b="0">
                <a:solidFill>
                  <a:srgbClr val="9B3024"/>
                </a:solidFill>
                <a:latin typeface="Noto Serif CJK SC"/>
                <a:ea typeface="Noto Serif CJK SC"/>
                <a:cs typeface="Noto Serif CJK SC"/>
              </a:defRPr>
            </a:lvl6pPr>
            <a:lvl7pPr>
              <a:defRPr sz="2100" b="0">
                <a:solidFill>
                  <a:srgbClr val="9B3024"/>
                </a:solidFill>
                <a:latin typeface="Noto Serif CJK SC"/>
                <a:ea typeface="Noto Serif CJK SC"/>
                <a:cs typeface="Noto Serif CJK SC"/>
              </a:defRPr>
            </a:lvl7pPr>
            <a:lvl8pPr>
              <a:defRPr sz="2100" b="0">
                <a:solidFill>
                  <a:srgbClr val="9B3024"/>
                </a:solidFill>
                <a:latin typeface="Noto Serif CJK SC"/>
                <a:ea typeface="Noto Serif CJK SC"/>
                <a:cs typeface="Noto Serif CJK SC"/>
              </a:defRPr>
            </a:lvl8pPr>
            <a:lvl9pPr>
              <a:defRPr sz="2100" b="0">
                <a:solidFill>
                  <a:srgbClr val="9B3024"/>
                </a:solidFill>
                <a:latin typeface="Noto Serif CJK SC"/>
                <a:ea typeface="Noto Serif CJK SC"/>
                <a:cs typeface="Noto Serif CJK SC"/>
              </a:defRPr>
            </a:lvl9pPr>
          </a:lstStyle>
          <a:p xmlns:a="http://schemas.openxmlformats.org/drawingml/2006/main">
            <a:pPr>
              <a:defRPr sz="2100" b="0">
                <a:solidFill>
                  <a:srgbClr val="9B3024"/>
                </a:solidFill>
                <a:latin typeface="Noto Serif CJK SC"/>
                <a:ea typeface="Noto Serif CJK SC"/>
                <a:cs typeface="Noto Serif CJK SC"/>
              </a:defRPr>
            </a:pPr>
            <a:r>
              <a:rPr sz="2100" b="0">
                <a:solidFill>
                  <a:srgbClr val="9B3024"/>
                </a:solidFill>
                <a:latin typeface="Noto Serif CJK SC"/>
                <a:ea typeface="Noto Serif CJK SC"/>
                <a:cs typeface="Noto Serif CJK SC"/>
              </a:rPr>
              <a:t>不只写“因为我认同”，要解释其中的关系。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E48FDB4A-E36D-44C1-AB2B-951FABC318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25200" y="6477000"/>
            <a:ext cx="4572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1350" b="0">
                <a:solidFill>
                  <a:srgbClr val="776C60"/>
                </a:solidFill>
                <a:latin typeface="Noto Serif CJK SC"/>
                <a:ea typeface="Noto Serif CJK SC"/>
                <a:cs typeface="Noto Serif CJK SC"/>
              </a:defRPr>
            </a:defPPr>
            <a:lvl1pPr>
              <a:defRPr sz="1350" b="0">
                <a:solidFill>
                  <a:srgbClr val="776C60"/>
                </a:solidFill>
                <a:latin typeface="Noto Serif CJK SC"/>
                <a:ea typeface="Noto Serif CJK SC"/>
                <a:cs typeface="Noto Serif CJK SC"/>
              </a:defRPr>
            </a:lvl1pPr>
            <a:lvl2pPr>
              <a:defRPr sz="1350" b="0">
                <a:solidFill>
                  <a:srgbClr val="776C60"/>
                </a:solidFill>
                <a:latin typeface="Noto Serif CJK SC"/>
                <a:ea typeface="Noto Serif CJK SC"/>
                <a:cs typeface="Noto Serif CJK SC"/>
              </a:defRPr>
            </a:lvl2pPr>
            <a:lvl3pPr>
              <a:defRPr sz="1350" b="0">
                <a:solidFill>
                  <a:srgbClr val="776C60"/>
                </a:solidFill>
                <a:latin typeface="Noto Serif CJK SC"/>
                <a:ea typeface="Noto Serif CJK SC"/>
                <a:cs typeface="Noto Serif CJK SC"/>
              </a:defRPr>
            </a:lvl3pPr>
            <a:lvl4pPr>
              <a:defRPr sz="1350" b="0">
                <a:solidFill>
                  <a:srgbClr val="776C60"/>
                </a:solidFill>
                <a:latin typeface="Noto Serif CJK SC"/>
                <a:ea typeface="Noto Serif CJK SC"/>
                <a:cs typeface="Noto Serif CJK SC"/>
              </a:defRPr>
            </a:lvl4pPr>
            <a:lvl5pPr>
              <a:defRPr sz="1350" b="0">
                <a:solidFill>
                  <a:srgbClr val="776C60"/>
                </a:solidFill>
                <a:latin typeface="Noto Serif CJK SC"/>
                <a:ea typeface="Noto Serif CJK SC"/>
                <a:cs typeface="Noto Serif CJK SC"/>
              </a:defRPr>
            </a:lvl5pPr>
            <a:lvl6pPr>
              <a:defRPr sz="1350" b="0">
                <a:solidFill>
                  <a:srgbClr val="776C60"/>
                </a:solidFill>
                <a:latin typeface="Noto Serif CJK SC"/>
                <a:ea typeface="Noto Serif CJK SC"/>
                <a:cs typeface="Noto Serif CJK SC"/>
              </a:defRPr>
            </a:lvl6pPr>
            <a:lvl7pPr>
              <a:defRPr sz="1350" b="0">
                <a:solidFill>
                  <a:srgbClr val="776C60"/>
                </a:solidFill>
                <a:latin typeface="Noto Serif CJK SC"/>
                <a:ea typeface="Noto Serif CJK SC"/>
                <a:cs typeface="Noto Serif CJK SC"/>
              </a:defRPr>
            </a:lvl7pPr>
            <a:lvl8pPr>
              <a:defRPr sz="1350" b="0">
                <a:solidFill>
                  <a:srgbClr val="776C60"/>
                </a:solidFill>
                <a:latin typeface="Noto Serif CJK SC"/>
                <a:ea typeface="Noto Serif CJK SC"/>
                <a:cs typeface="Noto Serif CJK SC"/>
              </a:defRPr>
            </a:lvl8pPr>
            <a:lvl9pPr>
              <a:defRPr sz="1350" b="0">
                <a:solidFill>
                  <a:srgbClr val="776C60"/>
                </a:solidFill>
                <a:latin typeface="Noto Serif CJK SC"/>
                <a:ea typeface="Noto Serif CJK SC"/>
                <a:cs typeface="Noto Serif CJK SC"/>
              </a:defRPr>
            </a:lvl9pPr>
          </a:lstStyle>
          <a:p xmlns:a="http://schemas.openxmlformats.org/drawingml/2006/main">
            <a:pPr>
              <a:defRPr sz="1350" b="0">
                <a:solidFill>
                  <a:srgbClr val="776C60"/>
                </a:solidFill>
                <a:latin typeface="Noto Serif CJK SC"/>
                <a:ea typeface="Noto Serif CJK SC"/>
                <a:cs typeface="Noto Serif CJK SC"/>
              </a:defRPr>
            </a:pPr>
            <a:r>
              <a:rPr sz="1350" b="0">
                <a:solidFill>
                  <a:srgbClr val="776C60"/>
                </a:solidFill>
                <a:latin typeface="Noto Serif CJK SC"/>
                <a:ea typeface="Noto Serif CJK SC"/>
                <a:cs typeface="Noto Serif CJK SC"/>
              </a:rPr>
              <a:t>29</a:t>
            </a:r>
          </a:p>
        </p:txBody>
      </p:sp>
    </p:spTree>
    <p:extLst>
      <p:ext uri="{BB962C8B-B14F-4D97-AF65-F5344CB8AC3E}">
        <p14:creationId xmlns:p14="http://schemas.microsoft.com/office/powerpoint/2010/main" val="527563235"/>
      </p:ext>
    </p:extLst>
  </p:cSld>
</p:sld>
</file>

<file path=ppt/slides/slide30.xml><?xml version="1.0" encoding="utf-8"?>
<p:sld xmlns:p="http://schemas.openxmlformats.org/presentationml/2006/main">
  <p:cSld>
    <p:bg>
      <p:bgPr>
        <a:solidFill xmlns:a="http://schemas.openxmlformats.org/drawingml/2006/main">
          <a:srgbClr val="FFFAF2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4D24F5A4-C6CF-49E0-8C15-52D60EE105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33375"/>
            <a:ext cx="762000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1575" b="0">
                <a:solidFill>
                  <a:srgbClr val="9B3024"/>
                </a:solidFill>
                <a:latin typeface="Noto Serif CJK SC"/>
                <a:ea typeface="Noto Serif CJK SC"/>
                <a:cs typeface="Noto Serif CJK SC"/>
              </a:defRPr>
            </a:defPPr>
            <a:lvl1pPr>
              <a:defRPr sz="1575" b="0">
                <a:solidFill>
                  <a:srgbClr val="9B3024"/>
                </a:solidFill>
                <a:latin typeface="Noto Serif CJK SC"/>
                <a:ea typeface="Noto Serif CJK SC"/>
                <a:cs typeface="Noto Serif CJK SC"/>
              </a:defRPr>
            </a:lvl1pPr>
            <a:lvl2pPr>
              <a:defRPr sz="1575" b="0">
                <a:solidFill>
                  <a:srgbClr val="9B3024"/>
                </a:solidFill>
                <a:latin typeface="Noto Serif CJK SC"/>
                <a:ea typeface="Noto Serif CJK SC"/>
                <a:cs typeface="Noto Serif CJK SC"/>
              </a:defRPr>
            </a:lvl2pPr>
            <a:lvl3pPr>
              <a:defRPr sz="1575" b="0">
                <a:solidFill>
                  <a:srgbClr val="9B3024"/>
                </a:solidFill>
                <a:latin typeface="Noto Serif CJK SC"/>
                <a:ea typeface="Noto Serif CJK SC"/>
                <a:cs typeface="Noto Serif CJK SC"/>
              </a:defRPr>
            </a:lvl3pPr>
            <a:lvl4pPr>
              <a:defRPr sz="1575" b="0">
                <a:solidFill>
                  <a:srgbClr val="9B3024"/>
                </a:solidFill>
                <a:latin typeface="Noto Serif CJK SC"/>
                <a:ea typeface="Noto Serif CJK SC"/>
                <a:cs typeface="Noto Serif CJK SC"/>
              </a:defRPr>
            </a:lvl4pPr>
            <a:lvl5pPr>
              <a:defRPr sz="1575" b="0">
                <a:solidFill>
                  <a:srgbClr val="9B3024"/>
                </a:solidFill>
                <a:latin typeface="Noto Serif CJK SC"/>
                <a:ea typeface="Noto Serif CJK SC"/>
                <a:cs typeface="Noto Serif CJK SC"/>
              </a:defRPr>
            </a:lvl5pPr>
            <a:lvl6pPr>
              <a:defRPr sz="1575" b="0">
                <a:solidFill>
                  <a:srgbClr val="9B3024"/>
                </a:solidFill>
                <a:latin typeface="Noto Serif CJK SC"/>
                <a:ea typeface="Noto Serif CJK SC"/>
                <a:cs typeface="Noto Serif CJK SC"/>
              </a:defRPr>
            </a:lvl6pPr>
            <a:lvl7pPr>
              <a:defRPr sz="1575" b="0">
                <a:solidFill>
                  <a:srgbClr val="9B3024"/>
                </a:solidFill>
                <a:latin typeface="Noto Serif CJK SC"/>
                <a:ea typeface="Noto Serif CJK SC"/>
                <a:cs typeface="Noto Serif CJK SC"/>
              </a:defRPr>
            </a:lvl7pPr>
            <a:lvl8pPr>
              <a:defRPr sz="1575" b="0">
                <a:solidFill>
                  <a:srgbClr val="9B3024"/>
                </a:solidFill>
                <a:latin typeface="Noto Serif CJK SC"/>
                <a:ea typeface="Noto Serif CJK SC"/>
                <a:cs typeface="Noto Serif CJK SC"/>
              </a:defRPr>
            </a:lvl8pPr>
            <a:lvl9pPr>
              <a:defRPr sz="1575" b="0">
                <a:solidFill>
                  <a:srgbClr val="9B3024"/>
                </a:solidFill>
                <a:latin typeface="Noto Serif CJK SC"/>
                <a:ea typeface="Noto Serif CJK SC"/>
                <a:cs typeface="Noto Serif CJK SC"/>
              </a:defRPr>
            </a:lvl9pPr>
          </a:lstStyle>
          <a:p xmlns:a="http://schemas.openxmlformats.org/drawingml/2006/main">
            <a:pPr>
              <a:defRPr sz="1575" b="0">
                <a:solidFill>
                  <a:srgbClr val="9B3024"/>
                </a:solidFill>
                <a:latin typeface="Noto Serif CJK SC"/>
                <a:ea typeface="Noto Serif CJK SC"/>
                <a:cs typeface="Noto Serif CJK SC"/>
              </a:defRPr>
            </a:pPr>
            <a:r>
              <a:rPr sz="1575" b="0">
                <a:solidFill>
                  <a:srgbClr val="9B3024"/>
                </a:solidFill>
                <a:latin typeface="Noto Serif CJK SC"/>
                <a:ea typeface="Noto Serif CJK SC"/>
                <a:cs typeface="Noto Serif CJK SC"/>
              </a:rPr>
              <a:t>第二课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BC368420-3C40-4446-B804-56AB513E46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781050"/>
            <a:ext cx="109728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3150" b="1">
                <a:solidFill>
                  <a:srgbClr val="30291F"/>
                </a:solidFill>
                <a:latin typeface="Noto Serif CJK SC"/>
                <a:ea typeface="Noto Serif CJK SC"/>
                <a:cs typeface="Noto Serif CJK SC"/>
              </a:defRPr>
            </a:defPPr>
            <a:lvl1pPr>
              <a:defRPr sz="3150" b="1">
                <a:solidFill>
                  <a:srgbClr val="30291F"/>
                </a:solidFill>
                <a:latin typeface="Noto Serif CJK SC"/>
                <a:ea typeface="Noto Serif CJK SC"/>
                <a:cs typeface="Noto Serif CJK SC"/>
              </a:defRPr>
            </a:lvl1pPr>
            <a:lvl2pPr>
              <a:defRPr sz="3150" b="1">
                <a:solidFill>
                  <a:srgbClr val="30291F"/>
                </a:solidFill>
                <a:latin typeface="Noto Serif CJK SC"/>
                <a:ea typeface="Noto Serif CJK SC"/>
                <a:cs typeface="Noto Serif CJK SC"/>
              </a:defRPr>
            </a:lvl2pPr>
            <a:lvl3pPr>
              <a:defRPr sz="3150" b="1">
                <a:solidFill>
                  <a:srgbClr val="30291F"/>
                </a:solidFill>
                <a:latin typeface="Noto Serif CJK SC"/>
                <a:ea typeface="Noto Serif CJK SC"/>
                <a:cs typeface="Noto Serif CJK SC"/>
              </a:defRPr>
            </a:lvl3pPr>
            <a:lvl4pPr>
              <a:defRPr sz="3150" b="1">
                <a:solidFill>
                  <a:srgbClr val="30291F"/>
                </a:solidFill>
                <a:latin typeface="Noto Serif CJK SC"/>
                <a:ea typeface="Noto Serif CJK SC"/>
                <a:cs typeface="Noto Serif CJK SC"/>
              </a:defRPr>
            </a:lvl4pPr>
            <a:lvl5pPr>
              <a:defRPr sz="3150" b="1">
                <a:solidFill>
                  <a:srgbClr val="30291F"/>
                </a:solidFill>
                <a:latin typeface="Noto Serif CJK SC"/>
                <a:ea typeface="Noto Serif CJK SC"/>
                <a:cs typeface="Noto Serif CJK SC"/>
              </a:defRPr>
            </a:lvl5pPr>
            <a:lvl6pPr>
              <a:defRPr sz="3150" b="1">
                <a:solidFill>
                  <a:srgbClr val="30291F"/>
                </a:solidFill>
                <a:latin typeface="Noto Serif CJK SC"/>
                <a:ea typeface="Noto Serif CJK SC"/>
                <a:cs typeface="Noto Serif CJK SC"/>
              </a:defRPr>
            </a:lvl6pPr>
            <a:lvl7pPr>
              <a:defRPr sz="3150" b="1">
                <a:solidFill>
                  <a:srgbClr val="30291F"/>
                </a:solidFill>
                <a:latin typeface="Noto Serif CJK SC"/>
                <a:ea typeface="Noto Serif CJK SC"/>
                <a:cs typeface="Noto Serif CJK SC"/>
              </a:defRPr>
            </a:lvl7pPr>
            <a:lvl8pPr>
              <a:defRPr sz="3150" b="1">
                <a:solidFill>
                  <a:srgbClr val="30291F"/>
                </a:solidFill>
                <a:latin typeface="Noto Serif CJK SC"/>
                <a:ea typeface="Noto Serif CJK SC"/>
                <a:cs typeface="Noto Serif CJK SC"/>
              </a:defRPr>
            </a:lvl8pPr>
            <a:lvl9pPr>
              <a:defRPr sz="3150" b="1">
                <a:solidFill>
                  <a:srgbClr val="30291F"/>
                </a:solidFill>
                <a:latin typeface="Noto Serif CJK SC"/>
                <a:ea typeface="Noto Serif CJK SC"/>
                <a:cs typeface="Noto Serif CJK SC"/>
              </a:defRPr>
            </a:lvl9pPr>
          </a:lstStyle>
          <a:p xmlns:a="http://schemas.openxmlformats.org/drawingml/2006/main">
            <a:pPr>
              <a:defRPr sz="3150" b="1">
                <a:solidFill>
                  <a:srgbClr val="30291F"/>
                </a:solidFill>
                <a:latin typeface="Noto Serif CJK SC"/>
                <a:ea typeface="Noto Serif CJK SC"/>
                <a:cs typeface="Noto Serif CJK SC"/>
              </a:defRPr>
            </a:pPr>
            <a:r>
              <a:rPr sz="3150" b="1">
                <a:solidFill>
                  <a:srgbClr val="30291F"/>
                </a:solidFill>
                <a:latin typeface="Noto Serif CJK SC"/>
                <a:ea typeface="Noto Serif CJK SC"/>
                <a:cs typeface="Noto Serif CJK SC"/>
              </a:rPr>
              <a:t>一种合理回答  部分认同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39BDEC02-2132-4C91-A982-7EBD78660E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714500"/>
            <a:ext cx="10972800" cy="971550"/>
          </a:xfrm>
          <a:prstGeom xmlns:a="http://schemas.openxmlformats.org/drawingml/2006/main" prst="roundRect">
            <a:avLst>
              <a:gd name="adj" fmla="val 7843"/>
            </a:avLst>
          </a:prstGeom>
          <a:solidFill xmlns:a="http://schemas.openxmlformats.org/drawingml/2006/main">
            <a:srgbClr val="EAF2EB"/>
          </a:solidFill>
          <a:ln xmlns:a="http://schemas.openxmlformats.org/drawingml/2006/main" w="9525">
            <a:solidFill>
              <a:srgbClr val="CBD8CC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40CA0E00-B94E-4C05-907E-F37A0E5086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1962150"/>
            <a:ext cx="1095375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2250" b="1">
                <a:solidFill>
                  <a:srgbClr val="31695F"/>
                </a:solidFill>
                <a:latin typeface="Noto Serif CJK SC"/>
                <a:ea typeface="Noto Serif CJK SC"/>
                <a:cs typeface="Noto Serif CJK SC"/>
              </a:defRPr>
            </a:defPPr>
            <a:lvl1pPr>
              <a:defRPr sz="2250" b="1">
                <a:solidFill>
                  <a:srgbClr val="31695F"/>
                </a:solidFill>
                <a:latin typeface="Noto Serif CJK SC"/>
                <a:ea typeface="Noto Serif CJK SC"/>
                <a:cs typeface="Noto Serif CJK SC"/>
              </a:defRPr>
            </a:lvl1pPr>
            <a:lvl2pPr>
              <a:defRPr sz="2250" b="1">
                <a:solidFill>
                  <a:srgbClr val="31695F"/>
                </a:solidFill>
                <a:latin typeface="Noto Serif CJK SC"/>
                <a:ea typeface="Noto Serif CJK SC"/>
                <a:cs typeface="Noto Serif CJK SC"/>
              </a:defRPr>
            </a:lvl2pPr>
            <a:lvl3pPr>
              <a:defRPr sz="2250" b="1">
                <a:solidFill>
                  <a:srgbClr val="31695F"/>
                </a:solidFill>
                <a:latin typeface="Noto Serif CJK SC"/>
                <a:ea typeface="Noto Serif CJK SC"/>
                <a:cs typeface="Noto Serif CJK SC"/>
              </a:defRPr>
            </a:lvl3pPr>
            <a:lvl4pPr>
              <a:defRPr sz="2250" b="1">
                <a:solidFill>
                  <a:srgbClr val="31695F"/>
                </a:solidFill>
                <a:latin typeface="Noto Serif CJK SC"/>
                <a:ea typeface="Noto Serif CJK SC"/>
                <a:cs typeface="Noto Serif CJK SC"/>
              </a:defRPr>
            </a:lvl4pPr>
            <a:lvl5pPr>
              <a:defRPr sz="2250" b="1">
                <a:solidFill>
                  <a:srgbClr val="31695F"/>
                </a:solidFill>
                <a:latin typeface="Noto Serif CJK SC"/>
                <a:ea typeface="Noto Serif CJK SC"/>
                <a:cs typeface="Noto Serif CJK SC"/>
              </a:defRPr>
            </a:lvl5pPr>
            <a:lvl6pPr>
              <a:defRPr sz="2250" b="1">
                <a:solidFill>
                  <a:srgbClr val="31695F"/>
                </a:solidFill>
                <a:latin typeface="Noto Serif CJK SC"/>
                <a:ea typeface="Noto Serif CJK SC"/>
                <a:cs typeface="Noto Serif CJK SC"/>
              </a:defRPr>
            </a:lvl6pPr>
            <a:lvl7pPr>
              <a:defRPr sz="2250" b="1">
                <a:solidFill>
                  <a:srgbClr val="31695F"/>
                </a:solidFill>
                <a:latin typeface="Noto Serif CJK SC"/>
                <a:ea typeface="Noto Serif CJK SC"/>
                <a:cs typeface="Noto Serif CJK SC"/>
              </a:defRPr>
            </a:lvl7pPr>
            <a:lvl8pPr>
              <a:defRPr sz="2250" b="1">
                <a:solidFill>
                  <a:srgbClr val="31695F"/>
                </a:solidFill>
                <a:latin typeface="Noto Serif CJK SC"/>
                <a:ea typeface="Noto Serif CJK SC"/>
                <a:cs typeface="Noto Serif CJK SC"/>
              </a:defRPr>
            </a:lvl8pPr>
            <a:lvl9pPr>
              <a:defRPr sz="2250" b="1">
                <a:solidFill>
                  <a:srgbClr val="31695F"/>
                </a:solidFill>
                <a:latin typeface="Noto Serif CJK SC"/>
                <a:ea typeface="Noto Serif CJK SC"/>
                <a:cs typeface="Noto Serif CJK SC"/>
              </a:defRPr>
            </a:lvl9pPr>
          </a:lstStyle>
          <a:p xmlns:a="http://schemas.openxmlformats.org/drawingml/2006/main">
            <a:pPr>
              <a:defRPr sz="2250" b="1">
                <a:solidFill>
                  <a:srgbClr val="31695F"/>
                </a:solidFill>
                <a:latin typeface="Noto Serif CJK SC"/>
                <a:ea typeface="Noto Serif CJK SC"/>
                <a:cs typeface="Noto Serif CJK SC"/>
              </a:defRPr>
            </a:pPr>
            <a:r>
              <a:rPr sz="2250" b="1">
                <a:solidFill>
                  <a:srgbClr val="31695F"/>
                </a:solidFill>
                <a:latin typeface="Noto Serif CJK SC"/>
                <a:ea typeface="Noto Serif CJK SC"/>
                <a:cs typeface="Noto Serif CJK SC"/>
              </a:rPr>
              <a:t>立场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1CD956B1-3D42-4008-9497-014B2044E5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124075" y="1866900"/>
            <a:ext cx="9239250" cy="809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2325" b="0">
                <a:solidFill>
                  <a:srgbClr val="30291F"/>
                </a:solidFill>
                <a:latin typeface="LXGW WenKai TC"/>
                <a:ea typeface="LXGW WenKai TC"/>
                <a:cs typeface="LXGW WenKai TC"/>
              </a:defRPr>
            </a:defPPr>
            <a:lvl1pPr>
              <a:defRPr sz="2325" b="0">
                <a:solidFill>
                  <a:srgbClr val="30291F"/>
                </a:solidFill>
                <a:latin typeface="LXGW WenKai TC"/>
                <a:ea typeface="LXGW WenKai TC"/>
                <a:cs typeface="LXGW WenKai TC"/>
              </a:defRPr>
            </a:lvl1pPr>
            <a:lvl2pPr>
              <a:defRPr sz="2325" b="0">
                <a:solidFill>
                  <a:srgbClr val="30291F"/>
                </a:solidFill>
                <a:latin typeface="LXGW WenKai TC"/>
                <a:ea typeface="LXGW WenKai TC"/>
                <a:cs typeface="LXGW WenKai TC"/>
              </a:defRPr>
            </a:lvl2pPr>
            <a:lvl3pPr>
              <a:defRPr sz="2325" b="0">
                <a:solidFill>
                  <a:srgbClr val="30291F"/>
                </a:solidFill>
                <a:latin typeface="LXGW WenKai TC"/>
                <a:ea typeface="LXGW WenKai TC"/>
                <a:cs typeface="LXGW WenKai TC"/>
              </a:defRPr>
            </a:lvl3pPr>
            <a:lvl4pPr>
              <a:defRPr sz="2325" b="0">
                <a:solidFill>
                  <a:srgbClr val="30291F"/>
                </a:solidFill>
                <a:latin typeface="LXGW WenKai TC"/>
                <a:ea typeface="LXGW WenKai TC"/>
                <a:cs typeface="LXGW WenKai TC"/>
              </a:defRPr>
            </a:lvl4pPr>
            <a:lvl5pPr>
              <a:defRPr sz="2325" b="0">
                <a:solidFill>
                  <a:srgbClr val="30291F"/>
                </a:solidFill>
                <a:latin typeface="LXGW WenKai TC"/>
                <a:ea typeface="LXGW WenKai TC"/>
                <a:cs typeface="LXGW WenKai TC"/>
              </a:defRPr>
            </a:lvl5pPr>
            <a:lvl6pPr>
              <a:defRPr sz="2325" b="0">
                <a:solidFill>
                  <a:srgbClr val="30291F"/>
                </a:solidFill>
                <a:latin typeface="LXGW WenKai TC"/>
                <a:ea typeface="LXGW WenKai TC"/>
                <a:cs typeface="LXGW WenKai TC"/>
              </a:defRPr>
            </a:lvl6pPr>
            <a:lvl7pPr>
              <a:defRPr sz="2325" b="0">
                <a:solidFill>
                  <a:srgbClr val="30291F"/>
                </a:solidFill>
                <a:latin typeface="LXGW WenKai TC"/>
                <a:ea typeface="LXGW WenKai TC"/>
                <a:cs typeface="LXGW WenKai TC"/>
              </a:defRPr>
            </a:lvl7pPr>
            <a:lvl8pPr>
              <a:defRPr sz="2325" b="0">
                <a:solidFill>
                  <a:srgbClr val="30291F"/>
                </a:solidFill>
                <a:latin typeface="LXGW WenKai TC"/>
                <a:ea typeface="LXGW WenKai TC"/>
                <a:cs typeface="LXGW WenKai TC"/>
              </a:defRPr>
            </a:lvl8pPr>
            <a:lvl9pPr>
              <a:defRPr sz="2325" b="0">
                <a:solidFill>
                  <a:srgbClr val="30291F"/>
                </a:solidFill>
                <a:latin typeface="LXGW WenKai TC"/>
                <a:ea typeface="LXGW WenKai TC"/>
                <a:cs typeface="LXGW WenKai TC"/>
              </a:defRPr>
            </a:lvl9pPr>
          </a:lstStyle>
          <a:p xmlns:a="http://schemas.openxmlformats.org/drawingml/2006/main">
            <a:pPr>
              <a:defRPr sz="2325" b="0">
                <a:solidFill>
                  <a:srgbClr val="30291F"/>
                </a:solidFill>
                <a:latin typeface="LXGW WenKai TC"/>
                <a:ea typeface="LXGW WenKai TC"/>
                <a:cs typeface="LXGW WenKai TC"/>
              </a:defRPr>
            </a:pPr>
            <a:r>
              <a:rPr sz="2325" b="0">
                <a:solidFill>
                  <a:srgbClr val="30291F"/>
                </a:solidFill>
                <a:latin typeface="LXGW WenKai TC"/>
                <a:ea typeface="LXGW WenKai TC"/>
                <a:cs typeface="LXGW WenKai TC"/>
              </a:rPr>
              <a:t>我部分认同。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85AA062C-8A24-4835-90F4-B13D8CA942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781300"/>
            <a:ext cx="10972800" cy="971550"/>
          </a:xfrm>
          <a:prstGeom xmlns:a="http://schemas.openxmlformats.org/drawingml/2006/main" prst="roundRect">
            <a:avLst>
              <a:gd name="adj" fmla="val 7843"/>
            </a:avLst>
          </a:prstGeom>
          <a:solidFill xmlns:a="http://schemas.openxmlformats.org/drawingml/2006/main">
            <a:srgbClr val="EAF2EB"/>
          </a:solidFill>
          <a:ln xmlns:a="http://schemas.openxmlformats.org/drawingml/2006/main" w="9525">
            <a:solidFill>
              <a:srgbClr val="CBD8CC"/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ABDE3DB5-DF4A-4393-9FBF-7A1F5285CB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3028950"/>
            <a:ext cx="1095375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2250" b="1">
                <a:solidFill>
                  <a:srgbClr val="31695F"/>
                </a:solidFill>
                <a:latin typeface="Noto Serif CJK SC"/>
                <a:ea typeface="Noto Serif CJK SC"/>
                <a:cs typeface="Noto Serif CJK SC"/>
              </a:defRPr>
            </a:defPPr>
            <a:lvl1pPr>
              <a:defRPr sz="2250" b="1">
                <a:solidFill>
                  <a:srgbClr val="31695F"/>
                </a:solidFill>
                <a:latin typeface="Noto Serif CJK SC"/>
                <a:ea typeface="Noto Serif CJK SC"/>
                <a:cs typeface="Noto Serif CJK SC"/>
              </a:defRPr>
            </a:lvl1pPr>
            <a:lvl2pPr>
              <a:defRPr sz="2250" b="1">
                <a:solidFill>
                  <a:srgbClr val="31695F"/>
                </a:solidFill>
                <a:latin typeface="Noto Serif CJK SC"/>
                <a:ea typeface="Noto Serif CJK SC"/>
                <a:cs typeface="Noto Serif CJK SC"/>
              </a:defRPr>
            </a:lvl2pPr>
            <a:lvl3pPr>
              <a:defRPr sz="2250" b="1">
                <a:solidFill>
                  <a:srgbClr val="31695F"/>
                </a:solidFill>
                <a:latin typeface="Noto Serif CJK SC"/>
                <a:ea typeface="Noto Serif CJK SC"/>
                <a:cs typeface="Noto Serif CJK SC"/>
              </a:defRPr>
            </a:lvl3pPr>
            <a:lvl4pPr>
              <a:defRPr sz="2250" b="1">
                <a:solidFill>
                  <a:srgbClr val="31695F"/>
                </a:solidFill>
                <a:latin typeface="Noto Serif CJK SC"/>
                <a:ea typeface="Noto Serif CJK SC"/>
                <a:cs typeface="Noto Serif CJK SC"/>
              </a:defRPr>
            </a:lvl4pPr>
            <a:lvl5pPr>
              <a:defRPr sz="2250" b="1">
                <a:solidFill>
                  <a:srgbClr val="31695F"/>
                </a:solidFill>
                <a:latin typeface="Noto Serif CJK SC"/>
                <a:ea typeface="Noto Serif CJK SC"/>
                <a:cs typeface="Noto Serif CJK SC"/>
              </a:defRPr>
            </a:lvl5pPr>
            <a:lvl6pPr>
              <a:defRPr sz="2250" b="1">
                <a:solidFill>
                  <a:srgbClr val="31695F"/>
                </a:solidFill>
                <a:latin typeface="Noto Serif CJK SC"/>
                <a:ea typeface="Noto Serif CJK SC"/>
                <a:cs typeface="Noto Serif CJK SC"/>
              </a:defRPr>
            </a:lvl6pPr>
            <a:lvl7pPr>
              <a:defRPr sz="2250" b="1">
                <a:solidFill>
                  <a:srgbClr val="31695F"/>
                </a:solidFill>
                <a:latin typeface="Noto Serif CJK SC"/>
                <a:ea typeface="Noto Serif CJK SC"/>
                <a:cs typeface="Noto Serif CJK SC"/>
              </a:defRPr>
            </a:lvl7pPr>
            <a:lvl8pPr>
              <a:defRPr sz="2250" b="1">
                <a:solidFill>
                  <a:srgbClr val="31695F"/>
                </a:solidFill>
                <a:latin typeface="Noto Serif CJK SC"/>
                <a:ea typeface="Noto Serif CJK SC"/>
                <a:cs typeface="Noto Serif CJK SC"/>
              </a:defRPr>
            </a:lvl8pPr>
            <a:lvl9pPr>
              <a:defRPr sz="2250" b="1">
                <a:solidFill>
                  <a:srgbClr val="31695F"/>
                </a:solidFill>
                <a:latin typeface="Noto Serif CJK SC"/>
                <a:ea typeface="Noto Serif CJK SC"/>
                <a:cs typeface="Noto Serif CJK SC"/>
              </a:defRPr>
            </a:lvl9pPr>
          </a:lstStyle>
          <a:p xmlns:a="http://schemas.openxmlformats.org/drawingml/2006/main">
            <a:pPr>
              <a:defRPr sz="2250" b="1">
                <a:solidFill>
                  <a:srgbClr val="31695F"/>
                </a:solidFill>
                <a:latin typeface="Noto Serif CJK SC"/>
                <a:ea typeface="Noto Serif CJK SC"/>
                <a:cs typeface="Noto Serif CJK SC"/>
              </a:defRPr>
            </a:pPr>
            <a:r>
              <a:rPr sz="2250" b="1">
                <a:solidFill>
                  <a:srgbClr val="31695F"/>
                </a:solidFill>
                <a:latin typeface="Noto Serif CJK SC"/>
                <a:ea typeface="Noto Serif CJK SC"/>
                <a:cs typeface="Noto Serif CJK SC"/>
              </a:rPr>
              <a:t>理由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8B0B5AB4-A223-416B-A560-E1C2B7697A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124075" y="2933700"/>
            <a:ext cx="9239250" cy="809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2325" b="0">
                <a:solidFill>
                  <a:srgbClr val="30291F"/>
                </a:solidFill>
                <a:latin typeface="LXGW WenKai TC"/>
                <a:ea typeface="LXGW WenKai TC"/>
                <a:cs typeface="LXGW WenKai TC"/>
              </a:defRPr>
            </a:defPPr>
            <a:lvl1pPr>
              <a:defRPr sz="2325" b="0">
                <a:solidFill>
                  <a:srgbClr val="30291F"/>
                </a:solidFill>
                <a:latin typeface="LXGW WenKai TC"/>
                <a:ea typeface="LXGW WenKai TC"/>
                <a:cs typeface="LXGW WenKai TC"/>
              </a:defRPr>
            </a:lvl1pPr>
            <a:lvl2pPr>
              <a:defRPr sz="2325" b="0">
                <a:solidFill>
                  <a:srgbClr val="30291F"/>
                </a:solidFill>
                <a:latin typeface="LXGW WenKai TC"/>
                <a:ea typeface="LXGW WenKai TC"/>
                <a:cs typeface="LXGW WenKai TC"/>
              </a:defRPr>
            </a:lvl2pPr>
            <a:lvl3pPr>
              <a:defRPr sz="2325" b="0">
                <a:solidFill>
                  <a:srgbClr val="30291F"/>
                </a:solidFill>
                <a:latin typeface="LXGW WenKai TC"/>
                <a:ea typeface="LXGW WenKai TC"/>
                <a:cs typeface="LXGW WenKai TC"/>
              </a:defRPr>
            </a:lvl3pPr>
            <a:lvl4pPr>
              <a:defRPr sz="2325" b="0">
                <a:solidFill>
                  <a:srgbClr val="30291F"/>
                </a:solidFill>
                <a:latin typeface="LXGW WenKai TC"/>
                <a:ea typeface="LXGW WenKai TC"/>
                <a:cs typeface="LXGW WenKai TC"/>
              </a:defRPr>
            </a:lvl4pPr>
            <a:lvl5pPr>
              <a:defRPr sz="2325" b="0">
                <a:solidFill>
                  <a:srgbClr val="30291F"/>
                </a:solidFill>
                <a:latin typeface="LXGW WenKai TC"/>
                <a:ea typeface="LXGW WenKai TC"/>
                <a:cs typeface="LXGW WenKai TC"/>
              </a:defRPr>
            </a:lvl5pPr>
            <a:lvl6pPr>
              <a:defRPr sz="2325" b="0">
                <a:solidFill>
                  <a:srgbClr val="30291F"/>
                </a:solidFill>
                <a:latin typeface="LXGW WenKai TC"/>
                <a:ea typeface="LXGW WenKai TC"/>
                <a:cs typeface="LXGW WenKai TC"/>
              </a:defRPr>
            </a:lvl6pPr>
            <a:lvl7pPr>
              <a:defRPr sz="2325" b="0">
                <a:solidFill>
                  <a:srgbClr val="30291F"/>
                </a:solidFill>
                <a:latin typeface="LXGW WenKai TC"/>
                <a:ea typeface="LXGW WenKai TC"/>
                <a:cs typeface="LXGW WenKai TC"/>
              </a:defRPr>
            </a:lvl7pPr>
            <a:lvl8pPr>
              <a:defRPr sz="2325" b="0">
                <a:solidFill>
                  <a:srgbClr val="30291F"/>
                </a:solidFill>
                <a:latin typeface="LXGW WenKai TC"/>
                <a:ea typeface="LXGW WenKai TC"/>
                <a:cs typeface="LXGW WenKai TC"/>
              </a:defRPr>
            </a:lvl8pPr>
            <a:lvl9pPr>
              <a:defRPr sz="2325" b="0">
                <a:solidFill>
                  <a:srgbClr val="30291F"/>
                </a:solidFill>
                <a:latin typeface="LXGW WenKai TC"/>
                <a:ea typeface="LXGW WenKai TC"/>
                <a:cs typeface="LXGW WenKai TC"/>
              </a:defRPr>
            </a:lvl9pPr>
          </a:lstStyle>
          <a:p xmlns:a="http://schemas.openxmlformats.org/drawingml/2006/main">
            <a:pPr>
              <a:defRPr sz="2325" b="0">
                <a:solidFill>
                  <a:srgbClr val="30291F"/>
                </a:solidFill>
                <a:latin typeface="LXGW WenKai TC"/>
                <a:ea typeface="LXGW WenKai TC"/>
                <a:cs typeface="LXGW WenKai TC"/>
              </a:defRPr>
            </a:pPr>
            <a:r>
              <a:rPr sz="2325" b="0">
                <a:solidFill>
                  <a:srgbClr val="30291F"/>
                </a:solidFill>
                <a:latin typeface="LXGW WenKai TC"/>
                <a:ea typeface="LXGW WenKai TC"/>
                <a:cs typeface="LXGW WenKai TC"/>
              </a:rPr>
              <a:t>姐姐假期不好拿，但父母也需要陪伴。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BFE18FCE-9D4B-488D-A567-CD407CF2B5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848100"/>
            <a:ext cx="10972800" cy="971550"/>
          </a:xfrm>
          <a:prstGeom xmlns:a="http://schemas.openxmlformats.org/drawingml/2006/main" prst="roundRect">
            <a:avLst>
              <a:gd name="adj" fmla="val 7843"/>
            </a:avLst>
          </a:prstGeom>
          <a:solidFill xmlns:a="http://schemas.openxmlformats.org/drawingml/2006/main">
            <a:srgbClr val="EAF2EB"/>
          </a:solidFill>
          <a:ln xmlns:a="http://schemas.openxmlformats.org/drawingml/2006/main" w="9525">
            <a:solidFill>
              <a:srgbClr val="CBD8CC"/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3B6A7ED5-C4F2-42A0-AD38-2B7066B214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4095750"/>
            <a:ext cx="1095375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2250" b="1">
                <a:solidFill>
                  <a:srgbClr val="31695F"/>
                </a:solidFill>
                <a:latin typeface="Noto Serif CJK SC"/>
                <a:ea typeface="Noto Serif CJK SC"/>
                <a:cs typeface="Noto Serif CJK SC"/>
              </a:defRPr>
            </a:defPPr>
            <a:lvl1pPr>
              <a:defRPr sz="2250" b="1">
                <a:solidFill>
                  <a:srgbClr val="31695F"/>
                </a:solidFill>
                <a:latin typeface="Noto Serif CJK SC"/>
                <a:ea typeface="Noto Serif CJK SC"/>
                <a:cs typeface="Noto Serif CJK SC"/>
              </a:defRPr>
            </a:lvl1pPr>
            <a:lvl2pPr>
              <a:defRPr sz="2250" b="1">
                <a:solidFill>
                  <a:srgbClr val="31695F"/>
                </a:solidFill>
                <a:latin typeface="Noto Serif CJK SC"/>
                <a:ea typeface="Noto Serif CJK SC"/>
                <a:cs typeface="Noto Serif CJK SC"/>
              </a:defRPr>
            </a:lvl2pPr>
            <a:lvl3pPr>
              <a:defRPr sz="2250" b="1">
                <a:solidFill>
                  <a:srgbClr val="31695F"/>
                </a:solidFill>
                <a:latin typeface="Noto Serif CJK SC"/>
                <a:ea typeface="Noto Serif CJK SC"/>
                <a:cs typeface="Noto Serif CJK SC"/>
              </a:defRPr>
            </a:lvl3pPr>
            <a:lvl4pPr>
              <a:defRPr sz="2250" b="1">
                <a:solidFill>
                  <a:srgbClr val="31695F"/>
                </a:solidFill>
                <a:latin typeface="Noto Serif CJK SC"/>
                <a:ea typeface="Noto Serif CJK SC"/>
                <a:cs typeface="Noto Serif CJK SC"/>
              </a:defRPr>
            </a:lvl4pPr>
            <a:lvl5pPr>
              <a:defRPr sz="2250" b="1">
                <a:solidFill>
                  <a:srgbClr val="31695F"/>
                </a:solidFill>
                <a:latin typeface="Noto Serif CJK SC"/>
                <a:ea typeface="Noto Serif CJK SC"/>
                <a:cs typeface="Noto Serif CJK SC"/>
              </a:defRPr>
            </a:lvl5pPr>
            <a:lvl6pPr>
              <a:defRPr sz="2250" b="1">
                <a:solidFill>
                  <a:srgbClr val="31695F"/>
                </a:solidFill>
                <a:latin typeface="Noto Serif CJK SC"/>
                <a:ea typeface="Noto Serif CJK SC"/>
                <a:cs typeface="Noto Serif CJK SC"/>
              </a:defRPr>
            </a:lvl6pPr>
            <a:lvl7pPr>
              <a:defRPr sz="2250" b="1">
                <a:solidFill>
                  <a:srgbClr val="31695F"/>
                </a:solidFill>
                <a:latin typeface="Noto Serif CJK SC"/>
                <a:ea typeface="Noto Serif CJK SC"/>
                <a:cs typeface="Noto Serif CJK SC"/>
              </a:defRPr>
            </a:lvl7pPr>
            <a:lvl8pPr>
              <a:defRPr sz="2250" b="1">
                <a:solidFill>
                  <a:srgbClr val="31695F"/>
                </a:solidFill>
                <a:latin typeface="Noto Serif CJK SC"/>
                <a:ea typeface="Noto Serif CJK SC"/>
                <a:cs typeface="Noto Serif CJK SC"/>
              </a:defRPr>
            </a:lvl8pPr>
            <a:lvl9pPr>
              <a:defRPr sz="2250" b="1">
                <a:solidFill>
                  <a:srgbClr val="31695F"/>
                </a:solidFill>
                <a:latin typeface="Noto Serif CJK SC"/>
                <a:ea typeface="Noto Serif CJK SC"/>
                <a:cs typeface="Noto Serif CJK SC"/>
              </a:defRPr>
            </a:lvl9pPr>
          </a:lstStyle>
          <a:p xmlns:a="http://schemas.openxmlformats.org/drawingml/2006/main">
            <a:pPr>
              <a:defRPr sz="2250" b="1">
                <a:solidFill>
                  <a:srgbClr val="31695F"/>
                </a:solidFill>
                <a:latin typeface="Noto Serif CJK SC"/>
                <a:ea typeface="Noto Serif CJK SC"/>
                <a:cs typeface="Noto Serif CJK SC"/>
              </a:defRPr>
            </a:pPr>
            <a:r>
              <a:rPr sz="2250" b="1">
                <a:solidFill>
                  <a:srgbClr val="31695F"/>
                </a:solidFill>
                <a:latin typeface="Noto Serif CJK SC"/>
                <a:ea typeface="Noto Serif CJK SC"/>
                <a:cs typeface="Noto Serif CJK SC"/>
              </a:rPr>
              <a:t>例子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D2CBA11C-4385-439D-9709-8B085C0687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124075" y="4000500"/>
            <a:ext cx="9239250" cy="809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2325" b="0">
                <a:solidFill>
                  <a:srgbClr val="30291F"/>
                </a:solidFill>
                <a:latin typeface="LXGW WenKai TC"/>
                <a:ea typeface="LXGW WenKai TC"/>
                <a:cs typeface="LXGW WenKai TC"/>
              </a:defRPr>
            </a:defPPr>
            <a:lvl1pPr>
              <a:defRPr sz="2325" b="0">
                <a:solidFill>
                  <a:srgbClr val="30291F"/>
                </a:solidFill>
                <a:latin typeface="LXGW WenKai TC"/>
                <a:ea typeface="LXGW WenKai TC"/>
                <a:cs typeface="LXGW WenKai TC"/>
              </a:defRPr>
            </a:lvl1pPr>
            <a:lvl2pPr>
              <a:defRPr sz="2325" b="0">
                <a:solidFill>
                  <a:srgbClr val="30291F"/>
                </a:solidFill>
                <a:latin typeface="LXGW WenKai TC"/>
                <a:ea typeface="LXGW WenKai TC"/>
                <a:cs typeface="LXGW WenKai TC"/>
              </a:defRPr>
            </a:lvl2pPr>
            <a:lvl3pPr>
              <a:defRPr sz="2325" b="0">
                <a:solidFill>
                  <a:srgbClr val="30291F"/>
                </a:solidFill>
                <a:latin typeface="LXGW WenKai TC"/>
                <a:ea typeface="LXGW WenKai TC"/>
                <a:cs typeface="LXGW WenKai TC"/>
              </a:defRPr>
            </a:lvl3pPr>
            <a:lvl4pPr>
              <a:defRPr sz="2325" b="0">
                <a:solidFill>
                  <a:srgbClr val="30291F"/>
                </a:solidFill>
                <a:latin typeface="LXGW WenKai TC"/>
                <a:ea typeface="LXGW WenKai TC"/>
                <a:cs typeface="LXGW WenKai TC"/>
              </a:defRPr>
            </a:lvl4pPr>
            <a:lvl5pPr>
              <a:defRPr sz="2325" b="0">
                <a:solidFill>
                  <a:srgbClr val="30291F"/>
                </a:solidFill>
                <a:latin typeface="LXGW WenKai TC"/>
                <a:ea typeface="LXGW WenKai TC"/>
                <a:cs typeface="LXGW WenKai TC"/>
              </a:defRPr>
            </a:lvl5pPr>
            <a:lvl6pPr>
              <a:defRPr sz="2325" b="0">
                <a:solidFill>
                  <a:srgbClr val="30291F"/>
                </a:solidFill>
                <a:latin typeface="LXGW WenKai TC"/>
                <a:ea typeface="LXGW WenKai TC"/>
                <a:cs typeface="LXGW WenKai TC"/>
              </a:defRPr>
            </a:lvl6pPr>
            <a:lvl7pPr>
              <a:defRPr sz="2325" b="0">
                <a:solidFill>
                  <a:srgbClr val="30291F"/>
                </a:solidFill>
                <a:latin typeface="LXGW WenKai TC"/>
                <a:ea typeface="LXGW WenKai TC"/>
                <a:cs typeface="LXGW WenKai TC"/>
              </a:defRPr>
            </a:lvl7pPr>
            <a:lvl8pPr>
              <a:defRPr sz="2325" b="0">
                <a:solidFill>
                  <a:srgbClr val="30291F"/>
                </a:solidFill>
                <a:latin typeface="LXGW WenKai TC"/>
                <a:ea typeface="LXGW WenKai TC"/>
                <a:cs typeface="LXGW WenKai TC"/>
              </a:defRPr>
            </a:lvl8pPr>
            <a:lvl9pPr>
              <a:defRPr sz="2325" b="0">
                <a:solidFill>
                  <a:srgbClr val="30291F"/>
                </a:solidFill>
                <a:latin typeface="LXGW WenKai TC"/>
                <a:ea typeface="LXGW WenKai TC"/>
                <a:cs typeface="LXGW WenKai TC"/>
              </a:defRPr>
            </a:lvl9pPr>
          </a:lstStyle>
          <a:p xmlns:a="http://schemas.openxmlformats.org/drawingml/2006/main">
            <a:pPr>
              <a:defRPr sz="2325" b="0">
                <a:solidFill>
                  <a:srgbClr val="30291F"/>
                </a:solidFill>
                <a:latin typeface="LXGW WenKai TC"/>
                <a:ea typeface="LXGW WenKai TC"/>
                <a:cs typeface="LXGW WenKai TC"/>
              </a:defRPr>
            </a:pPr>
            <a:r>
              <a:rPr sz="2325" b="0">
                <a:solidFill>
                  <a:srgbClr val="30291F"/>
                </a:solidFill>
                <a:latin typeface="LXGW WenKai TC"/>
                <a:ea typeface="LXGW WenKai TC"/>
                <a:cs typeface="LXGW WenKai TC"/>
              </a:rPr>
              <a:t>妈妈为姐姐不能回来而闹别扭。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B907E538-9600-4890-8E81-30C4E26924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914900"/>
            <a:ext cx="10972800" cy="971550"/>
          </a:xfrm>
          <a:prstGeom xmlns:a="http://schemas.openxmlformats.org/drawingml/2006/main" prst="roundRect">
            <a:avLst>
              <a:gd name="adj" fmla="val 7843"/>
            </a:avLst>
          </a:prstGeom>
          <a:solidFill xmlns:a="http://schemas.openxmlformats.org/drawingml/2006/main">
            <a:srgbClr val="EAF2EB"/>
          </a:solidFill>
          <a:ln xmlns:a="http://schemas.openxmlformats.org/drawingml/2006/main" w="9525">
            <a:solidFill>
              <a:srgbClr val="CBD8CC"/>
            </a:solidFill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1F52642A-75A5-4E32-AFBA-5585F296AE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5162550"/>
            <a:ext cx="1095375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2250" b="1">
                <a:solidFill>
                  <a:srgbClr val="31695F"/>
                </a:solidFill>
                <a:latin typeface="Noto Serif CJK SC"/>
                <a:ea typeface="Noto Serif CJK SC"/>
                <a:cs typeface="Noto Serif CJK SC"/>
              </a:defRPr>
            </a:defPPr>
            <a:lvl1pPr>
              <a:defRPr sz="2250" b="1">
                <a:solidFill>
                  <a:srgbClr val="31695F"/>
                </a:solidFill>
                <a:latin typeface="Noto Serif CJK SC"/>
                <a:ea typeface="Noto Serif CJK SC"/>
                <a:cs typeface="Noto Serif CJK SC"/>
              </a:defRPr>
            </a:lvl1pPr>
            <a:lvl2pPr>
              <a:defRPr sz="2250" b="1">
                <a:solidFill>
                  <a:srgbClr val="31695F"/>
                </a:solidFill>
                <a:latin typeface="Noto Serif CJK SC"/>
                <a:ea typeface="Noto Serif CJK SC"/>
                <a:cs typeface="Noto Serif CJK SC"/>
              </a:defRPr>
            </a:lvl2pPr>
            <a:lvl3pPr>
              <a:defRPr sz="2250" b="1">
                <a:solidFill>
                  <a:srgbClr val="31695F"/>
                </a:solidFill>
                <a:latin typeface="Noto Serif CJK SC"/>
                <a:ea typeface="Noto Serif CJK SC"/>
                <a:cs typeface="Noto Serif CJK SC"/>
              </a:defRPr>
            </a:lvl3pPr>
            <a:lvl4pPr>
              <a:defRPr sz="2250" b="1">
                <a:solidFill>
                  <a:srgbClr val="31695F"/>
                </a:solidFill>
                <a:latin typeface="Noto Serif CJK SC"/>
                <a:ea typeface="Noto Serif CJK SC"/>
                <a:cs typeface="Noto Serif CJK SC"/>
              </a:defRPr>
            </a:lvl4pPr>
            <a:lvl5pPr>
              <a:defRPr sz="2250" b="1">
                <a:solidFill>
                  <a:srgbClr val="31695F"/>
                </a:solidFill>
                <a:latin typeface="Noto Serif CJK SC"/>
                <a:ea typeface="Noto Serif CJK SC"/>
                <a:cs typeface="Noto Serif CJK SC"/>
              </a:defRPr>
            </a:lvl5pPr>
            <a:lvl6pPr>
              <a:defRPr sz="2250" b="1">
                <a:solidFill>
                  <a:srgbClr val="31695F"/>
                </a:solidFill>
                <a:latin typeface="Noto Serif CJK SC"/>
                <a:ea typeface="Noto Serif CJK SC"/>
                <a:cs typeface="Noto Serif CJK SC"/>
              </a:defRPr>
            </a:lvl6pPr>
            <a:lvl7pPr>
              <a:defRPr sz="2250" b="1">
                <a:solidFill>
                  <a:srgbClr val="31695F"/>
                </a:solidFill>
                <a:latin typeface="Noto Serif CJK SC"/>
                <a:ea typeface="Noto Serif CJK SC"/>
                <a:cs typeface="Noto Serif CJK SC"/>
              </a:defRPr>
            </a:lvl7pPr>
            <a:lvl8pPr>
              <a:defRPr sz="2250" b="1">
                <a:solidFill>
                  <a:srgbClr val="31695F"/>
                </a:solidFill>
                <a:latin typeface="Noto Serif CJK SC"/>
                <a:ea typeface="Noto Serif CJK SC"/>
                <a:cs typeface="Noto Serif CJK SC"/>
              </a:defRPr>
            </a:lvl8pPr>
            <a:lvl9pPr>
              <a:defRPr sz="2250" b="1">
                <a:solidFill>
                  <a:srgbClr val="31695F"/>
                </a:solidFill>
                <a:latin typeface="Noto Serif CJK SC"/>
                <a:ea typeface="Noto Serif CJK SC"/>
                <a:cs typeface="Noto Serif CJK SC"/>
              </a:defRPr>
            </a:lvl9pPr>
          </a:lstStyle>
          <a:p xmlns:a="http://schemas.openxmlformats.org/drawingml/2006/main">
            <a:pPr>
              <a:defRPr sz="2250" b="1">
                <a:solidFill>
                  <a:srgbClr val="31695F"/>
                </a:solidFill>
                <a:latin typeface="Noto Serif CJK SC"/>
                <a:ea typeface="Noto Serif CJK SC"/>
                <a:cs typeface="Noto Serif CJK SC"/>
              </a:defRPr>
            </a:pPr>
            <a:r>
              <a:rPr sz="2250" b="1">
                <a:solidFill>
                  <a:srgbClr val="31695F"/>
                </a:solidFill>
                <a:latin typeface="Noto Serif CJK SC"/>
                <a:ea typeface="Noto Serif CJK SC"/>
                <a:cs typeface="Noto Serif CJK SC"/>
              </a:rPr>
              <a:t>回扣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E2B66C03-512C-4229-83EB-670E5935CC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124075" y="5067300"/>
            <a:ext cx="9239250" cy="809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2325" b="0">
                <a:solidFill>
                  <a:srgbClr val="30291F"/>
                </a:solidFill>
                <a:latin typeface="LXGW WenKai TC"/>
                <a:ea typeface="LXGW WenKai TC"/>
                <a:cs typeface="LXGW WenKai TC"/>
              </a:defRPr>
            </a:defPPr>
            <a:lvl1pPr>
              <a:defRPr sz="2325" b="0">
                <a:solidFill>
                  <a:srgbClr val="30291F"/>
                </a:solidFill>
                <a:latin typeface="LXGW WenKai TC"/>
                <a:ea typeface="LXGW WenKai TC"/>
                <a:cs typeface="LXGW WenKai TC"/>
              </a:defRPr>
            </a:lvl1pPr>
            <a:lvl2pPr>
              <a:defRPr sz="2325" b="0">
                <a:solidFill>
                  <a:srgbClr val="30291F"/>
                </a:solidFill>
                <a:latin typeface="LXGW WenKai TC"/>
                <a:ea typeface="LXGW WenKai TC"/>
                <a:cs typeface="LXGW WenKai TC"/>
              </a:defRPr>
            </a:lvl2pPr>
            <a:lvl3pPr>
              <a:defRPr sz="2325" b="0">
                <a:solidFill>
                  <a:srgbClr val="30291F"/>
                </a:solidFill>
                <a:latin typeface="LXGW WenKai TC"/>
                <a:ea typeface="LXGW WenKai TC"/>
                <a:cs typeface="LXGW WenKai TC"/>
              </a:defRPr>
            </a:lvl3pPr>
            <a:lvl4pPr>
              <a:defRPr sz="2325" b="0">
                <a:solidFill>
                  <a:srgbClr val="30291F"/>
                </a:solidFill>
                <a:latin typeface="LXGW WenKai TC"/>
                <a:ea typeface="LXGW WenKai TC"/>
                <a:cs typeface="LXGW WenKai TC"/>
              </a:defRPr>
            </a:lvl4pPr>
            <a:lvl5pPr>
              <a:defRPr sz="2325" b="0">
                <a:solidFill>
                  <a:srgbClr val="30291F"/>
                </a:solidFill>
                <a:latin typeface="LXGW WenKai TC"/>
                <a:ea typeface="LXGW WenKai TC"/>
                <a:cs typeface="LXGW WenKai TC"/>
              </a:defRPr>
            </a:lvl5pPr>
            <a:lvl6pPr>
              <a:defRPr sz="2325" b="0">
                <a:solidFill>
                  <a:srgbClr val="30291F"/>
                </a:solidFill>
                <a:latin typeface="LXGW WenKai TC"/>
                <a:ea typeface="LXGW WenKai TC"/>
                <a:cs typeface="LXGW WenKai TC"/>
              </a:defRPr>
            </a:lvl6pPr>
            <a:lvl7pPr>
              <a:defRPr sz="2325" b="0">
                <a:solidFill>
                  <a:srgbClr val="30291F"/>
                </a:solidFill>
                <a:latin typeface="LXGW WenKai TC"/>
                <a:ea typeface="LXGW WenKai TC"/>
                <a:cs typeface="LXGW WenKai TC"/>
              </a:defRPr>
            </a:lvl7pPr>
            <a:lvl8pPr>
              <a:defRPr sz="2325" b="0">
                <a:solidFill>
                  <a:srgbClr val="30291F"/>
                </a:solidFill>
                <a:latin typeface="LXGW WenKai TC"/>
                <a:ea typeface="LXGW WenKai TC"/>
                <a:cs typeface="LXGW WenKai TC"/>
              </a:defRPr>
            </a:lvl8pPr>
            <a:lvl9pPr>
              <a:defRPr sz="2325" b="0">
                <a:solidFill>
                  <a:srgbClr val="30291F"/>
                </a:solidFill>
                <a:latin typeface="LXGW WenKai TC"/>
                <a:ea typeface="LXGW WenKai TC"/>
                <a:cs typeface="LXGW WenKai TC"/>
              </a:defRPr>
            </a:lvl9pPr>
          </a:lstStyle>
          <a:p xmlns:a="http://schemas.openxmlformats.org/drawingml/2006/main">
            <a:pPr>
              <a:defRPr sz="2325" b="0">
                <a:solidFill>
                  <a:srgbClr val="30291F"/>
                </a:solidFill>
                <a:latin typeface="LXGW WenKai TC"/>
                <a:ea typeface="LXGW WenKai TC"/>
                <a:cs typeface="LXGW WenKai TC"/>
              </a:defRPr>
            </a:pPr>
            <a:r>
              <a:rPr sz="2325" b="0">
                <a:solidFill>
                  <a:srgbClr val="30291F"/>
                </a:solidFill>
                <a:latin typeface="LXGW WenKai TC"/>
                <a:ea typeface="LXGW WenKai TC"/>
                <a:cs typeface="LXGW WenKai TC"/>
              </a:rPr>
              <a:t>这说明红包可以表达心意，却不一定满足团聚的期待；还可以视讯或另</a:t>
            </a:r>
          </a:p>
          <a:p xmlns:a="http://schemas.openxmlformats.org/drawingml/2006/main">
            <a:pPr>
              <a:defRPr sz="2325" b="0">
                <a:solidFill>
                  <a:srgbClr val="30291F"/>
                </a:solidFill>
                <a:latin typeface="LXGW WenKai TC"/>
                <a:ea typeface="LXGW WenKai TC"/>
                <a:cs typeface="LXGW WenKai TC"/>
              </a:defRPr>
            </a:pPr>
            <a:r>
              <a:rPr sz="2325" b="0">
                <a:solidFill>
                  <a:srgbClr val="30291F"/>
                </a:solidFill>
                <a:latin typeface="LXGW WenKai TC"/>
                <a:ea typeface="LXGW WenKai TC"/>
                <a:cs typeface="LXGW WenKai TC"/>
              </a:rPr>
              <a:t>约时间相聚。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80DE36DC-6C17-40EE-99C3-080AFBD52C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25200" y="6477000"/>
            <a:ext cx="4572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1350" b="0">
                <a:solidFill>
                  <a:srgbClr val="776C60"/>
                </a:solidFill>
                <a:latin typeface="Noto Serif CJK SC"/>
                <a:ea typeface="Noto Serif CJK SC"/>
                <a:cs typeface="Noto Serif CJK SC"/>
              </a:defRPr>
            </a:defPPr>
            <a:lvl1pPr>
              <a:defRPr sz="1350" b="0">
                <a:solidFill>
                  <a:srgbClr val="776C60"/>
                </a:solidFill>
                <a:latin typeface="Noto Serif CJK SC"/>
                <a:ea typeface="Noto Serif CJK SC"/>
                <a:cs typeface="Noto Serif CJK SC"/>
              </a:defRPr>
            </a:lvl1pPr>
            <a:lvl2pPr>
              <a:defRPr sz="1350" b="0">
                <a:solidFill>
                  <a:srgbClr val="776C60"/>
                </a:solidFill>
                <a:latin typeface="Noto Serif CJK SC"/>
                <a:ea typeface="Noto Serif CJK SC"/>
                <a:cs typeface="Noto Serif CJK SC"/>
              </a:defRPr>
            </a:lvl2pPr>
            <a:lvl3pPr>
              <a:defRPr sz="1350" b="0">
                <a:solidFill>
                  <a:srgbClr val="776C60"/>
                </a:solidFill>
                <a:latin typeface="Noto Serif CJK SC"/>
                <a:ea typeface="Noto Serif CJK SC"/>
                <a:cs typeface="Noto Serif CJK SC"/>
              </a:defRPr>
            </a:lvl3pPr>
            <a:lvl4pPr>
              <a:defRPr sz="1350" b="0">
                <a:solidFill>
                  <a:srgbClr val="776C60"/>
                </a:solidFill>
                <a:latin typeface="Noto Serif CJK SC"/>
                <a:ea typeface="Noto Serif CJK SC"/>
                <a:cs typeface="Noto Serif CJK SC"/>
              </a:defRPr>
            </a:lvl4pPr>
            <a:lvl5pPr>
              <a:defRPr sz="1350" b="0">
                <a:solidFill>
                  <a:srgbClr val="776C60"/>
                </a:solidFill>
                <a:latin typeface="Noto Serif CJK SC"/>
                <a:ea typeface="Noto Serif CJK SC"/>
                <a:cs typeface="Noto Serif CJK SC"/>
              </a:defRPr>
            </a:lvl5pPr>
            <a:lvl6pPr>
              <a:defRPr sz="1350" b="0">
                <a:solidFill>
                  <a:srgbClr val="776C60"/>
                </a:solidFill>
                <a:latin typeface="Noto Serif CJK SC"/>
                <a:ea typeface="Noto Serif CJK SC"/>
                <a:cs typeface="Noto Serif CJK SC"/>
              </a:defRPr>
            </a:lvl6pPr>
            <a:lvl7pPr>
              <a:defRPr sz="1350" b="0">
                <a:solidFill>
                  <a:srgbClr val="776C60"/>
                </a:solidFill>
                <a:latin typeface="Noto Serif CJK SC"/>
                <a:ea typeface="Noto Serif CJK SC"/>
                <a:cs typeface="Noto Serif CJK SC"/>
              </a:defRPr>
            </a:lvl7pPr>
            <a:lvl8pPr>
              <a:defRPr sz="1350" b="0">
                <a:solidFill>
                  <a:srgbClr val="776C60"/>
                </a:solidFill>
                <a:latin typeface="Noto Serif CJK SC"/>
                <a:ea typeface="Noto Serif CJK SC"/>
                <a:cs typeface="Noto Serif CJK SC"/>
              </a:defRPr>
            </a:lvl8pPr>
            <a:lvl9pPr>
              <a:defRPr sz="1350" b="0">
                <a:solidFill>
                  <a:srgbClr val="776C60"/>
                </a:solidFill>
                <a:latin typeface="Noto Serif CJK SC"/>
                <a:ea typeface="Noto Serif CJK SC"/>
                <a:cs typeface="Noto Serif CJK SC"/>
              </a:defRPr>
            </a:lvl9pPr>
          </a:lstStyle>
          <a:p xmlns:a="http://schemas.openxmlformats.org/drawingml/2006/main">
            <a:pPr>
              <a:defRPr sz="1350" b="0">
                <a:solidFill>
                  <a:srgbClr val="776C60"/>
                </a:solidFill>
                <a:latin typeface="Noto Serif CJK SC"/>
                <a:ea typeface="Noto Serif CJK SC"/>
                <a:cs typeface="Noto Serif CJK SC"/>
              </a:defRPr>
            </a:pPr>
            <a:r>
              <a:rPr sz="1350" b="0">
                <a:solidFill>
                  <a:srgbClr val="776C60"/>
                </a:solidFill>
                <a:latin typeface="Noto Serif CJK SC"/>
                <a:ea typeface="Noto Serif CJK SC"/>
                <a:cs typeface="Noto Serif CJK SC"/>
              </a:rPr>
              <a:t>30</a:t>
            </a:r>
          </a:p>
        </p:txBody>
      </p:sp>
    </p:spTree>
    <p:extLst>
      <p:ext uri="{BB962C8B-B14F-4D97-AF65-F5344CB8AC3E}">
        <p14:creationId xmlns:p14="http://schemas.microsoft.com/office/powerpoint/2010/main" val="473028782"/>
      </p:ext>
    </p:extLst>
  </p:cSld>
</p:sld>
</file>

<file path=ppt/slides/slide31.xml><?xml version="1.0" encoding="utf-8"?>
<p:sld xmlns:p="http://schemas.openxmlformats.org/presentationml/2006/main">
  <p:cSld>
    <p:bg>
      <p:bgPr>
        <a:solidFill xmlns:a="http://schemas.openxmlformats.org/drawingml/2006/main">
          <a:srgbClr val="FFFAF2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46BCF1A8-4D90-4E5B-A0A3-CB4EE9B942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33375"/>
            <a:ext cx="762000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1575" b="0">
                <a:solidFill>
                  <a:srgbClr val="9B3024"/>
                </a:solidFill>
                <a:latin typeface="Noto Serif CJK SC"/>
                <a:ea typeface="Noto Serif CJK SC"/>
                <a:cs typeface="Noto Serif CJK SC"/>
              </a:defRPr>
            </a:defPPr>
            <a:lvl1pPr>
              <a:defRPr sz="1575" b="0">
                <a:solidFill>
                  <a:srgbClr val="9B3024"/>
                </a:solidFill>
                <a:latin typeface="Noto Serif CJK SC"/>
                <a:ea typeface="Noto Serif CJK SC"/>
                <a:cs typeface="Noto Serif CJK SC"/>
              </a:defRPr>
            </a:lvl1pPr>
            <a:lvl2pPr>
              <a:defRPr sz="1575" b="0">
                <a:solidFill>
                  <a:srgbClr val="9B3024"/>
                </a:solidFill>
                <a:latin typeface="Noto Serif CJK SC"/>
                <a:ea typeface="Noto Serif CJK SC"/>
                <a:cs typeface="Noto Serif CJK SC"/>
              </a:defRPr>
            </a:lvl2pPr>
            <a:lvl3pPr>
              <a:defRPr sz="1575" b="0">
                <a:solidFill>
                  <a:srgbClr val="9B3024"/>
                </a:solidFill>
                <a:latin typeface="Noto Serif CJK SC"/>
                <a:ea typeface="Noto Serif CJK SC"/>
                <a:cs typeface="Noto Serif CJK SC"/>
              </a:defRPr>
            </a:lvl3pPr>
            <a:lvl4pPr>
              <a:defRPr sz="1575" b="0">
                <a:solidFill>
                  <a:srgbClr val="9B3024"/>
                </a:solidFill>
                <a:latin typeface="Noto Serif CJK SC"/>
                <a:ea typeface="Noto Serif CJK SC"/>
                <a:cs typeface="Noto Serif CJK SC"/>
              </a:defRPr>
            </a:lvl4pPr>
            <a:lvl5pPr>
              <a:defRPr sz="1575" b="0">
                <a:solidFill>
                  <a:srgbClr val="9B3024"/>
                </a:solidFill>
                <a:latin typeface="Noto Serif CJK SC"/>
                <a:ea typeface="Noto Serif CJK SC"/>
                <a:cs typeface="Noto Serif CJK SC"/>
              </a:defRPr>
            </a:lvl5pPr>
            <a:lvl6pPr>
              <a:defRPr sz="1575" b="0">
                <a:solidFill>
                  <a:srgbClr val="9B3024"/>
                </a:solidFill>
                <a:latin typeface="Noto Serif CJK SC"/>
                <a:ea typeface="Noto Serif CJK SC"/>
                <a:cs typeface="Noto Serif CJK SC"/>
              </a:defRPr>
            </a:lvl6pPr>
            <a:lvl7pPr>
              <a:defRPr sz="1575" b="0">
                <a:solidFill>
                  <a:srgbClr val="9B3024"/>
                </a:solidFill>
                <a:latin typeface="Noto Serif CJK SC"/>
                <a:ea typeface="Noto Serif CJK SC"/>
                <a:cs typeface="Noto Serif CJK SC"/>
              </a:defRPr>
            </a:lvl7pPr>
            <a:lvl8pPr>
              <a:defRPr sz="1575" b="0">
                <a:solidFill>
                  <a:srgbClr val="9B3024"/>
                </a:solidFill>
                <a:latin typeface="Noto Serif CJK SC"/>
                <a:ea typeface="Noto Serif CJK SC"/>
                <a:cs typeface="Noto Serif CJK SC"/>
              </a:defRPr>
            </a:lvl8pPr>
            <a:lvl9pPr>
              <a:defRPr sz="1575" b="0">
                <a:solidFill>
                  <a:srgbClr val="9B3024"/>
                </a:solidFill>
                <a:latin typeface="Noto Serif CJK SC"/>
                <a:ea typeface="Noto Serif CJK SC"/>
                <a:cs typeface="Noto Serif CJK SC"/>
              </a:defRPr>
            </a:lvl9pPr>
          </a:lstStyle>
          <a:p xmlns:a="http://schemas.openxmlformats.org/drawingml/2006/main">
            <a:pPr>
              <a:defRPr sz="1575" b="0">
                <a:solidFill>
                  <a:srgbClr val="9B3024"/>
                </a:solidFill>
                <a:latin typeface="Noto Serif CJK SC"/>
                <a:ea typeface="Noto Serif CJK SC"/>
                <a:cs typeface="Noto Serif CJK SC"/>
              </a:defRPr>
            </a:pPr>
            <a:r>
              <a:rPr sz="1575" b="0">
                <a:solidFill>
                  <a:srgbClr val="9B3024"/>
                </a:solidFill>
                <a:latin typeface="Noto Serif CJK SC"/>
                <a:ea typeface="Noto Serif CJK SC"/>
                <a:cs typeface="Noto Serif CJK SC"/>
              </a:rPr>
              <a:t>第二课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38569CC0-03DB-47A9-ACDD-E049314789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781050"/>
            <a:ext cx="109728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3150" b="1">
                <a:solidFill>
                  <a:srgbClr val="30291F"/>
                </a:solidFill>
                <a:latin typeface="Noto Serif CJK SC"/>
                <a:ea typeface="Noto Serif CJK SC"/>
                <a:cs typeface="Noto Serif CJK SC"/>
              </a:defRPr>
            </a:defPPr>
            <a:lvl1pPr>
              <a:defRPr sz="3150" b="1">
                <a:solidFill>
                  <a:srgbClr val="30291F"/>
                </a:solidFill>
                <a:latin typeface="Noto Serif CJK SC"/>
                <a:ea typeface="Noto Serif CJK SC"/>
                <a:cs typeface="Noto Serif CJK SC"/>
              </a:defRPr>
            </a:lvl1pPr>
            <a:lvl2pPr>
              <a:defRPr sz="3150" b="1">
                <a:solidFill>
                  <a:srgbClr val="30291F"/>
                </a:solidFill>
                <a:latin typeface="Noto Serif CJK SC"/>
                <a:ea typeface="Noto Serif CJK SC"/>
                <a:cs typeface="Noto Serif CJK SC"/>
              </a:defRPr>
            </a:lvl2pPr>
            <a:lvl3pPr>
              <a:defRPr sz="3150" b="1">
                <a:solidFill>
                  <a:srgbClr val="30291F"/>
                </a:solidFill>
                <a:latin typeface="Noto Serif CJK SC"/>
                <a:ea typeface="Noto Serif CJK SC"/>
                <a:cs typeface="Noto Serif CJK SC"/>
              </a:defRPr>
            </a:lvl3pPr>
            <a:lvl4pPr>
              <a:defRPr sz="3150" b="1">
                <a:solidFill>
                  <a:srgbClr val="30291F"/>
                </a:solidFill>
                <a:latin typeface="Noto Serif CJK SC"/>
                <a:ea typeface="Noto Serif CJK SC"/>
                <a:cs typeface="Noto Serif CJK SC"/>
              </a:defRPr>
            </a:lvl4pPr>
            <a:lvl5pPr>
              <a:defRPr sz="3150" b="1">
                <a:solidFill>
                  <a:srgbClr val="30291F"/>
                </a:solidFill>
                <a:latin typeface="Noto Serif CJK SC"/>
                <a:ea typeface="Noto Serif CJK SC"/>
                <a:cs typeface="Noto Serif CJK SC"/>
              </a:defRPr>
            </a:lvl5pPr>
            <a:lvl6pPr>
              <a:defRPr sz="3150" b="1">
                <a:solidFill>
                  <a:srgbClr val="30291F"/>
                </a:solidFill>
                <a:latin typeface="Noto Serif CJK SC"/>
                <a:ea typeface="Noto Serif CJK SC"/>
                <a:cs typeface="Noto Serif CJK SC"/>
              </a:defRPr>
            </a:lvl6pPr>
            <a:lvl7pPr>
              <a:defRPr sz="3150" b="1">
                <a:solidFill>
                  <a:srgbClr val="30291F"/>
                </a:solidFill>
                <a:latin typeface="Noto Serif CJK SC"/>
                <a:ea typeface="Noto Serif CJK SC"/>
                <a:cs typeface="Noto Serif CJK SC"/>
              </a:defRPr>
            </a:lvl7pPr>
            <a:lvl8pPr>
              <a:defRPr sz="3150" b="1">
                <a:solidFill>
                  <a:srgbClr val="30291F"/>
                </a:solidFill>
                <a:latin typeface="Noto Serif CJK SC"/>
                <a:ea typeface="Noto Serif CJK SC"/>
                <a:cs typeface="Noto Serif CJK SC"/>
              </a:defRPr>
            </a:lvl8pPr>
            <a:lvl9pPr>
              <a:defRPr sz="3150" b="1">
                <a:solidFill>
                  <a:srgbClr val="30291F"/>
                </a:solidFill>
                <a:latin typeface="Noto Serif CJK SC"/>
                <a:ea typeface="Noto Serif CJK SC"/>
                <a:cs typeface="Noto Serif CJK SC"/>
              </a:defRPr>
            </a:lvl9pPr>
          </a:lstStyle>
          <a:p xmlns:a="http://schemas.openxmlformats.org/drawingml/2006/main">
            <a:pPr>
              <a:defRPr sz="3150" b="1">
                <a:solidFill>
                  <a:srgbClr val="30291F"/>
                </a:solidFill>
                <a:latin typeface="Noto Serif CJK SC"/>
                <a:ea typeface="Noto Serif CJK SC"/>
                <a:cs typeface="Noto Serif CJK SC"/>
              </a:defRPr>
            </a:pPr>
            <a:r>
              <a:rPr sz="3150" b="1">
                <a:solidFill>
                  <a:srgbClr val="30291F"/>
                </a:solidFill>
                <a:latin typeface="Noto Serif CJK SC"/>
                <a:ea typeface="Noto Serif CJK SC"/>
                <a:cs typeface="Noto Serif CJK SC"/>
              </a:rPr>
              <a:t>怎样把理由说得更清楚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524225E1-5529-480A-A4C5-35AA0DEE2D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752600"/>
            <a:ext cx="10972800" cy="1143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2625" b="0">
                <a:solidFill>
                  <a:srgbClr val="31695F"/>
                </a:solidFill>
                <a:latin typeface="LXGW WenKai TC"/>
                <a:ea typeface="LXGW WenKai TC"/>
                <a:cs typeface="LXGW WenKai TC"/>
              </a:defRPr>
            </a:defPPr>
            <a:lvl1pPr>
              <a:defRPr sz="2625" b="0">
                <a:solidFill>
                  <a:srgbClr val="31695F"/>
                </a:solidFill>
                <a:latin typeface="LXGW WenKai TC"/>
                <a:ea typeface="LXGW WenKai TC"/>
                <a:cs typeface="LXGW WenKai TC"/>
              </a:defRPr>
            </a:lvl1pPr>
            <a:lvl2pPr>
              <a:defRPr sz="2625" b="0">
                <a:solidFill>
                  <a:srgbClr val="31695F"/>
                </a:solidFill>
                <a:latin typeface="LXGW WenKai TC"/>
                <a:ea typeface="LXGW WenKai TC"/>
                <a:cs typeface="LXGW WenKai TC"/>
              </a:defRPr>
            </a:lvl2pPr>
            <a:lvl3pPr>
              <a:defRPr sz="2625" b="0">
                <a:solidFill>
                  <a:srgbClr val="31695F"/>
                </a:solidFill>
                <a:latin typeface="LXGW WenKai TC"/>
                <a:ea typeface="LXGW WenKai TC"/>
                <a:cs typeface="LXGW WenKai TC"/>
              </a:defRPr>
            </a:lvl3pPr>
            <a:lvl4pPr>
              <a:defRPr sz="2625" b="0">
                <a:solidFill>
                  <a:srgbClr val="31695F"/>
                </a:solidFill>
                <a:latin typeface="LXGW WenKai TC"/>
                <a:ea typeface="LXGW WenKai TC"/>
                <a:cs typeface="LXGW WenKai TC"/>
              </a:defRPr>
            </a:lvl4pPr>
            <a:lvl5pPr>
              <a:defRPr sz="2625" b="0">
                <a:solidFill>
                  <a:srgbClr val="31695F"/>
                </a:solidFill>
                <a:latin typeface="LXGW WenKai TC"/>
                <a:ea typeface="LXGW WenKai TC"/>
                <a:cs typeface="LXGW WenKai TC"/>
              </a:defRPr>
            </a:lvl5pPr>
            <a:lvl6pPr>
              <a:defRPr sz="2625" b="0">
                <a:solidFill>
                  <a:srgbClr val="31695F"/>
                </a:solidFill>
                <a:latin typeface="LXGW WenKai TC"/>
                <a:ea typeface="LXGW WenKai TC"/>
                <a:cs typeface="LXGW WenKai TC"/>
              </a:defRPr>
            </a:lvl6pPr>
            <a:lvl7pPr>
              <a:defRPr sz="2625" b="0">
                <a:solidFill>
                  <a:srgbClr val="31695F"/>
                </a:solidFill>
                <a:latin typeface="LXGW WenKai TC"/>
                <a:ea typeface="LXGW WenKai TC"/>
                <a:cs typeface="LXGW WenKai TC"/>
              </a:defRPr>
            </a:lvl7pPr>
            <a:lvl8pPr>
              <a:defRPr sz="2625" b="0">
                <a:solidFill>
                  <a:srgbClr val="31695F"/>
                </a:solidFill>
                <a:latin typeface="LXGW WenKai TC"/>
                <a:ea typeface="LXGW WenKai TC"/>
                <a:cs typeface="LXGW WenKai TC"/>
              </a:defRPr>
            </a:lvl8pPr>
            <a:lvl9pPr>
              <a:defRPr sz="2625" b="0">
                <a:solidFill>
                  <a:srgbClr val="31695F"/>
                </a:solidFill>
                <a:latin typeface="LXGW WenKai TC"/>
                <a:ea typeface="LXGW WenKai TC"/>
                <a:cs typeface="LXGW WenKai TC"/>
              </a:defRPr>
            </a:lvl9pPr>
          </a:lstStyle>
          <a:p xmlns:a="http://schemas.openxmlformats.org/drawingml/2006/main">
            <a:pPr>
              <a:defRPr sz="2625" b="0">
                <a:solidFill>
                  <a:srgbClr val="31695F"/>
                </a:solidFill>
                <a:latin typeface="LXGW WenKai TC"/>
                <a:ea typeface="LXGW WenKai TC"/>
                <a:cs typeface="LXGW WenKai TC"/>
              </a:defRPr>
            </a:pPr>
            <a:r>
              <a:rPr sz="2625" b="0">
                <a:solidFill>
                  <a:srgbClr val="31695F"/>
                </a:solidFill>
                <a:latin typeface="LXGW WenKai TC"/>
                <a:ea typeface="LXGW WenKai TC"/>
                <a:cs typeface="LXGW WenKai TC"/>
              </a:rPr>
              <a:t>“因为红包很好。”还没有解释为什么。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E2DA9B15-4185-43F0-91C6-088B929D5B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3286125"/>
            <a:ext cx="10668000" cy="704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2400" b="0">
                <a:solidFill>
                  <a:srgbClr val="30291F"/>
                </a:solidFill>
                <a:latin typeface="LXGW WenKai TC"/>
                <a:ea typeface="LXGW WenKai TC"/>
                <a:cs typeface="LXGW WenKai TC"/>
              </a:defRPr>
            </a:defPPr>
            <a:lvl1pPr>
              <a:defRPr sz="2400" b="0">
                <a:solidFill>
                  <a:srgbClr val="30291F"/>
                </a:solidFill>
                <a:latin typeface="LXGW WenKai TC"/>
                <a:ea typeface="LXGW WenKai TC"/>
                <a:cs typeface="LXGW WenKai TC"/>
              </a:defRPr>
            </a:lvl1pPr>
            <a:lvl2pPr>
              <a:defRPr sz="2400" b="0">
                <a:solidFill>
                  <a:srgbClr val="30291F"/>
                </a:solidFill>
                <a:latin typeface="LXGW WenKai TC"/>
                <a:ea typeface="LXGW WenKai TC"/>
                <a:cs typeface="LXGW WenKai TC"/>
              </a:defRPr>
            </a:lvl2pPr>
            <a:lvl3pPr>
              <a:defRPr sz="2400" b="0">
                <a:solidFill>
                  <a:srgbClr val="30291F"/>
                </a:solidFill>
                <a:latin typeface="LXGW WenKai TC"/>
                <a:ea typeface="LXGW WenKai TC"/>
                <a:cs typeface="LXGW WenKai TC"/>
              </a:defRPr>
            </a:lvl3pPr>
            <a:lvl4pPr>
              <a:defRPr sz="2400" b="0">
                <a:solidFill>
                  <a:srgbClr val="30291F"/>
                </a:solidFill>
                <a:latin typeface="LXGW WenKai TC"/>
                <a:ea typeface="LXGW WenKai TC"/>
                <a:cs typeface="LXGW WenKai TC"/>
              </a:defRPr>
            </a:lvl4pPr>
            <a:lvl5pPr>
              <a:defRPr sz="2400" b="0">
                <a:solidFill>
                  <a:srgbClr val="30291F"/>
                </a:solidFill>
                <a:latin typeface="LXGW WenKai TC"/>
                <a:ea typeface="LXGW WenKai TC"/>
                <a:cs typeface="LXGW WenKai TC"/>
              </a:defRPr>
            </a:lvl5pPr>
            <a:lvl6pPr>
              <a:defRPr sz="2400" b="0">
                <a:solidFill>
                  <a:srgbClr val="30291F"/>
                </a:solidFill>
                <a:latin typeface="LXGW WenKai TC"/>
                <a:ea typeface="LXGW WenKai TC"/>
                <a:cs typeface="LXGW WenKai TC"/>
              </a:defRPr>
            </a:lvl6pPr>
            <a:lvl7pPr>
              <a:defRPr sz="2400" b="0">
                <a:solidFill>
                  <a:srgbClr val="30291F"/>
                </a:solidFill>
                <a:latin typeface="LXGW WenKai TC"/>
                <a:ea typeface="LXGW WenKai TC"/>
                <a:cs typeface="LXGW WenKai TC"/>
              </a:defRPr>
            </a:lvl7pPr>
            <a:lvl8pPr>
              <a:defRPr sz="2400" b="0">
                <a:solidFill>
                  <a:srgbClr val="30291F"/>
                </a:solidFill>
                <a:latin typeface="LXGW WenKai TC"/>
                <a:ea typeface="LXGW WenKai TC"/>
                <a:cs typeface="LXGW WenKai TC"/>
              </a:defRPr>
            </a:lvl8pPr>
            <a:lvl9pPr>
              <a:defRPr sz="2400" b="0">
                <a:solidFill>
                  <a:srgbClr val="30291F"/>
                </a:solidFill>
                <a:latin typeface="LXGW WenKai TC"/>
                <a:ea typeface="LXGW WenKai TC"/>
                <a:cs typeface="LXGW WenKai TC"/>
              </a:defRPr>
            </a:lvl9pPr>
          </a:lstStyle>
          <a:p xmlns:a="http://schemas.openxmlformats.org/drawingml/2006/main">
            <a:pPr>
              <a:defRPr sz="2400" b="0">
                <a:solidFill>
                  <a:srgbClr val="30291F"/>
                </a:solidFill>
                <a:latin typeface="LXGW WenKai TC"/>
                <a:ea typeface="LXGW WenKai TC"/>
                <a:cs typeface="LXGW WenKai TC"/>
              </a:defRPr>
            </a:pPr>
            <a:r>
              <a:rPr sz="2400" b="0">
                <a:solidFill>
                  <a:srgbClr val="30291F"/>
                </a:solidFill>
                <a:latin typeface="LXGW WenKai TC"/>
                <a:ea typeface="LXGW WenKai TC"/>
                <a:cs typeface="LXGW WenKai TC"/>
              </a:rPr>
              <a:t>追问：它能满足谁的什么需要？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822A8102-F7C0-4AA4-B8F8-2F1B574AB8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4095750"/>
            <a:ext cx="10668000" cy="704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2400" b="0">
                <a:solidFill>
                  <a:srgbClr val="30291F"/>
                </a:solidFill>
                <a:latin typeface="LXGW WenKai TC"/>
                <a:ea typeface="LXGW WenKai TC"/>
                <a:cs typeface="LXGW WenKai TC"/>
              </a:defRPr>
            </a:defPPr>
            <a:lvl1pPr>
              <a:defRPr sz="2400" b="0">
                <a:solidFill>
                  <a:srgbClr val="30291F"/>
                </a:solidFill>
                <a:latin typeface="LXGW WenKai TC"/>
                <a:ea typeface="LXGW WenKai TC"/>
                <a:cs typeface="LXGW WenKai TC"/>
              </a:defRPr>
            </a:lvl1pPr>
            <a:lvl2pPr>
              <a:defRPr sz="2400" b="0">
                <a:solidFill>
                  <a:srgbClr val="30291F"/>
                </a:solidFill>
                <a:latin typeface="LXGW WenKai TC"/>
                <a:ea typeface="LXGW WenKai TC"/>
                <a:cs typeface="LXGW WenKai TC"/>
              </a:defRPr>
            </a:lvl2pPr>
            <a:lvl3pPr>
              <a:defRPr sz="2400" b="0">
                <a:solidFill>
                  <a:srgbClr val="30291F"/>
                </a:solidFill>
                <a:latin typeface="LXGW WenKai TC"/>
                <a:ea typeface="LXGW WenKai TC"/>
                <a:cs typeface="LXGW WenKai TC"/>
              </a:defRPr>
            </a:lvl3pPr>
            <a:lvl4pPr>
              <a:defRPr sz="2400" b="0">
                <a:solidFill>
                  <a:srgbClr val="30291F"/>
                </a:solidFill>
                <a:latin typeface="LXGW WenKai TC"/>
                <a:ea typeface="LXGW WenKai TC"/>
                <a:cs typeface="LXGW WenKai TC"/>
              </a:defRPr>
            </a:lvl4pPr>
            <a:lvl5pPr>
              <a:defRPr sz="2400" b="0">
                <a:solidFill>
                  <a:srgbClr val="30291F"/>
                </a:solidFill>
                <a:latin typeface="LXGW WenKai TC"/>
                <a:ea typeface="LXGW WenKai TC"/>
                <a:cs typeface="LXGW WenKai TC"/>
              </a:defRPr>
            </a:lvl5pPr>
            <a:lvl6pPr>
              <a:defRPr sz="2400" b="0">
                <a:solidFill>
                  <a:srgbClr val="30291F"/>
                </a:solidFill>
                <a:latin typeface="LXGW WenKai TC"/>
                <a:ea typeface="LXGW WenKai TC"/>
                <a:cs typeface="LXGW WenKai TC"/>
              </a:defRPr>
            </a:lvl6pPr>
            <a:lvl7pPr>
              <a:defRPr sz="2400" b="0">
                <a:solidFill>
                  <a:srgbClr val="30291F"/>
                </a:solidFill>
                <a:latin typeface="LXGW WenKai TC"/>
                <a:ea typeface="LXGW WenKai TC"/>
                <a:cs typeface="LXGW WenKai TC"/>
              </a:defRPr>
            </a:lvl7pPr>
            <a:lvl8pPr>
              <a:defRPr sz="2400" b="0">
                <a:solidFill>
                  <a:srgbClr val="30291F"/>
                </a:solidFill>
                <a:latin typeface="LXGW WenKai TC"/>
                <a:ea typeface="LXGW WenKai TC"/>
                <a:cs typeface="LXGW WenKai TC"/>
              </a:defRPr>
            </a:lvl8pPr>
            <a:lvl9pPr>
              <a:defRPr sz="2400" b="0">
                <a:solidFill>
                  <a:srgbClr val="30291F"/>
                </a:solidFill>
                <a:latin typeface="LXGW WenKai TC"/>
                <a:ea typeface="LXGW WenKai TC"/>
                <a:cs typeface="LXGW WenKai TC"/>
              </a:defRPr>
            </a:lvl9pPr>
          </a:lstStyle>
          <a:p xmlns:a="http://schemas.openxmlformats.org/drawingml/2006/main">
            <a:pPr>
              <a:defRPr sz="2400" b="0">
                <a:solidFill>
                  <a:srgbClr val="30291F"/>
                </a:solidFill>
                <a:latin typeface="LXGW WenKai TC"/>
                <a:ea typeface="LXGW WenKai TC"/>
                <a:cs typeface="LXGW WenKai TC"/>
              </a:defRPr>
            </a:pPr>
            <a:r>
              <a:rPr sz="2400" b="0">
                <a:solidFill>
                  <a:srgbClr val="30291F"/>
                </a:solidFill>
                <a:latin typeface="LXGW WenKai TC"/>
                <a:ea typeface="LXGW WenKai TC"/>
                <a:cs typeface="LXGW WenKai TC"/>
              </a:rPr>
              <a:t>举例：写出一件相关的具体事情。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23AF49C5-4810-40E2-B342-509436C574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4905375"/>
            <a:ext cx="10668000" cy="704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2400" b="0">
                <a:solidFill>
                  <a:srgbClr val="30291F"/>
                </a:solidFill>
                <a:latin typeface="LXGW WenKai TC"/>
                <a:ea typeface="LXGW WenKai TC"/>
                <a:cs typeface="LXGW WenKai TC"/>
              </a:defRPr>
            </a:defPPr>
            <a:lvl1pPr>
              <a:defRPr sz="2400" b="0">
                <a:solidFill>
                  <a:srgbClr val="30291F"/>
                </a:solidFill>
                <a:latin typeface="LXGW WenKai TC"/>
                <a:ea typeface="LXGW WenKai TC"/>
                <a:cs typeface="LXGW WenKai TC"/>
              </a:defRPr>
            </a:lvl1pPr>
            <a:lvl2pPr>
              <a:defRPr sz="2400" b="0">
                <a:solidFill>
                  <a:srgbClr val="30291F"/>
                </a:solidFill>
                <a:latin typeface="LXGW WenKai TC"/>
                <a:ea typeface="LXGW WenKai TC"/>
                <a:cs typeface="LXGW WenKai TC"/>
              </a:defRPr>
            </a:lvl2pPr>
            <a:lvl3pPr>
              <a:defRPr sz="2400" b="0">
                <a:solidFill>
                  <a:srgbClr val="30291F"/>
                </a:solidFill>
                <a:latin typeface="LXGW WenKai TC"/>
                <a:ea typeface="LXGW WenKai TC"/>
                <a:cs typeface="LXGW WenKai TC"/>
              </a:defRPr>
            </a:lvl3pPr>
            <a:lvl4pPr>
              <a:defRPr sz="2400" b="0">
                <a:solidFill>
                  <a:srgbClr val="30291F"/>
                </a:solidFill>
                <a:latin typeface="LXGW WenKai TC"/>
                <a:ea typeface="LXGW WenKai TC"/>
                <a:cs typeface="LXGW WenKai TC"/>
              </a:defRPr>
            </a:lvl4pPr>
            <a:lvl5pPr>
              <a:defRPr sz="2400" b="0">
                <a:solidFill>
                  <a:srgbClr val="30291F"/>
                </a:solidFill>
                <a:latin typeface="LXGW WenKai TC"/>
                <a:ea typeface="LXGW WenKai TC"/>
                <a:cs typeface="LXGW WenKai TC"/>
              </a:defRPr>
            </a:lvl5pPr>
            <a:lvl6pPr>
              <a:defRPr sz="2400" b="0">
                <a:solidFill>
                  <a:srgbClr val="30291F"/>
                </a:solidFill>
                <a:latin typeface="LXGW WenKai TC"/>
                <a:ea typeface="LXGW WenKai TC"/>
                <a:cs typeface="LXGW WenKai TC"/>
              </a:defRPr>
            </a:lvl6pPr>
            <a:lvl7pPr>
              <a:defRPr sz="2400" b="0">
                <a:solidFill>
                  <a:srgbClr val="30291F"/>
                </a:solidFill>
                <a:latin typeface="LXGW WenKai TC"/>
                <a:ea typeface="LXGW WenKai TC"/>
                <a:cs typeface="LXGW WenKai TC"/>
              </a:defRPr>
            </a:lvl7pPr>
            <a:lvl8pPr>
              <a:defRPr sz="2400" b="0">
                <a:solidFill>
                  <a:srgbClr val="30291F"/>
                </a:solidFill>
                <a:latin typeface="LXGW WenKai TC"/>
                <a:ea typeface="LXGW WenKai TC"/>
                <a:cs typeface="LXGW WenKai TC"/>
              </a:defRPr>
            </a:lvl8pPr>
            <a:lvl9pPr>
              <a:defRPr sz="2400" b="0">
                <a:solidFill>
                  <a:srgbClr val="30291F"/>
                </a:solidFill>
                <a:latin typeface="LXGW WenKai TC"/>
                <a:ea typeface="LXGW WenKai TC"/>
                <a:cs typeface="LXGW WenKai TC"/>
              </a:defRPr>
            </a:lvl9pPr>
          </a:lstStyle>
          <a:p xmlns:a="http://schemas.openxmlformats.org/drawingml/2006/main">
            <a:pPr>
              <a:defRPr sz="2400" b="0">
                <a:solidFill>
                  <a:srgbClr val="30291F"/>
                </a:solidFill>
                <a:latin typeface="LXGW WenKai TC"/>
                <a:ea typeface="LXGW WenKai TC"/>
                <a:cs typeface="LXGW WenKai TC"/>
              </a:defRPr>
            </a:pPr>
            <a:r>
              <a:rPr sz="2400" b="0">
                <a:solidFill>
                  <a:srgbClr val="30291F"/>
                </a:solidFill>
                <a:latin typeface="LXGW WenKai TC"/>
                <a:ea typeface="LXGW WenKai TC"/>
                <a:cs typeface="LXGW WenKai TC"/>
              </a:rPr>
              <a:t>回扣：这件事怎样支持你的看法？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AE943706-A1F6-4178-8E19-2525081495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25200" y="6477000"/>
            <a:ext cx="4572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1350" b="0">
                <a:solidFill>
                  <a:srgbClr val="776C60"/>
                </a:solidFill>
                <a:latin typeface="Noto Serif CJK SC"/>
                <a:ea typeface="Noto Serif CJK SC"/>
                <a:cs typeface="Noto Serif CJK SC"/>
              </a:defRPr>
            </a:defPPr>
            <a:lvl1pPr>
              <a:defRPr sz="1350" b="0">
                <a:solidFill>
                  <a:srgbClr val="776C60"/>
                </a:solidFill>
                <a:latin typeface="Noto Serif CJK SC"/>
                <a:ea typeface="Noto Serif CJK SC"/>
                <a:cs typeface="Noto Serif CJK SC"/>
              </a:defRPr>
            </a:lvl1pPr>
            <a:lvl2pPr>
              <a:defRPr sz="1350" b="0">
                <a:solidFill>
                  <a:srgbClr val="776C60"/>
                </a:solidFill>
                <a:latin typeface="Noto Serif CJK SC"/>
                <a:ea typeface="Noto Serif CJK SC"/>
                <a:cs typeface="Noto Serif CJK SC"/>
              </a:defRPr>
            </a:lvl2pPr>
            <a:lvl3pPr>
              <a:defRPr sz="1350" b="0">
                <a:solidFill>
                  <a:srgbClr val="776C60"/>
                </a:solidFill>
                <a:latin typeface="Noto Serif CJK SC"/>
                <a:ea typeface="Noto Serif CJK SC"/>
                <a:cs typeface="Noto Serif CJK SC"/>
              </a:defRPr>
            </a:lvl3pPr>
            <a:lvl4pPr>
              <a:defRPr sz="1350" b="0">
                <a:solidFill>
                  <a:srgbClr val="776C60"/>
                </a:solidFill>
                <a:latin typeface="Noto Serif CJK SC"/>
                <a:ea typeface="Noto Serif CJK SC"/>
                <a:cs typeface="Noto Serif CJK SC"/>
              </a:defRPr>
            </a:lvl4pPr>
            <a:lvl5pPr>
              <a:defRPr sz="1350" b="0">
                <a:solidFill>
                  <a:srgbClr val="776C60"/>
                </a:solidFill>
                <a:latin typeface="Noto Serif CJK SC"/>
                <a:ea typeface="Noto Serif CJK SC"/>
                <a:cs typeface="Noto Serif CJK SC"/>
              </a:defRPr>
            </a:lvl5pPr>
            <a:lvl6pPr>
              <a:defRPr sz="1350" b="0">
                <a:solidFill>
                  <a:srgbClr val="776C60"/>
                </a:solidFill>
                <a:latin typeface="Noto Serif CJK SC"/>
                <a:ea typeface="Noto Serif CJK SC"/>
                <a:cs typeface="Noto Serif CJK SC"/>
              </a:defRPr>
            </a:lvl6pPr>
            <a:lvl7pPr>
              <a:defRPr sz="1350" b="0">
                <a:solidFill>
                  <a:srgbClr val="776C60"/>
                </a:solidFill>
                <a:latin typeface="Noto Serif CJK SC"/>
                <a:ea typeface="Noto Serif CJK SC"/>
                <a:cs typeface="Noto Serif CJK SC"/>
              </a:defRPr>
            </a:lvl7pPr>
            <a:lvl8pPr>
              <a:defRPr sz="1350" b="0">
                <a:solidFill>
                  <a:srgbClr val="776C60"/>
                </a:solidFill>
                <a:latin typeface="Noto Serif CJK SC"/>
                <a:ea typeface="Noto Serif CJK SC"/>
                <a:cs typeface="Noto Serif CJK SC"/>
              </a:defRPr>
            </a:lvl8pPr>
            <a:lvl9pPr>
              <a:defRPr sz="1350" b="0">
                <a:solidFill>
                  <a:srgbClr val="776C60"/>
                </a:solidFill>
                <a:latin typeface="Noto Serif CJK SC"/>
                <a:ea typeface="Noto Serif CJK SC"/>
                <a:cs typeface="Noto Serif CJK SC"/>
              </a:defRPr>
            </a:lvl9pPr>
          </a:lstStyle>
          <a:p xmlns:a="http://schemas.openxmlformats.org/drawingml/2006/main">
            <a:pPr>
              <a:defRPr sz="1350" b="0">
                <a:solidFill>
                  <a:srgbClr val="776C60"/>
                </a:solidFill>
                <a:latin typeface="Noto Serif CJK SC"/>
                <a:ea typeface="Noto Serif CJK SC"/>
                <a:cs typeface="Noto Serif CJK SC"/>
              </a:defRPr>
            </a:pPr>
            <a:r>
              <a:rPr sz="1350" b="0">
                <a:solidFill>
                  <a:srgbClr val="776C60"/>
                </a:solidFill>
                <a:latin typeface="Noto Serif CJK SC"/>
                <a:ea typeface="Noto Serif CJK SC"/>
                <a:cs typeface="Noto Serif CJK SC"/>
              </a:rPr>
              <a:t>31</a:t>
            </a:r>
          </a:p>
        </p:txBody>
      </p:sp>
    </p:spTree>
    <p:extLst>
      <p:ext uri="{BB962C8B-B14F-4D97-AF65-F5344CB8AC3E}">
        <p14:creationId xmlns:p14="http://schemas.microsoft.com/office/powerpoint/2010/main" val="1533218991"/>
      </p:ext>
    </p:extLst>
  </p:cSld>
</p:sld>
</file>

<file path=ppt/slides/slide32.xml><?xml version="1.0" encoding="utf-8"?>
<p:sld xmlns:p="http://schemas.openxmlformats.org/presentationml/2006/main">
  <p:cSld>
    <p:bg>
      <p:bgPr>
        <a:solidFill xmlns:a="http://schemas.openxmlformats.org/drawingml/2006/main">
          <a:srgbClr val="FFFAF2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4DE6F4E8-DCA2-42A0-A3A3-D95B1FD81C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33375"/>
            <a:ext cx="762000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1575" b="0">
                <a:solidFill>
                  <a:srgbClr val="9B3024"/>
                </a:solidFill>
                <a:latin typeface="Noto Serif CJK SC"/>
                <a:ea typeface="Noto Serif CJK SC"/>
                <a:cs typeface="Noto Serif CJK SC"/>
              </a:defRPr>
            </a:defPPr>
            <a:lvl1pPr>
              <a:defRPr sz="1575" b="0">
                <a:solidFill>
                  <a:srgbClr val="9B3024"/>
                </a:solidFill>
                <a:latin typeface="Noto Serif CJK SC"/>
                <a:ea typeface="Noto Serif CJK SC"/>
                <a:cs typeface="Noto Serif CJK SC"/>
              </a:defRPr>
            </a:lvl1pPr>
            <a:lvl2pPr>
              <a:defRPr sz="1575" b="0">
                <a:solidFill>
                  <a:srgbClr val="9B3024"/>
                </a:solidFill>
                <a:latin typeface="Noto Serif CJK SC"/>
                <a:ea typeface="Noto Serif CJK SC"/>
                <a:cs typeface="Noto Serif CJK SC"/>
              </a:defRPr>
            </a:lvl2pPr>
            <a:lvl3pPr>
              <a:defRPr sz="1575" b="0">
                <a:solidFill>
                  <a:srgbClr val="9B3024"/>
                </a:solidFill>
                <a:latin typeface="Noto Serif CJK SC"/>
                <a:ea typeface="Noto Serif CJK SC"/>
                <a:cs typeface="Noto Serif CJK SC"/>
              </a:defRPr>
            </a:lvl3pPr>
            <a:lvl4pPr>
              <a:defRPr sz="1575" b="0">
                <a:solidFill>
                  <a:srgbClr val="9B3024"/>
                </a:solidFill>
                <a:latin typeface="Noto Serif CJK SC"/>
                <a:ea typeface="Noto Serif CJK SC"/>
                <a:cs typeface="Noto Serif CJK SC"/>
              </a:defRPr>
            </a:lvl4pPr>
            <a:lvl5pPr>
              <a:defRPr sz="1575" b="0">
                <a:solidFill>
                  <a:srgbClr val="9B3024"/>
                </a:solidFill>
                <a:latin typeface="Noto Serif CJK SC"/>
                <a:ea typeface="Noto Serif CJK SC"/>
                <a:cs typeface="Noto Serif CJK SC"/>
              </a:defRPr>
            </a:lvl5pPr>
            <a:lvl6pPr>
              <a:defRPr sz="1575" b="0">
                <a:solidFill>
                  <a:srgbClr val="9B3024"/>
                </a:solidFill>
                <a:latin typeface="Noto Serif CJK SC"/>
                <a:ea typeface="Noto Serif CJK SC"/>
                <a:cs typeface="Noto Serif CJK SC"/>
              </a:defRPr>
            </a:lvl6pPr>
            <a:lvl7pPr>
              <a:defRPr sz="1575" b="0">
                <a:solidFill>
                  <a:srgbClr val="9B3024"/>
                </a:solidFill>
                <a:latin typeface="Noto Serif CJK SC"/>
                <a:ea typeface="Noto Serif CJK SC"/>
                <a:cs typeface="Noto Serif CJK SC"/>
              </a:defRPr>
            </a:lvl7pPr>
            <a:lvl8pPr>
              <a:defRPr sz="1575" b="0">
                <a:solidFill>
                  <a:srgbClr val="9B3024"/>
                </a:solidFill>
                <a:latin typeface="Noto Serif CJK SC"/>
                <a:ea typeface="Noto Serif CJK SC"/>
                <a:cs typeface="Noto Serif CJK SC"/>
              </a:defRPr>
            </a:lvl8pPr>
            <a:lvl9pPr>
              <a:defRPr sz="1575" b="0">
                <a:solidFill>
                  <a:srgbClr val="9B3024"/>
                </a:solidFill>
                <a:latin typeface="Noto Serif CJK SC"/>
                <a:ea typeface="Noto Serif CJK SC"/>
                <a:cs typeface="Noto Serif CJK SC"/>
              </a:defRPr>
            </a:lvl9pPr>
          </a:lstStyle>
          <a:p xmlns:a="http://schemas.openxmlformats.org/drawingml/2006/main">
            <a:pPr>
              <a:defRPr sz="1575" b="0">
                <a:solidFill>
                  <a:srgbClr val="9B3024"/>
                </a:solidFill>
                <a:latin typeface="Noto Serif CJK SC"/>
                <a:ea typeface="Noto Serif CJK SC"/>
                <a:cs typeface="Noto Serif CJK SC"/>
              </a:defRPr>
            </a:pPr>
            <a:r>
              <a:rPr sz="1575" b="0">
                <a:solidFill>
                  <a:srgbClr val="9B3024"/>
                </a:solidFill>
                <a:latin typeface="Noto Serif CJK SC"/>
                <a:ea typeface="Noto Serif CJK SC"/>
                <a:cs typeface="Noto Serif CJK SC"/>
              </a:rPr>
              <a:t>第二课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99CA457F-6C70-4DC9-B938-734778DFB9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781050"/>
            <a:ext cx="109728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3150" b="1">
                <a:solidFill>
                  <a:srgbClr val="30291F"/>
                </a:solidFill>
                <a:latin typeface="Noto Serif CJK SC"/>
                <a:ea typeface="Noto Serif CJK SC"/>
                <a:cs typeface="Noto Serif CJK SC"/>
              </a:defRPr>
            </a:defPPr>
            <a:lvl1pPr>
              <a:defRPr sz="3150" b="1">
                <a:solidFill>
                  <a:srgbClr val="30291F"/>
                </a:solidFill>
                <a:latin typeface="Noto Serif CJK SC"/>
                <a:ea typeface="Noto Serif CJK SC"/>
                <a:cs typeface="Noto Serif CJK SC"/>
              </a:defRPr>
            </a:lvl1pPr>
            <a:lvl2pPr>
              <a:defRPr sz="3150" b="1">
                <a:solidFill>
                  <a:srgbClr val="30291F"/>
                </a:solidFill>
                <a:latin typeface="Noto Serif CJK SC"/>
                <a:ea typeface="Noto Serif CJK SC"/>
                <a:cs typeface="Noto Serif CJK SC"/>
              </a:defRPr>
            </a:lvl2pPr>
            <a:lvl3pPr>
              <a:defRPr sz="3150" b="1">
                <a:solidFill>
                  <a:srgbClr val="30291F"/>
                </a:solidFill>
                <a:latin typeface="Noto Serif CJK SC"/>
                <a:ea typeface="Noto Serif CJK SC"/>
                <a:cs typeface="Noto Serif CJK SC"/>
              </a:defRPr>
            </a:lvl3pPr>
            <a:lvl4pPr>
              <a:defRPr sz="3150" b="1">
                <a:solidFill>
                  <a:srgbClr val="30291F"/>
                </a:solidFill>
                <a:latin typeface="Noto Serif CJK SC"/>
                <a:ea typeface="Noto Serif CJK SC"/>
                <a:cs typeface="Noto Serif CJK SC"/>
              </a:defRPr>
            </a:lvl4pPr>
            <a:lvl5pPr>
              <a:defRPr sz="3150" b="1">
                <a:solidFill>
                  <a:srgbClr val="30291F"/>
                </a:solidFill>
                <a:latin typeface="Noto Serif CJK SC"/>
                <a:ea typeface="Noto Serif CJK SC"/>
                <a:cs typeface="Noto Serif CJK SC"/>
              </a:defRPr>
            </a:lvl5pPr>
            <a:lvl6pPr>
              <a:defRPr sz="3150" b="1">
                <a:solidFill>
                  <a:srgbClr val="30291F"/>
                </a:solidFill>
                <a:latin typeface="Noto Serif CJK SC"/>
                <a:ea typeface="Noto Serif CJK SC"/>
                <a:cs typeface="Noto Serif CJK SC"/>
              </a:defRPr>
            </a:lvl6pPr>
            <a:lvl7pPr>
              <a:defRPr sz="3150" b="1">
                <a:solidFill>
                  <a:srgbClr val="30291F"/>
                </a:solidFill>
                <a:latin typeface="Noto Serif CJK SC"/>
                <a:ea typeface="Noto Serif CJK SC"/>
                <a:cs typeface="Noto Serif CJK SC"/>
              </a:defRPr>
            </a:lvl7pPr>
            <a:lvl8pPr>
              <a:defRPr sz="3150" b="1">
                <a:solidFill>
                  <a:srgbClr val="30291F"/>
                </a:solidFill>
                <a:latin typeface="Noto Serif CJK SC"/>
                <a:ea typeface="Noto Serif CJK SC"/>
                <a:cs typeface="Noto Serif CJK SC"/>
              </a:defRPr>
            </a:lvl8pPr>
            <a:lvl9pPr>
              <a:defRPr sz="3150" b="1">
                <a:solidFill>
                  <a:srgbClr val="30291F"/>
                </a:solidFill>
                <a:latin typeface="Noto Serif CJK SC"/>
                <a:ea typeface="Noto Serif CJK SC"/>
                <a:cs typeface="Noto Serif CJK SC"/>
              </a:defRPr>
            </a:lvl9pPr>
          </a:lstStyle>
          <a:p xmlns:a="http://schemas.openxmlformats.org/drawingml/2006/main">
            <a:pPr>
              <a:defRPr sz="3150" b="1">
                <a:solidFill>
                  <a:srgbClr val="30291F"/>
                </a:solidFill>
                <a:latin typeface="Noto Serif CJK SC"/>
                <a:ea typeface="Noto Serif CJK SC"/>
                <a:cs typeface="Noto Serif CJK SC"/>
              </a:defRPr>
            </a:pPr>
            <a:r>
              <a:rPr sz="3150" b="1">
                <a:solidFill>
                  <a:srgbClr val="30291F"/>
                </a:solidFill>
                <a:latin typeface="Noto Serif CJK SC"/>
                <a:ea typeface="Noto Serif CJK SC"/>
                <a:cs typeface="Noto Serif CJK SC"/>
              </a:rPr>
              <a:t>完成作答  留下自己的积累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8533BB35-F2BF-4465-BA9A-E7815D51E6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752600"/>
            <a:ext cx="10972800" cy="1143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2625" b="0">
                <a:solidFill>
                  <a:srgbClr val="31695F"/>
                </a:solidFill>
                <a:latin typeface="LXGW WenKai TC"/>
                <a:ea typeface="LXGW WenKai TC"/>
                <a:cs typeface="LXGW WenKai TC"/>
              </a:defRPr>
            </a:defPPr>
            <a:lvl1pPr>
              <a:defRPr sz="2625" b="0">
                <a:solidFill>
                  <a:srgbClr val="31695F"/>
                </a:solidFill>
                <a:latin typeface="LXGW WenKai TC"/>
                <a:ea typeface="LXGW WenKai TC"/>
                <a:cs typeface="LXGW WenKai TC"/>
              </a:defRPr>
            </a:lvl1pPr>
            <a:lvl2pPr>
              <a:defRPr sz="2625" b="0">
                <a:solidFill>
                  <a:srgbClr val="31695F"/>
                </a:solidFill>
                <a:latin typeface="LXGW WenKai TC"/>
                <a:ea typeface="LXGW WenKai TC"/>
                <a:cs typeface="LXGW WenKai TC"/>
              </a:defRPr>
            </a:lvl2pPr>
            <a:lvl3pPr>
              <a:defRPr sz="2625" b="0">
                <a:solidFill>
                  <a:srgbClr val="31695F"/>
                </a:solidFill>
                <a:latin typeface="LXGW WenKai TC"/>
                <a:ea typeface="LXGW WenKai TC"/>
                <a:cs typeface="LXGW WenKai TC"/>
              </a:defRPr>
            </a:lvl3pPr>
            <a:lvl4pPr>
              <a:defRPr sz="2625" b="0">
                <a:solidFill>
                  <a:srgbClr val="31695F"/>
                </a:solidFill>
                <a:latin typeface="LXGW WenKai TC"/>
                <a:ea typeface="LXGW WenKai TC"/>
                <a:cs typeface="LXGW WenKai TC"/>
              </a:defRPr>
            </a:lvl4pPr>
            <a:lvl5pPr>
              <a:defRPr sz="2625" b="0">
                <a:solidFill>
                  <a:srgbClr val="31695F"/>
                </a:solidFill>
                <a:latin typeface="LXGW WenKai TC"/>
                <a:ea typeface="LXGW WenKai TC"/>
                <a:cs typeface="LXGW WenKai TC"/>
              </a:defRPr>
            </a:lvl5pPr>
            <a:lvl6pPr>
              <a:defRPr sz="2625" b="0">
                <a:solidFill>
                  <a:srgbClr val="31695F"/>
                </a:solidFill>
                <a:latin typeface="LXGW WenKai TC"/>
                <a:ea typeface="LXGW WenKai TC"/>
                <a:cs typeface="LXGW WenKai TC"/>
              </a:defRPr>
            </a:lvl6pPr>
            <a:lvl7pPr>
              <a:defRPr sz="2625" b="0">
                <a:solidFill>
                  <a:srgbClr val="31695F"/>
                </a:solidFill>
                <a:latin typeface="LXGW WenKai TC"/>
                <a:ea typeface="LXGW WenKai TC"/>
                <a:cs typeface="LXGW WenKai TC"/>
              </a:defRPr>
            </a:lvl7pPr>
            <a:lvl8pPr>
              <a:defRPr sz="2625" b="0">
                <a:solidFill>
                  <a:srgbClr val="31695F"/>
                </a:solidFill>
                <a:latin typeface="LXGW WenKai TC"/>
                <a:ea typeface="LXGW WenKai TC"/>
                <a:cs typeface="LXGW WenKai TC"/>
              </a:defRPr>
            </a:lvl8pPr>
            <a:lvl9pPr>
              <a:defRPr sz="2625" b="0">
                <a:solidFill>
                  <a:srgbClr val="31695F"/>
                </a:solidFill>
                <a:latin typeface="LXGW WenKai TC"/>
                <a:ea typeface="LXGW WenKai TC"/>
                <a:cs typeface="LXGW WenKai TC"/>
              </a:defRPr>
            </a:lvl9pPr>
          </a:lstStyle>
          <a:p xmlns:a="http://schemas.openxmlformats.org/drawingml/2006/main">
            <a:pPr>
              <a:defRPr sz="2625" b="0">
                <a:solidFill>
                  <a:srgbClr val="31695F"/>
                </a:solidFill>
                <a:latin typeface="LXGW WenKai TC"/>
                <a:ea typeface="LXGW WenKai TC"/>
                <a:cs typeface="LXGW WenKai TC"/>
              </a:defRPr>
            </a:pPr>
            <a:r>
              <a:rPr sz="2625" b="0">
                <a:solidFill>
                  <a:srgbClr val="31695F"/>
                </a:solidFill>
                <a:latin typeface="LXGW WenKai TC"/>
                <a:ea typeface="LXGW WenKai TC"/>
                <a:cs typeface="LXGW WenKai TC"/>
              </a:rPr>
              <a:t>检查人物短答和开放题：我有依据，也解释了关系吗？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98DC4225-AFFF-4E8B-87EB-C38508ABEF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3286125"/>
            <a:ext cx="10668000" cy="704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2400" b="0">
                <a:solidFill>
                  <a:srgbClr val="30291F"/>
                </a:solidFill>
                <a:latin typeface="LXGW WenKai TC"/>
                <a:ea typeface="LXGW WenKai TC"/>
                <a:cs typeface="LXGW WenKai TC"/>
              </a:defRPr>
            </a:defPPr>
            <a:lvl1pPr>
              <a:defRPr sz="2400" b="0">
                <a:solidFill>
                  <a:srgbClr val="30291F"/>
                </a:solidFill>
                <a:latin typeface="LXGW WenKai TC"/>
                <a:ea typeface="LXGW WenKai TC"/>
                <a:cs typeface="LXGW WenKai TC"/>
              </a:defRPr>
            </a:lvl1pPr>
            <a:lvl2pPr>
              <a:defRPr sz="2400" b="0">
                <a:solidFill>
                  <a:srgbClr val="30291F"/>
                </a:solidFill>
                <a:latin typeface="LXGW WenKai TC"/>
                <a:ea typeface="LXGW WenKai TC"/>
                <a:cs typeface="LXGW WenKai TC"/>
              </a:defRPr>
            </a:lvl2pPr>
            <a:lvl3pPr>
              <a:defRPr sz="2400" b="0">
                <a:solidFill>
                  <a:srgbClr val="30291F"/>
                </a:solidFill>
                <a:latin typeface="LXGW WenKai TC"/>
                <a:ea typeface="LXGW WenKai TC"/>
                <a:cs typeface="LXGW WenKai TC"/>
              </a:defRPr>
            </a:lvl3pPr>
            <a:lvl4pPr>
              <a:defRPr sz="2400" b="0">
                <a:solidFill>
                  <a:srgbClr val="30291F"/>
                </a:solidFill>
                <a:latin typeface="LXGW WenKai TC"/>
                <a:ea typeface="LXGW WenKai TC"/>
                <a:cs typeface="LXGW WenKai TC"/>
              </a:defRPr>
            </a:lvl4pPr>
            <a:lvl5pPr>
              <a:defRPr sz="2400" b="0">
                <a:solidFill>
                  <a:srgbClr val="30291F"/>
                </a:solidFill>
                <a:latin typeface="LXGW WenKai TC"/>
                <a:ea typeface="LXGW WenKai TC"/>
                <a:cs typeface="LXGW WenKai TC"/>
              </a:defRPr>
            </a:lvl5pPr>
            <a:lvl6pPr>
              <a:defRPr sz="2400" b="0">
                <a:solidFill>
                  <a:srgbClr val="30291F"/>
                </a:solidFill>
                <a:latin typeface="LXGW WenKai TC"/>
                <a:ea typeface="LXGW WenKai TC"/>
                <a:cs typeface="LXGW WenKai TC"/>
              </a:defRPr>
            </a:lvl6pPr>
            <a:lvl7pPr>
              <a:defRPr sz="2400" b="0">
                <a:solidFill>
                  <a:srgbClr val="30291F"/>
                </a:solidFill>
                <a:latin typeface="LXGW WenKai TC"/>
                <a:ea typeface="LXGW WenKai TC"/>
                <a:cs typeface="LXGW WenKai TC"/>
              </a:defRPr>
            </a:lvl7pPr>
            <a:lvl8pPr>
              <a:defRPr sz="2400" b="0">
                <a:solidFill>
                  <a:srgbClr val="30291F"/>
                </a:solidFill>
                <a:latin typeface="LXGW WenKai TC"/>
                <a:ea typeface="LXGW WenKai TC"/>
                <a:cs typeface="LXGW WenKai TC"/>
              </a:defRPr>
            </a:lvl8pPr>
            <a:lvl9pPr>
              <a:defRPr sz="2400" b="0">
                <a:solidFill>
                  <a:srgbClr val="30291F"/>
                </a:solidFill>
                <a:latin typeface="LXGW WenKai TC"/>
                <a:ea typeface="LXGW WenKai TC"/>
                <a:cs typeface="LXGW WenKai TC"/>
              </a:defRPr>
            </a:lvl9pPr>
          </a:lstStyle>
          <a:p xmlns:a="http://schemas.openxmlformats.org/drawingml/2006/main">
            <a:pPr>
              <a:defRPr sz="2400" b="0">
                <a:solidFill>
                  <a:srgbClr val="30291F"/>
                </a:solidFill>
                <a:latin typeface="LXGW WenKai TC"/>
                <a:ea typeface="LXGW WenKai TC"/>
                <a:cs typeface="LXGW WenKai TC"/>
              </a:defRPr>
            </a:pPr>
            <a:r>
              <a:rPr sz="2400" b="0">
                <a:solidFill>
                  <a:srgbClr val="30291F"/>
                </a:solidFill>
                <a:latin typeface="LXGW WenKai TC"/>
                <a:ea typeface="LXGW WenKai TC"/>
                <a:cs typeface="LXGW WenKai TC"/>
              </a:rPr>
              <a:t>保留首次回答，在另一个框中订正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A33332D7-2814-46AA-B61A-B30E6312D2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4095750"/>
            <a:ext cx="10668000" cy="704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2400" b="0">
                <a:solidFill>
                  <a:srgbClr val="30291F"/>
                </a:solidFill>
                <a:latin typeface="LXGW WenKai TC"/>
                <a:ea typeface="LXGW WenKai TC"/>
                <a:cs typeface="LXGW WenKai TC"/>
              </a:defRPr>
            </a:defPPr>
            <a:lvl1pPr>
              <a:defRPr sz="2400" b="0">
                <a:solidFill>
                  <a:srgbClr val="30291F"/>
                </a:solidFill>
                <a:latin typeface="LXGW WenKai TC"/>
                <a:ea typeface="LXGW WenKai TC"/>
                <a:cs typeface="LXGW WenKai TC"/>
              </a:defRPr>
            </a:lvl1pPr>
            <a:lvl2pPr>
              <a:defRPr sz="2400" b="0">
                <a:solidFill>
                  <a:srgbClr val="30291F"/>
                </a:solidFill>
                <a:latin typeface="LXGW WenKai TC"/>
                <a:ea typeface="LXGW WenKai TC"/>
                <a:cs typeface="LXGW WenKai TC"/>
              </a:defRPr>
            </a:lvl2pPr>
            <a:lvl3pPr>
              <a:defRPr sz="2400" b="0">
                <a:solidFill>
                  <a:srgbClr val="30291F"/>
                </a:solidFill>
                <a:latin typeface="LXGW WenKai TC"/>
                <a:ea typeface="LXGW WenKai TC"/>
                <a:cs typeface="LXGW WenKai TC"/>
              </a:defRPr>
            </a:lvl3pPr>
            <a:lvl4pPr>
              <a:defRPr sz="2400" b="0">
                <a:solidFill>
                  <a:srgbClr val="30291F"/>
                </a:solidFill>
                <a:latin typeface="LXGW WenKai TC"/>
                <a:ea typeface="LXGW WenKai TC"/>
                <a:cs typeface="LXGW WenKai TC"/>
              </a:defRPr>
            </a:lvl4pPr>
            <a:lvl5pPr>
              <a:defRPr sz="2400" b="0">
                <a:solidFill>
                  <a:srgbClr val="30291F"/>
                </a:solidFill>
                <a:latin typeface="LXGW WenKai TC"/>
                <a:ea typeface="LXGW WenKai TC"/>
                <a:cs typeface="LXGW WenKai TC"/>
              </a:defRPr>
            </a:lvl5pPr>
            <a:lvl6pPr>
              <a:defRPr sz="2400" b="0">
                <a:solidFill>
                  <a:srgbClr val="30291F"/>
                </a:solidFill>
                <a:latin typeface="LXGW WenKai TC"/>
                <a:ea typeface="LXGW WenKai TC"/>
                <a:cs typeface="LXGW WenKai TC"/>
              </a:defRPr>
            </a:lvl6pPr>
            <a:lvl7pPr>
              <a:defRPr sz="2400" b="0">
                <a:solidFill>
                  <a:srgbClr val="30291F"/>
                </a:solidFill>
                <a:latin typeface="LXGW WenKai TC"/>
                <a:ea typeface="LXGW WenKai TC"/>
                <a:cs typeface="LXGW WenKai TC"/>
              </a:defRPr>
            </a:lvl7pPr>
            <a:lvl8pPr>
              <a:defRPr sz="2400" b="0">
                <a:solidFill>
                  <a:srgbClr val="30291F"/>
                </a:solidFill>
                <a:latin typeface="LXGW WenKai TC"/>
                <a:ea typeface="LXGW WenKai TC"/>
                <a:cs typeface="LXGW WenKai TC"/>
              </a:defRPr>
            </a:lvl8pPr>
            <a:lvl9pPr>
              <a:defRPr sz="2400" b="0">
                <a:solidFill>
                  <a:srgbClr val="30291F"/>
                </a:solidFill>
                <a:latin typeface="LXGW WenKai TC"/>
                <a:ea typeface="LXGW WenKai TC"/>
                <a:cs typeface="LXGW WenKai TC"/>
              </a:defRPr>
            </a:lvl9pPr>
          </a:lstStyle>
          <a:p xmlns:a="http://schemas.openxmlformats.org/drawingml/2006/main">
            <a:pPr>
              <a:defRPr sz="2400" b="0">
                <a:solidFill>
                  <a:srgbClr val="30291F"/>
                </a:solidFill>
                <a:latin typeface="LXGW WenKai TC"/>
                <a:ea typeface="LXGW WenKai TC"/>
                <a:cs typeface="LXGW WenKai TC"/>
              </a:defRPr>
            </a:pPr>
            <a:r>
              <a:rPr sz="2400" b="0">
                <a:solidFill>
                  <a:srgbClr val="30291F"/>
                </a:solidFill>
                <a:latin typeface="LXGW WenKai TC"/>
                <a:ea typeface="LXGW WenKai TC"/>
                <a:cs typeface="LXGW WenKai TC"/>
              </a:rPr>
              <a:t>把不明白的词加入个人词语本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AF346F00-CA0D-401A-90FD-7CAE6B76BE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4905375"/>
            <a:ext cx="10668000" cy="704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2400" b="0">
                <a:solidFill>
                  <a:srgbClr val="30291F"/>
                </a:solidFill>
                <a:latin typeface="LXGW WenKai TC"/>
                <a:ea typeface="LXGW WenKai TC"/>
                <a:cs typeface="LXGW WenKai TC"/>
              </a:defRPr>
            </a:defPPr>
            <a:lvl1pPr>
              <a:defRPr sz="2400" b="0">
                <a:solidFill>
                  <a:srgbClr val="30291F"/>
                </a:solidFill>
                <a:latin typeface="LXGW WenKai TC"/>
                <a:ea typeface="LXGW WenKai TC"/>
                <a:cs typeface="LXGW WenKai TC"/>
              </a:defRPr>
            </a:lvl1pPr>
            <a:lvl2pPr>
              <a:defRPr sz="2400" b="0">
                <a:solidFill>
                  <a:srgbClr val="30291F"/>
                </a:solidFill>
                <a:latin typeface="LXGW WenKai TC"/>
                <a:ea typeface="LXGW WenKai TC"/>
                <a:cs typeface="LXGW WenKai TC"/>
              </a:defRPr>
            </a:lvl2pPr>
            <a:lvl3pPr>
              <a:defRPr sz="2400" b="0">
                <a:solidFill>
                  <a:srgbClr val="30291F"/>
                </a:solidFill>
                <a:latin typeface="LXGW WenKai TC"/>
                <a:ea typeface="LXGW WenKai TC"/>
                <a:cs typeface="LXGW WenKai TC"/>
              </a:defRPr>
            </a:lvl3pPr>
            <a:lvl4pPr>
              <a:defRPr sz="2400" b="0">
                <a:solidFill>
                  <a:srgbClr val="30291F"/>
                </a:solidFill>
                <a:latin typeface="LXGW WenKai TC"/>
                <a:ea typeface="LXGW WenKai TC"/>
                <a:cs typeface="LXGW WenKai TC"/>
              </a:defRPr>
            </a:lvl4pPr>
            <a:lvl5pPr>
              <a:defRPr sz="2400" b="0">
                <a:solidFill>
                  <a:srgbClr val="30291F"/>
                </a:solidFill>
                <a:latin typeface="LXGW WenKai TC"/>
                <a:ea typeface="LXGW WenKai TC"/>
                <a:cs typeface="LXGW WenKai TC"/>
              </a:defRPr>
            </a:lvl5pPr>
            <a:lvl6pPr>
              <a:defRPr sz="2400" b="0">
                <a:solidFill>
                  <a:srgbClr val="30291F"/>
                </a:solidFill>
                <a:latin typeface="LXGW WenKai TC"/>
                <a:ea typeface="LXGW WenKai TC"/>
                <a:cs typeface="LXGW WenKai TC"/>
              </a:defRPr>
            </a:lvl6pPr>
            <a:lvl7pPr>
              <a:defRPr sz="2400" b="0">
                <a:solidFill>
                  <a:srgbClr val="30291F"/>
                </a:solidFill>
                <a:latin typeface="LXGW WenKai TC"/>
                <a:ea typeface="LXGW WenKai TC"/>
                <a:cs typeface="LXGW WenKai TC"/>
              </a:defRPr>
            </a:lvl7pPr>
            <a:lvl8pPr>
              <a:defRPr sz="2400" b="0">
                <a:solidFill>
                  <a:srgbClr val="30291F"/>
                </a:solidFill>
                <a:latin typeface="LXGW WenKai TC"/>
                <a:ea typeface="LXGW WenKai TC"/>
                <a:cs typeface="LXGW WenKai TC"/>
              </a:defRPr>
            </a:lvl8pPr>
            <a:lvl9pPr>
              <a:defRPr sz="2400" b="0">
                <a:solidFill>
                  <a:srgbClr val="30291F"/>
                </a:solidFill>
                <a:latin typeface="LXGW WenKai TC"/>
                <a:ea typeface="LXGW WenKai TC"/>
                <a:cs typeface="LXGW WenKai TC"/>
              </a:defRPr>
            </a:lvl9pPr>
          </a:lstStyle>
          <a:p xmlns:a="http://schemas.openxmlformats.org/drawingml/2006/main">
            <a:pPr>
              <a:defRPr sz="2400" b="0">
                <a:solidFill>
                  <a:srgbClr val="30291F"/>
                </a:solidFill>
                <a:latin typeface="LXGW WenKai TC"/>
                <a:ea typeface="LXGW WenKai TC"/>
                <a:cs typeface="LXGW WenKai TC"/>
              </a:defRPr>
            </a:pPr>
            <a:r>
              <a:rPr sz="2400" b="0">
                <a:solidFill>
                  <a:srgbClr val="30291F"/>
                </a:solidFill>
                <a:latin typeface="LXGW WenKai TC"/>
                <a:ea typeface="LXGW WenKai TC"/>
                <a:cs typeface="LXGW WenKai TC"/>
              </a:rPr>
              <a:t>翻卡先回想意思，再看释义和课文原句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4EAC5B0E-0A53-4761-85CB-809616F9DB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25200" y="6477000"/>
            <a:ext cx="4572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1350" b="0">
                <a:solidFill>
                  <a:srgbClr val="776C60"/>
                </a:solidFill>
                <a:latin typeface="Noto Serif CJK SC"/>
                <a:ea typeface="Noto Serif CJK SC"/>
                <a:cs typeface="Noto Serif CJK SC"/>
              </a:defRPr>
            </a:defPPr>
            <a:lvl1pPr>
              <a:defRPr sz="1350" b="0">
                <a:solidFill>
                  <a:srgbClr val="776C60"/>
                </a:solidFill>
                <a:latin typeface="Noto Serif CJK SC"/>
                <a:ea typeface="Noto Serif CJK SC"/>
                <a:cs typeface="Noto Serif CJK SC"/>
              </a:defRPr>
            </a:lvl1pPr>
            <a:lvl2pPr>
              <a:defRPr sz="1350" b="0">
                <a:solidFill>
                  <a:srgbClr val="776C60"/>
                </a:solidFill>
                <a:latin typeface="Noto Serif CJK SC"/>
                <a:ea typeface="Noto Serif CJK SC"/>
                <a:cs typeface="Noto Serif CJK SC"/>
              </a:defRPr>
            </a:lvl2pPr>
            <a:lvl3pPr>
              <a:defRPr sz="1350" b="0">
                <a:solidFill>
                  <a:srgbClr val="776C60"/>
                </a:solidFill>
                <a:latin typeface="Noto Serif CJK SC"/>
                <a:ea typeface="Noto Serif CJK SC"/>
                <a:cs typeface="Noto Serif CJK SC"/>
              </a:defRPr>
            </a:lvl3pPr>
            <a:lvl4pPr>
              <a:defRPr sz="1350" b="0">
                <a:solidFill>
                  <a:srgbClr val="776C60"/>
                </a:solidFill>
                <a:latin typeface="Noto Serif CJK SC"/>
                <a:ea typeface="Noto Serif CJK SC"/>
                <a:cs typeface="Noto Serif CJK SC"/>
              </a:defRPr>
            </a:lvl4pPr>
            <a:lvl5pPr>
              <a:defRPr sz="1350" b="0">
                <a:solidFill>
                  <a:srgbClr val="776C60"/>
                </a:solidFill>
                <a:latin typeface="Noto Serif CJK SC"/>
                <a:ea typeface="Noto Serif CJK SC"/>
                <a:cs typeface="Noto Serif CJK SC"/>
              </a:defRPr>
            </a:lvl5pPr>
            <a:lvl6pPr>
              <a:defRPr sz="1350" b="0">
                <a:solidFill>
                  <a:srgbClr val="776C60"/>
                </a:solidFill>
                <a:latin typeface="Noto Serif CJK SC"/>
                <a:ea typeface="Noto Serif CJK SC"/>
                <a:cs typeface="Noto Serif CJK SC"/>
              </a:defRPr>
            </a:lvl6pPr>
            <a:lvl7pPr>
              <a:defRPr sz="1350" b="0">
                <a:solidFill>
                  <a:srgbClr val="776C60"/>
                </a:solidFill>
                <a:latin typeface="Noto Serif CJK SC"/>
                <a:ea typeface="Noto Serif CJK SC"/>
                <a:cs typeface="Noto Serif CJK SC"/>
              </a:defRPr>
            </a:lvl7pPr>
            <a:lvl8pPr>
              <a:defRPr sz="1350" b="0">
                <a:solidFill>
                  <a:srgbClr val="776C60"/>
                </a:solidFill>
                <a:latin typeface="Noto Serif CJK SC"/>
                <a:ea typeface="Noto Serif CJK SC"/>
                <a:cs typeface="Noto Serif CJK SC"/>
              </a:defRPr>
            </a:lvl8pPr>
            <a:lvl9pPr>
              <a:defRPr sz="1350" b="0">
                <a:solidFill>
                  <a:srgbClr val="776C60"/>
                </a:solidFill>
                <a:latin typeface="Noto Serif CJK SC"/>
                <a:ea typeface="Noto Serif CJK SC"/>
                <a:cs typeface="Noto Serif CJK SC"/>
              </a:defRPr>
            </a:lvl9pPr>
          </a:lstStyle>
          <a:p xmlns:a="http://schemas.openxmlformats.org/drawingml/2006/main">
            <a:pPr>
              <a:defRPr sz="1350" b="0">
                <a:solidFill>
                  <a:srgbClr val="776C60"/>
                </a:solidFill>
                <a:latin typeface="Noto Serif CJK SC"/>
                <a:ea typeface="Noto Serif CJK SC"/>
                <a:cs typeface="Noto Serif CJK SC"/>
              </a:defRPr>
            </a:pPr>
            <a:r>
              <a:rPr sz="1350" b="0">
                <a:solidFill>
                  <a:srgbClr val="776C60"/>
                </a:solidFill>
                <a:latin typeface="Noto Serif CJK SC"/>
                <a:ea typeface="Noto Serif CJK SC"/>
                <a:cs typeface="Noto Serif CJK SC"/>
              </a:rPr>
              <a:t>32</a:t>
            </a:r>
          </a:p>
        </p:txBody>
      </p:sp>
    </p:spTree>
    <p:extLst>
      <p:ext uri="{BB962C8B-B14F-4D97-AF65-F5344CB8AC3E}">
        <p14:creationId xmlns:p14="http://schemas.microsoft.com/office/powerpoint/2010/main" val="493438132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">
      <a:majorFont>
        <a:latin typeface="Aptos"/>
        <a:ea typeface=""/>
        <a:cs typeface=""/>
      </a:majorFont>
      <a:minorFont>
        <a:latin typeface="Aptos"/>
        <a:ea typeface=""/>
        <a:cs typeface="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2026-10-19T05:53:50.1270000Z</dcterms:created>
  <dcterms:modified xsi:type="dcterms:W3CDTF">2026-10-19T05:53:50.1270000Z</dcterms:modified>
</coreProperties>
</file>