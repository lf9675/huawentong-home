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f238ea90994be6" /><Relationship Type="http://schemas.openxmlformats.org/officeDocument/2006/relationships/extended-properties" Target="/docProps/app.xml" Id="R5e84e85dde1e4d9c" /><Relationship Type="http://schemas.openxmlformats.org/officeDocument/2006/relationships/officeDocument" Target="/ppt/presentation.xml" Id="Rde0e347d7ad448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77d5291b154076"/>
  </p:sldMasterIdLst>
  <p:notesMasterIdLst>
    <p:notesMasterId xmlns:r="http://schemas.openxmlformats.org/officeDocument/2006/relationships" r:id="Rffe3493125c146e4"/>
  </p:notesMasterIdLst>
  <p:sldIdLst>
    <p:sldId xmlns:r="http://schemas.openxmlformats.org/officeDocument/2006/relationships" id="256" r:id="R35cf0e86b45f4cfd"/>
    <p:sldId xmlns:r="http://schemas.openxmlformats.org/officeDocument/2006/relationships" id="257" r:id="Re256eed8c1244dee"/>
    <p:sldId xmlns:r="http://schemas.openxmlformats.org/officeDocument/2006/relationships" id="258" r:id="R561a53afbf684e55"/>
    <p:sldId xmlns:r="http://schemas.openxmlformats.org/officeDocument/2006/relationships" id="259" r:id="R86b7ba9876d54ac6"/>
    <p:sldId xmlns:r="http://schemas.openxmlformats.org/officeDocument/2006/relationships" id="260" r:id="R176f39a3e9ef4842"/>
    <p:sldId xmlns:r="http://schemas.openxmlformats.org/officeDocument/2006/relationships" id="261" r:id="R67fe536b59e444d1"/>
    <p:sldId xmlns:r="http://schemas.openxmlformats.org/officeDocument/2006/relationships" id="262" r:id="Rc505ce51099f48ca"/>
    <p:sldId xmlns:r="http://schemas.openxmlformats.org/officeDocument/2006/relationships" id="263" r:id="R11c4580df0524506"/>
    <p:sldId xmlns:r="http://schemas.openxmlformats.org/officeDocument/2006/relationships" id="264" r:id="R8d7c591a2abd4e4f"/>
    <p:sldId xmlns:r="http://schemas.openxmlformats.org/officeDocument/2006/relationships" id="265" r:id="Rd427dc2dff064be5"/>
    <p:sldId xmlns:r="http://schemas.openxmlformats.org/officeDocument/2006/relationships" id="266" r:id="R8b6a43390f8645fe"/>
    <p:sldId xmlns:r="http://schemas.openxmlformats.org/officeDocument/2006/relationships" id="267" r:id="Rb8d7727db87649ba"/>
    <p:sldId xmlns:r="http://schemas.openxmlformats.org/officeDocument/2006/relationships" id="268" r:id="Rc62291c766984a7e"/>
    <p:sldId xmlns:r="http://schemas.openxmlformats.org/officeDocument/2006/relationships" id="269" r:id="R68fc86d3ce604a7a"/>
    <p:sldId xmlns:r="http://schemas.openxmlformats.org/officeDocument/2006/relationships" id="270" r:id="R08b65e9f571343ea"/>
    <p:sldId xmlns:r="http://schemas.openxmlformats.org/officeDocument/2006/relationships" id="271" r:id="Rd73f6d9138e0439f"/>
    <p:sldId xmlns:r="http://schemas.openxmlformats.org/officeDocument/2006/relationships" id="272" r:id="R053f080600eb4224"/>
    <p:sldId xmlns:r="http://schemas.openxmlformats.org/officeDocument/2006/relationships" id="273" r:id="R5914aae756034d14"/>
    <p:sldId xmlns:r="http://schemas.openxmlformats.org/officeDocument/2006/relationships" id="274" r:id="Rb6b7e56561694983"/>
    <p:sldId xmlns:r="http://schemas.openxmlformats.org/officeDocument/2006/relationships" id="275" r:id="R264aa8bb9f1c405a"/>
    <p:sldId xmlns:r="http://schemas.openxmlformats.org/officeDocument/2006/relationships" id="276" r:id="Rff98b86255e74a37"/>
    <p:sldId xmlns:r="http://schemas.openxmlformats.org/officeDocument/2006/relationships" id="277" r:id="R1f22325b41624e6f"/>
    <p:sldId xmlns:r="http://schemas.openxmlformats.org/officeDocument/2006/relationships" id="278" r:id="R4fa78617c6ae4f0c"/>
    <p:sldId xmlns:r="http://schemas.openxmlformats.org/officeDocument/2006/relationships" id="279" r:id="Raa1b34b53dc04363"/>
    <p:sldId xmlns:r="http://schemas.openxmlformats.org/officeDocument/2006/relationships" id="280" r:id="R12ef1817f3bb4578"/>
    <p:sldId xmlns:r="http://schemas.openxmlformats.org/officeDocument/2006/relationships" id="281" r:id="R28733d5954224630"/>
    <p:sldId xmlns:r="http://schemas.openxmlformats.org/officeDocument/2006/relationships" id="282" r:id="R33986e754d0e4640"/>
    <p:sldId xmlns:r="http://schemas.openxmlformats.org/officeDocument/2006/relationships" id="283" r:id="R9048f62343664583"/>
    <p:sldId xmlns:r="http://schemas.openxmlformats.org/officeDocument/2006/relationships" id="284" r:id="Rcd7d2036633340a2"/>
    <p:sldId xmlns:r="http://schemas.openxmlformats.org/officeDocument/2006/relationships" id="285" r:id="Rc24ba548ba024785"/>
    <p:sldId xmlns:r="http://schemas.openxmlformats.org/officeDocument/2006/relationships" id="286" r:id="R918fd427ad3f4434"/>
    <p:sldId xmlns:r="http://schemas.openxmlformats.org/officeDocument/2006/relationships" id="287" r:id="R4f9b3be876204a52"/>
    <p:sldId xmlns:r="http://schemas.openxmlformats.org/officeDocument/2006/relationships" id="288" r:id="Rf381e1394b134c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a8ed7482b44d47" /><Relationship Type="http://schemas.openxmlformats.org/officeDocument/2006/relationships/slideMaster" Target="/ppt/slideMasters/slideMaster1.xml" Id="R8b77d5291b154076" /><Relationship Type="http://schemas.openxmlformats.org/officeDocument/2006/relationships/notesMaster" Target="/ppt/notesMasters/notesMaster1.xml" Id="Rffe3493125c146e4" /><Relationship Type="http://schemas.openxmlformats.org/officeDocument/2006/relationships/presProps" Target="/ppt/presProps.xml" Id="R6e06ed27b0284ba2" /><Relationship Type="http://schemas.openxmlformats.org/officeDocument/2006/relationships/tableStyles" Target="/ppt/tableStyles.xml" Id="Radc3440bc9734b8e" /><Relationship Type="http://schemas.openxmlformats.org/officeDocument/2006/relationships/slide" Target="/ppt/slides/slide1.xml" Id="R35cf0e86b45f4cfd" /><Relationship Type="http://schemas.openxmlformats.org/officeDocument/2006/relationships/slide" Target="/ppt/slides/slide2.xml" Id="Re256eed8c1244dee" /><Relationship Type="http://schemas.openxmlformats.org/officeDocument/2006/relationships/slide" Target="/ppt/slides/slide3.xml" Id="R561a53afbf684e55" /><Relationship Type="http://schemas.openxmlformats.org/officeDocument/2006/relationships/slide" Target="/ppt/slides/slide4.xml" Id="R86b7ba9876d54ac6" /><Relationship Type="http://schemas.openxmlformats.org/officeDocument/2006/relationships/slide" Target="/ppt/slides/slide5.xml" Id="R176f39a3e9ef4842" /><Relationship Type="http://schemas.openxmlformats.org/officeDocument/2006/relationships/slide" Target="/ppt/slides/slide6.xml" Id="R67fe536b59e444d1" /><Relationship Type="http://schemas.openxmlformats.org/officeDocument/2006/relationships/slide" Target="/ppt/slides/slide7.xml" Id="Rc505ce51099f48ca" /><Relationship Type="http://schemas.openxmlformats.org/officeDocument/2006/relationships/slide" Target="/ppt/slides/slide8.xml" Id="R11c4580df0524506" /><Relationship Type="http://schemas.openxmlformats.org/officeDocument/2006/relationships/slide" Target="/ppt/slides/slide9.xml" Id="R8d7c591a2abd4e4f" /><Relationship Type="http://schemas.openxmlformats.org/officeDocument/2006/relationships/slide" Target="/ppt/slides/slide10.xml" Id="Rd427dc2dff064be5" /><Relationship Type="http://schemas.openxmlformats.org/officeDocument/2006/relationships/slide" Target="/ppt/slides/slide11.xml" Id="R8b6a43390f8645fe" /><Relationship Type="http://schemas.openxmlformats.org/officeDocument/2006/relationships/slide" Target="/ppt/slides/slide12.xml" Id="Rb8d7727db87649ba" /><Relationship Type="http://schemas.openxmlformats.org/officeDocument/2006/relationships/slide" Target="/ppt/slides/slide13.xml" Id="Rc62291c766984a7e" /><Relationship Type="http://schemas.openxmlformats.org/officeDocument/2006/relationships/slide" Target="/ppt/slides/slide14.xml" Id="R68fc86d3ce604a7a" /><Relationship Type="http://schemas.openxmlformats.org/officeDocument/2006/relationships/slide" Target="/ppt/slides/slide15.xml" Id="R08b65e9f571343ea" /><Relationship Type="http://schemas.openxmlformats.org/officeDocument/2006/relationships/slide" Target="/ppt/slides/slide16.xml" Id="Rd73f6d9138e0439f" /><Relationship Type="http://schemas.openxmlformats.org/officeDocument/2006/relationships/slide" Target="/ppt/slides/slide17.xml" Id="R053f080600eb4224" /><Relationship Type="http://schemas.openxmlformats.org/officeDocument/2006/relationships/slide" Target="/ppt/slides/slide18.xml" Id="R5914aae756034d14" /><Relationship Type="http://schemas.openxmlformats.org/officeDocument/2006/relationships/slide" Target="/ppt/slides/slide19.xml" Id="Rb6b7e56561694983" /><Relationship Type="http://schemas.openxmlformats.org/officeDocument/2006/relationships/slide" Target="/ppt/slides/slide20.xml" Id="R264aa8bb9f1c405a" /><Relationship Type="http://schemas.openxmlformats.org/officeDocument/2006/relationships/slide" Target="/ppt/slides/slide21.xml" Id="Rff98b86255e74a37" /><Relationship Type="http://schemas.openxmlformats.org/officeDocument/2006/relationships/slide" Target="/ppt/slides/slide22.xml" Id="R1f22325b41624e6f" /><Relationship Type="http://schemas.openxmlformats.org/officeDocument/2006/relationships/slide" Target="/ppt/slides/slide23.xml" Id="R4fa78617c6ae4f0c" /><Relationship Type="http://schemas.openxmlformats.org/officeDocument/2006/relationships/slide" Target="/ppt/slides/slide24.xml" Id="Raa1b34b53dc04363" /><Relationship Type="http://schemas.openxmlformats.org/officeDocument/2006/relationships/slide" Target="/ppt/slides/slide25.xml" Id="R12ef1817f3bb4578" /><Relationship Type="http://schemas.openxmlformats.org/officeDocument/2006/relationships/slide" Target="/ppt/slides/slide26.xml" Id="R28733d5954224630" /><Relationship Type="http://schemas.openxmlformats.org/officeDocument/2006/relationships/slide" Target="/ppt/slides/slide27.xml" Id="R33986e754d0e4640" /><Relationship Type="http://schemas.openxmlformats.org/officeDocument/2006/relationships/slide" Target="/ppt/slides/slide28.xml" Id="R9048f62343664583" /><Relationship Type="http://schemas.openxmlformats.org/officeDocument/2006/relationships/slide" Target="/ppt/slides/slide29.xml" Id="Rcd7d2036633340a2" /><Relationship Type="http://schemas.openxmlformats.org/officeDocument/2006/relationships/slide" Target="/ppt/slides/slide30.xml" Id="Rc24ba548ba024785" /><Relationship Type="http://schemas.openxmlformats.org/officeDocument/2006/relationships/slide" Target="/ppt/slides/slide31.xml" Id="R918fd427ad3f4434" /><Relationship Type="http://schemas.openxmlformats.org/officeDocument/2006/relationships/slide" Target="/ppt/slides/slide32.xml" Id="R4f9b3be876204a52" /><Relationship Type="http://schemas.openxmlformats.org/officeDocument/2006/relationships/slide" Target="/ppt/slides/slide33.xml" Id="Rf381e1394b134c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44cb8788b74a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322ca9131f41fd" /><Relationship Type="http://schemas.openxmlformats.org/officeDocument/2006/relationships/notesMaster" Target="/ppt/notesMasters/notesMaster1.xml" Id="Rc83589ac2d944f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9ab0ba43d14515" /><Relationship Type="http://schemas.openxmlformats.org/officeDocument/2006/relationships/notesMaster" Target="/ppt/notesMasters/notesMaster1.xml" Id="Rdc771c685cf74f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b9cc5ab5614487" /><Relationship Type="http://schemas.openxmlformats.org/officeDocument/2006/relationships/notesMaster" Target="/ppt/notesMasters/notesMaster1.xml" Id="R0baed558332647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12ed9a1f374209" /><Relationship Type="http://schemas.openxmlformats.org/officeDocument/2006/relationships/notesMaster" Target="/ppt/notesMasters/notesMaster1.xml" Id="Rbb3ce678807f41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5d844a69af4706" /><Relationship Type="http://schemas.openxmlformats.org/officeDocument/2006/relationships/notesMaster" Target="/ppt/notesMasters/notesMaster1.xml" Id="Rd8b511d8f76640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824c2d3b6d4f9b" /><Relationship Type="http://schemas.openxmlformats.org/officeDocument/2006/relationships/notesMaster" Target="/ppt/notesMasters/notesMaster1.xml" Id="R96123f1ac52541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425a7d75b84525" /><Relationship Type="http://schemas.openxmlformats.org/officeDocument/2006/relationships/notesMaster" Target="/ppt/notesMasters/notesMaster1.xml" Id="R8c25cd2bbc4543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608d8f69084e68" /><Relationship Type="http://schemas.openxmlformats.org/officeDocument/2006/relationships/notesMaster" Target="/ppt/notesMasters/notesMaster1.xml" Id="R421b9b2597b341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fb037db2ef4c90" /><Relationship Type="http://schemas.openxmlformats.org/officeDocument/2006/relationships/notesMaster" Target="/ppt/notesMasters/notesMaster1.xml" Id="R494acd73929c47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9b6fc0b66648b4" /><Relationship Type="http://schemas.openxmlformats.org/officeDocument/2006/relationships/notesMaster" Target="/ppt/notesMasters/notesMaster1.xml" Id="R816fd149d87541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7b80b4897e4c80" /><Relationship Type="http://schemas.openxmlformats.org/officeDocument/2006/relationships/notesMaster" Target="/ppt/notesMasters/notesMaster1.xml" Id="Rd0662ed85a034c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4aec6e7aa64f21" /><Relationship Type="http://schemas.openxmlformats.org/officeDocument/2006/relationships/notesMaster" Target="/ppt/notesMasters/notesMaster1.xml" Id="Re90d49ba0f6042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fe435e10b54b97" /><Relationship Type="http://schemas.openxmlformats.org/officeDocument/2006/relationships/notesMaster" Target="/ppt/notesMasters/notesMaster1.xml" Id="Rf1b615bc74ee43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dabeffb2c94764" /><Relationship Type="http://schemas.openxmlformats.org/officeDocument/2006/relationships/notesMaster" Target="/ppt/notesMasters/notesMaster1.xml" Id="Raf8bad829a5547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43f2c41af546e6" /><Relationship Type="http://schemas.openxmlformats.org/officeDocument/2006/relationships/notesMaster" Target="/ppt/notesMasters/notesMaster1.xml" Id="R35c9ec77e1304b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5f2d89b34e4625" /><Relationship Type="http://schemas.openxmlformats.org/officeDocument/2006/relationships/notesMaster" Target="/ppt/notesMasters/notesMaster1.xml" Id="Rd675bd58434f4d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bd37f4076414fc4" /><Relationship Type="http://schemas.openxmlformats.org/officeDocument/2006/relationships/notesMaster" Target="/ppt/notesMasters/notesMaster1.xml" Id="Rea724626374043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f497e238b94e43" /><Relationship Type="http://schemas.openxmlformats.org/officeDocument/2006/relationships/notesMaster" Target="/ppt/notesMasters/notesMaster1.xml" Id="Rc5d92b9474b94c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c4fe46bfd14a9e" /><Relationship Type="http://schemas.openxmlformats.org/officeDocument/2006/relationships/notesMaster" Target="/ppt/notesMasters/notesMaster1.xml" Id="R29efc14dc12246b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143fc4dc1d4c14" /><Relationship Type="http://schemas.openxmlformats.org/officeDocument/2006/relationships/notesMaster" Target="/ppt/notesMasters/notesMaster1.xml" Id="Rda0fb06da2bd407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938d6280674fb3" /><Relationship Type="http://schemas.openxmlformats.org/officeDocument/2006/relationships/notesMaster" Target="/ppt/notesMasters/notesMaster1.xml" Id="R2a4d923c46784c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2eb251e58f349f9" /><Relationship Type="http://schemas.openxmlformats.org/officeDocument/2006/relationships/notesMaster" Target="/ppt/notesMasters/notesMaster1.xml" Id="R855613afeb594a4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c0861ebfd24aa9" /><Relationship Type="http://schemas.openxmlformats.org/officeDocument/2006/relationships/notesMaster" Target="/ppt/notesMasters/notesMaster1.xml" Id="R18ec0c819ab94e5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66cdad67d874a65" /><Relationship Type="http://schemas.openxmlformats.org/officeDocument/2006/relationships/notesMaster" Target="/ppt/notesMasters/notesMaster1.xml" Id="R65d5cb2ea57742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631e8cea4f47ae" /><Relationship Type="http://schemas.openxmlformats.org/officeDocument/2006/relationships/notesMaster" Target="/ppt/notesMasters/notesMaster1.xml" Id="R83cc81d888064e0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4e8182706844dd" /><Relationship Type="http://schemas.openxmlformats.org/officeDocument/2006/relationships/notesMaster" Target="/ppt/notesMasters/notesMaster1.xml" Id="R1d6c12f5e3484c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dee91e632944351" /><Relationship Type="http://schemas.openxmlformats.org/officeDocument/2006/relationships/notesMaster" Target="/ppt/notesMasters/notesMaster1.xml" Id="R38b3af38660e4d4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91598a817244a8" /><Relationship Type="http://schemas.openxmlformats.org/officeDocument/2006/relationships/notesMaster" Target="/ppt/notesMasters/notesMaster1.xml" Id="Rb0737cf0c81a4b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1e1f7796b6b482d" /><Relationship Type="http://schemas.openxmlformats.org/officeDocument/2006/relationships/notesMaster" Target="/ppt/notesMasters/notesMaster1.xml" Id="Rb2c397c83add416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5a6d559348840af" /><Relationship Type="http://schemas.openxmlformats.org/officeDocument/2006/relationships/notesMaster" Target="/ppt/notesMasters/notesMaster1.xml" Id="R186b791a7d4d4ff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d66698ceb94490" /><Relationship Type="http://schemas.openxmlformats.org/officeDocument/2006/relationships/notesMaster" Target="/ppt/notesMasters/notesMaster1.xml" Id="R4ccc9af21d8147b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9e613b1f6b94777" /><Relationship Type="http://schemas.openxmlformats.org/officeDocument/2006/relationships/notesMaster" Target="/ppt/notesMasters/notesMaster1.xml" Id="R312266377ef94c7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de09d9951d441e3" /><Relationship Type="http://schemas.openxmlformats.org/officeDocument/2006/relationships/notesMaster" Target="/ppt/notesMasters/notesMaster1.xml" Id="R36cd57afa27848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对应在线投影第2页。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对应在线投影第4页。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对应在线投影第5页。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对应在线投影第6页。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对应在线投影第10页。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对应在线投影第12页。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对应在线投影第14页。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对应在线投影第15页。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对应在线投影第16页。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对应在线投影第19页。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对应在线投影第20页。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对应在线投影第21页。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对应在线投影第22页。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课本阅读放大镜第二组原题，句子在投影上作简短摘述；完整句子见学生学习单及课文。必须说出判断理由。</a:t>
            </a:r>
          </a:p>
          <a:p xmlns:a="http://schemas.openxmlformats.org/drawingml/2006/main">
            <a:r>
              <a:t>对应在线投影第23页。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课本阅读放大镜第二组原题，句子在投影上作简短摘述；完整句子见学生学习单及课文。必须说出判断理由。</a:t>
            </a:r>
          </a:p>
          <a:p xmlns:a="http://schemas.openxmlformats.org/drawingml/2006/main">
            <a:r>
              <a:t>对应在线投影第24页。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课本阅读放大镜第二组原题，句子在投影上作简短摘述；完整句子见学生学习单及课文。必须说出判断理由。</a:t>
            </a:r>
          </a:p>
          <a:p xmlns:a="http://schemas.openxmlformats.org/drawingml/2006/main">
            <a:r>
              <a:t>对应在线投影第25页。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课本阅读放大镜第二组原题，句子在投影上作简短摘述；完整句子见学生学习单及课文。必须说出判断理由。</a:t>
            </a:r>
          </a:p>
          <a:p xmlns:a="http://schemas.openxmlformats.org/drawingml/2006/main">
            <a:r>
              <a:t>对应在线投影第26页。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课本第三组例句，接着①②阅读。请判断并说明理由，不新增短文。</a:t>
            </a:r>
          </a:p>
          <a:p xmlns:a="http://schemas.openxmlformats.org/drawingml/2006/main">
            <a:r>
              <a:t>对应在线投影第28页。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④中的生活改善含可核查信息。先沿用教材整体分类，再区分事实成分与感受，不能说④每个字都不可核查。</a:t>
            </a:r>
          </a:p>
          <a:p xmlns:a="http://schemas.openxmlformats.org/drawingml/2006/main">
            <a:r>
              <a:t>对应在线投影第29页。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对应在线投影第30页。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对应在线投影第31页。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对应在线投影第32页。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依据所附课本、教参核对。问题先作答，再翻下一页讲评。课文数据属于原报道，不作为当前统计。</a:t>
            </a:r>
          </a:p>
          <a:p xmlns:a="http://schemas.openxmlformats.org/drawingml/2006/main">
            <a:r>
              <a:t>对应在线投影第33页。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edeae215c49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fa3a8d26b4f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5c0e5e0b1f40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0538204974b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c642fb15743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7c7d0680647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036BEB-D9C7-4AAF-A4A2-C84752EB7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FD85BB-1FBE-4347-A7C1-9392AF066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178D05-2C0E-47C4-A93F-7AAD5F2C4D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66526F-6DA9-4D4F-9848-8D76B9E27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B26BA0-148C-4A8A-B4F2-D787040BD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017ECE-F244-47B7-AABB-B9F40521A1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91BD2D-3BF2-4610-B79B-AF16CE95EB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AC94BE-7CA7-4957-87FF-37F6ABE662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744504-E74D-4471-89B3-1889877336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13D31B-728A-4302-8B09-4110C62BB5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b7f70b90cb4ccc" /><Relationship Type="http://schemas.openxmlformats.org/officeDocument/2006/relationships/slideLayout" Target="/ppt/slideLayouts/slideLayout1.xml" Id="R1d1b3166fea04dcc" /><Relationship Type="http://schemas.openxmlformats.org/officeDocument/2006/relationships/slideLayout" Target="/ppt/slideLayouts/slideLayout2.xml" Id="Rc544b8895dc640ec" /><Relationship Type="http://schemas.openxmlformats.org/officeDocument/2006/relationships/slideLayout" Target="/ppt/slideLayouts/slideLayout3.xml" Id="R2fd0673b7d5b406f" /><Relationship Type="http://schemas.openxmlformats.org/officeDocument/2006/relationships/slideLayout" Target="/ppt/slideLayouts/slideLayout4.xml" Id="Rffb62a3de5a84bba" /><Relationship Type="http://schemas.openxmlformats.org/officeDocument/2006/relationships/slideLayout" Target="/ppt/slideLayouts/slideLayout5.xml" Id="Rd45b19f435fa4b09" /><Relationship Type="http://schemas.openxmlformats.org/officeDocument/2006/relationships/slideLayout" Target="/ppt/slideLayouts/slideLayout6.xml" Id="R6c512ad0179342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1b3166fea04dcc"/>
    <p:sldLayoutId xmlns:r="http://schemas.openxmlformats.org/officeDocument/2006/relationships" id="2147483650" r:id="Rc544b8895dc640ec"/>
    <p:sldLayoutId xmlns:r="http://schemas.openxmlformats.org/officeDocument/2006/relationships" id="2147483651" r:id="R2fd0673b7d5b406f"/>
    <p:sldLayoutId xmlns:r="http://schemas.openxmlformats.org/officeDocument/2006/relationships" id="2147483652" r:id="Rffb62a3de5a84bba"/>
    <p:sldLayoutId xmlns:r="http://schemas.openxmlformats.org/officeDocument/2006/relationships" id="2147483653" r:id="Rd45b19f435fa4b09"/>
    <p:sldLayoutId xmlns:r="http://schemas.openxmlformats.org/officeDocument/2006/relationships" id="2147483654" r:id="R6c512ad0179342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8b27c89da3431d" /><Relationship Type="http://schemas.openxmlformats.org/officeDocument/2006/relationships/image" Target="/ppt/media/image.png" Id="R571507ee81234039" /><Relationship Type="http://schemas.openxmlformats.org/officeDocument/2006/relationships/notesSlide" Target="/ppt/notesSlides/notesSlide1.xml" Id="Refc2c4dccdcb44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081a4fb6d4f57" /><Relationship Type="http://schemas.openxmlformats.org/officeDocument/2006/relationships/notesSlide" Target="/ppt/notesSlides/notesSlide2.xml" Id="R36fcbc0eba714d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650bbd2144c76" /><Relationship Type="http://schemas.openxmlformats.org/officeDocument/2006/relationships/image" Target="/ppt/media/image2.png" Id="R142537a5a3754e5e" /><Relationship Type="http://schemas.openxmlformats.org/officeDocument/2006/relationships/notesSlide" Target="/ppt/notesSlides/notesSlide3.xml" Id="R0651f0ec74e848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fc0d62f1b7488b" /><Relationship Type="http://schemas.openxmlformats.org/officeDocument/2006/relationships/notesSlide" Target="/ppt/notesSlides/notesSlide4.xml" Id="R67568ddc471f4d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cd92a5263749c7" /><Relationship Type="http://schemas.openxmlformats.org/officeDocument/2006/relationships/image" Target="/ppt/media/image3.png" Id="R2e6c678ba1b8430f" /><Relationship Type="http://schemas.openxmlformats.org/officeDocument/2006/relationships/notesSlide" Target="/ppt/notesSlides/notesSlide5.xml" Id="Rd98c4526027845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10cfcaf004ced" /><Relationship Type="http://schemas.openxmlformats.org/officeDocument/2006/relationships/notesSlide" Target="/ppt/notesSlides/notesSlide6.xml" Id="R885557d2250546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d0071960540d1" /><Relationship Type="http://schemas.openxmlformats.org/officeDocument/2006/relationships/image" Target="/ppt/media/image4.png" Id="R034dc9279db34176" /><Relationship Type="http://schemas.openxmlformats.org/officeDocument/2006/relationships/notesSlide" Target="/ppt/notesSlides/notesSlide7.xml" Id="R8fbac4d5c7c346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b41ff058c48f5" /><Relationship Type="http://schemas.openxmlformats.org/officeDocument/2006/relationships/notesSlide" Target="/ppt/notesSlides/notesSlide8.xml" Id="R25b132c3523549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fe91a432c4c61" /><Relationship Type="http://schemas.openxmlformats.org/officeDocument/2006/relationships/image" Target="/ppt/media/image5.png" Id="Rdc7203a0bf6042d2" /><Relationship Type="http://schemas.openxmlformats.org/officeDocument/2006/relationships/notesSlide" Target="/ppt/notesSlides/notesSlide9.xml" Id="R6a80f7a2e57d44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1eda72491d494a" /><Relationship Type="http://schemas.openxmlformats.org/officeDocument/2006/relationships/notesSlide" Target="/ppt/notesSlides/notesSlide10.xml" Id="R3e824ea32fb142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f83f00e9e4982" /><Relationship Type="http://schemas.openxmlformats.org/officeDocument/2006/relationships/notesSlide" Target="/ppt/notesSlides/notesSlide11.xml" Id="R497f754b22a949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f1371cc9147c6" /><Relationship Type="http://schemas.openxmlformats.org/officeDocument/2006/relationships/notesSlide" Target="/ppt/notesSlides/notesSlide12.xml" Id="R53e5e4a0fd6341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7699b03d84e18" /><Relationship Type="http://schemas.openxmlformats.org/officeDocument/2006/relationships/image" Target="/ppt/media/image6.png" Id="R1fc73efaccd04906" /><Relationship Type="http://schemas.openxmlformats.org/officeDocument/2006/relationships/notesSlide" Target="/ppt/notesSlides/notesSlide13.xml" Id="Ra45327f5ca284c2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26a02c5034ca2" /><Relationship Type="http://schemas.openxmlformats.org/officeDocument/2006/relationships/notesSlide" Target="/ppt/notesSlides/notesSlide14.xml" Id="R8fa2b12aede249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54b3e6aa7430b" /><Relationship Type="http://schemas.openxmlformats.org/officeDocument/2006/relationships/image" Target="/ppt/media/image7.png" Id="R833cd44101aa4a11" /><Relationship Type="http://schemas.openxmlformats.org/officeDocument/2006/relationships/notesSlide" Target="/ppt/notesSlides/notesSlide15.xml" Id="R361c13e912254b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3c855d7cc64531" /><Relationship Type="http://schemas.openxmlformats.org/officeDocument/2006/relationships/notesSlide" Target="/ppt/notesSlides/notesSlide16.xml" Id="R0615baa1d4954a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cbf08d4192447b" /><Relationship Type="http://schemas.openxmlformats.org/officeDocument/2006/relationships/notesSlide" Target="/ppt/notesSlides/notesSlide17.xml" Id="R144f596b667f48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38ee003e54adb" /><Relationship Type="http://schemas.openxmlformats.org/officeDocument/2006/relationships/notesSlide" Target="/ppt/notesSlides/notesSlide18.xml" Id="R6ee1065a63d94c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5a1e451b445ea" /><Relationship Type="http://schemas.openxmlformats.org/officeDocument/2006/relationships/notesSlide" Target="/ppt/notesSlides/notesSlide19.xml" Id="Rb329d03dac794ad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dbb7675bd244d8" /><Relationship Type="http://schemas.openxmlformats.org/officeDocument/2006/relationships/notesSlide" Target="/ppt/notesSlides/notesSlide20.xml" Id="Rce5e4d3d7985414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30f0b24a648af" /><Relationship Type="http://schemas.openxmlformats.org/officeDocument/2006/relationships/notesSlide" Target="/ppt/notesSlides/notesSlide21.xml" Id="Re88f2383692a470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d3e5d4bd024dc3" /><Relationship Type="http://schemas.openxmlformats.org/officeDocument/2006/relationships/notesSlide" Target="/ppt/notesSlides/notesSlide22.xml" Id="Rc362ee79c8e644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80abef9adf4cfc" /><Relationship Type="http://schemas.openxmlformats.org/officeDocument/2006/relationships/notesSlide" Target="/ppt/notesSlides/notesSlide23.xml" Id="R87697000155147f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9c792804e4205" /><Relationship Type="http://schemas.openxmlformats.org/officeDocument/2006/relationships/notesSlide" Target="/ppt/notesSlides/notesSlide24.xml" Id="Rf62f8ef7644941c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d59c8a8bf4d3c" /><Relationship Type="http://schemas.openxmlformats.org/officeDocument/2006/relationships/notesSlide" Target="/ppt/notesSlides/notesSlide25.xml" Id="Rdd0f4645926740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17b2d40474ac0" /><Relationship Type="http://schemas.openxmlformats.org/officeDocument/2006/relationships/notesSlide" Target="/ppt/notesSlides/notesSlide26.xml" Id="Rc18d642bf0f241e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5ca898ffd4766" /><Relationship Type="http://schemas.openxmlformats.org/officeDocument/2006/relationships/notesSlide" Target="/ppt/notesSlides/notesSlide27.xml" Id="Rd58e57da7f91492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6e4845b2d492c" /><Relationship Type="http://schemas.openxmlformats.org/officeDocument/2006/relationships/notesSlide" Target="/ppt/notesSlides/notesSlide28.xml" Id="R17b48621ae5d41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635cfc58014cd7" /><Relationship Type="http://schemas.openxmlformats.org/officeDocument/2006/relationships/notesSlide" Target="/ppt/notesSlides/notesSlide29.xml" Id="R71e87701f9ea402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d85dd0433e4d6d" /><Relationship Type="http://schemas.openxmlformats.org/officeDocument/2006/relationships/notesSlide" Target="/ppt/notesSlides/notesSlide30.xml" Id="R3c5806caa13148b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99f73871224454" /><Relationship Type="http://schemas.openxmlformats.org/officeDocument/2006/relationships/notesSlide" Target="/ppt/notesSlides/notesSlide31.xml" Id="Rcec6034028c9460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d55057ef0241b4" /><Relationship Type="http://schemas.openxmlformats.org/officeDocument/2006/relationships/notesSlide" Target="/ppt/notesSlides/notesSlide32.xml" Id="R9b29776a02674ce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b569467cc643dd" /><Relationship Type="http://schemas.openxmlformats.org/officeDocument/2006/relationships/notesSlide" Target="/ppt/notesSlides/notesSlide33.xml" Id="R7ce2e516fa6947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137302-A318-4B46-8553-C333ABFB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我为狮城做贡献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A693D4-DC97-4F77-A15E-807E83AF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95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中一高级华文 · 单元六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走访地铁维修人员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新闻阅读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40178-C005-4C48-A26D-79DC7E65A8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507ee81234039"/>
          <a:stretch xmlns:a="http://schemas.openxmlformats.org/drawingml/2006/main"/>
        </p:blipFill>
        <p:spPr>
          <a:xfrm xmlns:a="http://schemas.openxmlformats.org/drawingml/2006/main">
            <a:off x="6334125" y="2057439"/>
            <a:ext cx="5048250" cy="34098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00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0006A1-4BDF-447E-A671-D460F86D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课文的阅读目标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D5EDFD9-A2A0-4069-9980-7738879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读懂维修人员的工作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区分新闻中的事实与意见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根据课文说明自己的看法</a:t>
            </a:r>
          </a:p>
        </p:txBody>
      </p:sp>
    </p:spTree>
    <p:extLst>
      <p:ext uri="{BB962C8B-B14F-4D97-AF65-F5344CB8AC3E}">
        <p14:creationId xmlns:p14="http://schemas.microsoft.com/office/powerpoint/2010/main" val="14180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9D0131-A607-4623-AB36-056E01E5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第1段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A1455DA-9E85-4B7C-A7D3-05CB0927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95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从哪里看出地铁运行的可靠度有所提升？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引用数据时，要保留哪些条件？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DD96F-2BA1-4338-B64E-CF515E778A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537a5a3754e5e"/>
          <a:stretch xmlns:a="http://schemas.openxmlformats.org/drawingml/2006/main"/>
        </p:blipFill>
        <p:spPr>
          <a:xfrm xmlns:a="http://schemas.openxmlformats.org/drawingml/2006/main">
            <a:off x="6334125" y="2178410"/>
            <a:ext cx="5048250" cy="31679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054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A07644-7242-4E4B-A34C-89C7E168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第1段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C4D7F1-90D6-4BDA-8BEE-8D43717B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课文指出第一季度可靠度有所提升。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约140万公里，才出现一次超过五分钟的延误。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文中没有列出前期数据，不能计算提升幅度。</a:t>
            </a:r>
          </a:p>
        </p:txBody>
      </p:sp>
    </p:spTree>
    <p:extLst>
      <p:ext uri="{BB962C8B-B14F-4D97-AF65-F5344CB8AC3E}">
        <p14:creationId xmlns:p14="http://schemas.microsoft.com/office/powerpoint/2010/main" val="1714532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EC13CC-56CA-4033-B211-31DAAC9F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第2段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E91BD6-5290-42BB-915B-97D8B52B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95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张少华面对什么挑战？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“明知山有虎，偏向虎山行”是什么意思？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95F9D-8058-4732-B750-12179B222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c678ba1b8430f"/>
          <a:stretch xmlns:a="http://schemas.openxmlformats.org/drawingml/2006/main"/>
        </p:blipFill>
        <p:spPr>
          <a:xfrm xmlns:a="http://schemas.openxmlformats.org/drawingml/2006/main">
            <a:off x="6334125" y="2060890"/>
            <a:ext cx="5048250" cy="34029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65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2BDA1F-72D6-48B5-9810-6CE407BB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第2段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BC2640-BF89-48B6-9A35-4782B0F2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服务质量及可靠度备受批评。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他明知工作困难，仍勇敢面对，并贡献自己的经验。</a:t>
            </a:r>
          </a:p>
        </p:txBody>
      </p:sp>
    </p:spTree>
    <p:extLst>
      <p:ext uri="{BB962C8B-B14F-4D97-AF65-F5344CB8AC3E}">
        <p14:creationId xmlns:p14="http://schemas.microsoft.com/office/powerpoint/2010/main" val="1436102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3DF273-4AD2-44CA-B1CA-465223A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第3段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545932D-8395-4A8B-BCEE-032D4508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95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晚上10点30分和11点，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张少华分别做什么？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D918A-3878-4A7A-9764-9123AA8C10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dc9279db34176"/>
          <a:stretch xmlns:a="http://schemas.openxmlformats.org/drawingml/2006/main"/>
        </p:blipFill>
        <p:spPr>
          <a:xfrm xmlns:a="http://schemas.openxmlformats.org/drawingml/2006/main">
            <a:off x="6334125" y="2178410"/>
            <a:ext cx="5048250" cy="31679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2879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08677E-06C1-4D33-A090-37FF641D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第3段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EF728A-4B38-4D13-81C6-BB0156E8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10点30分：开始漏夜工作。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11点：与其他车厂协调，检查并确认机车操作正常。</a:t>
            </a:r>
          </a:p>
        </p:txBody>
      </p:sp>
    </p:spTree>
    <p:extLst>
      <p:ext uri="{BB962C8B-B14F-4D97-AF65-F5344CB8AC3E}">
        <p14:creationId xmlns:p14="http://schemas.microsoft.com/office/powerpoint/2010/main" val="1661952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810444-ABCB-43FF-8D99-7DE92A00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第4段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F97D2C6-E575-4030-970C-58C82880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95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凌晨1点15分和1点30分，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维修团队分别做什么？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887379-625A-47BA-AF67-E125796097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203a0bf6042d2"/>
          <a:stretch xmlns:a="http://schemas.openxmlformats.org/drawingml/2006/main"/>
        </p:blipFill>
        <p:spPr>
          <a:xfrm xmlns:a="http://schemas.openxmlformats.org/drawingml/2006/main">
            <a:off x="6334125" y="2122205"/>
            <a:ext cx="5048250" cy="32803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6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9CADE8-7A41-4ACF-8321-C6769A05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第4段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9148B1-525A-43C1-B783-A378CB6F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1点15分：末班车回厂，再次检查机车。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1点30分：准备就绪，维修团队开工。</a:t>
            </a:r>
          </a:p>
        </p:txBody>
      </p:sp>
    </p:spTree>
    <p:extLst>
      <p:ext uri="{BB962C8B-B14F-4D97-AF65-F5344CB8AC3E}">
        <p14:creationId xmlns:p14="http://schemas.microsoft.com/office/powerpoint/2010/main" val="2566701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397514-1047-428D-8082-2D74AFDF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维修工作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D410F32-613B-489C-98FF-BBFE2499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三小时内有哪些任务？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它们的共同目的是什么？</a:t>
            </a:r>
          </a:p>
        </p:txBody>
      </p:sp>
    </p:spTree>
    <p:extLst>
      <p:ext uri="{BB962C8B-B14F-4D97-AF65-F5344CB8AC3E}">
        <p14:creationId xmlns:p14="http://schemas.microsoft.com/office/powerpoint/2010/main" val="3968149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82F3F9-4ADA-4E55-8B8A-705A1332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维修工作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449AC51-378F-46DE-A537-4EC343A5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清洗隧道，检查电路，扫描并更换有裂痕的轨道。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保障列车行驶安全、平稳、顺畅。</a:t>
            </a:r>
          </a:p>
        </p:txBody>
      </p:sp>
    </p:spTree>
    <p:extLst>
      <p:ext uri="{BB962C8B-B14F-4D97-AF65-F5344CB8AC3E}">
        <p14:creationId xmlns:p14="http://schemas.microsoft.com/office/powerpoint/2010/main" val="6383760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656E83-2551-4DC5-9EF2-FF86E213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第5段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94A74F-952C-42F4-B360-6FC8129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95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“全力以赴”是什么意思？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什么是张少华的工作动力？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F199B-BE55-4AC3-A768-8CCEDC89F9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73efaccd04906"/>
          <a:stretch xmlns:a="http://schemas.openxmlformats.org/drawingml/2006/main"/>
        </p:blipFill>
        <p:spPr>
          <a:xfrm xmlns:a="http://schemas.openxmlformats.org/drawingml/2006/main">
            <a:off x="6396729" y="1905000"/>
            <a:ext cx="4923042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75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5FF3F2-7A36-4295-B97D-AAD98C80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第5段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2EA9C51-2F2C-4853-8676-4E44A6F0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全力以赴：尽全部力量。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他希望改善服务，并从工作中得到乐趣和成就感。</a:t>
            </a:r>
          </a:p>
        </p:txBody>
      </p:sp>
    </p:spTree>
    <p:extLst>
      <p:ext uri="{BB962C8B-B14F-4D97-AF65-F5344CB8AC3E}">
        <p14:creationId xmlns:p14="http://schemas.microsoft.com/office/powerpoint/2010/main" val="5228353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2317A4-F8F1-410D-BB32-B23B7437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第6段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61A7856-FDD1-454D-A5A9-3178520E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4953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李小平的态度前后有什么不同？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为什么会改变？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3CB8C-080B-4AE7-83E3-AD4519F484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cd44101aa4a11"/>
          <a:stretch xmlns:a="http://schemas.openxmlformats.org/drawingml/2006/main"/>
        </p:blipFill>
        <p:spPr>
          <a:xfrm xmlns:a="http://schemas.openxmlformats.org/drawingml/2006/main">
            <a:off x="6334125" y="2132424"/>
            <a:ext cx="5048250" cy="32599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1154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72C979-07C0-4788-9E47-9353F117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第6段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55F338-3D3A-4D73-BD23-9761CCB0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以前抱怨，认为正常运行理所当然。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后来了解幕后人员的付出，认为他们值得理解和支持。</a:t>
            </a:r>
          </a:p>
        </p:txBody>
      </p:sp>
    </p:spTree>
    <p:extLst>
      <p:ext uri="{BB962C8B-B14F-4D97-AF65-F5344CB8AC3E}">
        <p14:creationId xmlns:p14="http://schemas.microsoft.com/office/powerpoint/2010/main" val="16097090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B1FA8E-B49E-44E8-83E1-D10BA8CC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新闻报道的组成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879343-8D06-428E-933C-CAE0F115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标题：主标题与副标题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导语：概括重要信息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主体：详细报道内容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本课第2—6段都列为主体。</a:t>
            </a:r>
          </a:p>
        </p:txBody>
      </p:sp>
    </p:spTree>
    <p:extLst>
      <p:ext uri="{BB962C8B-B14F-4D97-AF65-F5344CB8AC3E}">
        <p14:creationId xmlns:p14="http://schemas.microsoft.com/office/powerpoint/2010/main" val="4144358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DF501A-C7FA-47F9-9D23-67C67E64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整理新闻内容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9B98213-EC0B-4494-B776-8D2AC4ED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第一段导语写什么？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第2—5段写什么？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第6段写什么？</a:t>
            </a:r>
          </a:p>
        </p:txBody>
      </p:sp>
    </p:spTree>
    <p:extLst>
      <p:ext uri="{BB962C8B-B14F-4D97-AF65-F5344CB8AC3E}">
        <p14:creationId xmlns:p14="http://schemas.microsoft.com/office/powerpoint/2010/main" val="2649179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C692E6-0927-4B5B-8D94-EEE3AECD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新闻结构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8EC01E-4BDA-4D8E-8783-1A3C0E1B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导语：运行状况与幕后人员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主体第2—5段：张少华的背景、工作和感受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主体第6段：乘客的看法及其变化</a:t>
            </a:r>
          </a:p>
        </p:txBody>
      </p:sp>
    </p:spTree>
    <p:extLst>
      <p:ext uri="{BB962C8B-B14F-4D97-AF65-F5344CB8AC3E}">
        <p14:creationId xmlns:p14="http://schemas.microsoft.com/office/powerpoint/2010/main" val="3685378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6B4460-C1D7-48CC-9398-4173382C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事实与意见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21A5F0-B44A-452F-8A70-43709E93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事实：可以用证据核查的信息。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意见：人物的看法、感受或判断。</a:t>
            </a:r>
          </a:p>
        </p:txBody>
      </p:sp>
    </p:spTree>
    <p:extLst>
      <p:ext uri="{BB962C8B-B14F-4D97-AF65-F5344CB8AC3E}">
        <p14:creationId xmlns:p14="http://schemas.microsoft.com/office/powerpoint/2010/main" val="10003448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68C444-AA22-465B-84AA-6EEE8985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判断并解释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1B8BF0-3B13-4356-BBB5-65F2D62F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“得归功于一群默默付出的幕后英雄。”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这是事实还是意见？为什么？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14202111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1FC72D-FF82-4899-BA78-54300DDE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判断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1A520C-76B9-4C3F-934F-9CB01C01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这是报道中的判断：把运行稳定归因于幕后人员。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应区分数据与对原因的评价。</a:t>
            </a:r>
          </a:p>
        </p:txBody>
      </p:sp>
    </p:spTree>
    <p:extLst>
      <p:ext uri="{BB962C8B-B14F-4D97-AF65-F5344CB8AC3E}">
        <p14:creationId xmlns:p14="http://schemas.microsoft.com/office/powerpoint/2010/main" val="20758070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68C444-AA22-465B-84AA-6EEE8985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第六段判断（①②③）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1B8BF0-3B13-4356-BBB5-65F2D62F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①经常搭乘地铁上下班。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②发生故障时会抱怨。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③认为正常运行理所当然，并不难。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分别属于事实还是意见？为什么？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14202111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68C444-AA22-465B-84AA-6EEE8985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第六段①②③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1B8BF0-3B13-4356-BBB5-65F2D62F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事实：①②。乘车与抱怨是可核查的行为。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意见：③。它表达李小平原来的看法。</a:t>
            </a:r>
          </a:p>
        </p:txBody>
      </p:sp>
    </p:spTree>
    <p:extLst>
      <p:ext uri="{BB962C8B-B14F-4D97-AF65-F5344CB8AC3E}">
        <p14:creationId xmlns:p14="http://schemas.microsoft.com/office/powerpoint/2010/main" val="14202111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68C444-AA22-465B-84AA-6EEE8985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第六段判断（④⑤）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1B8BF0-3B13-4356-BBB5-65F2D62F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④从报道了解到幕后人员坚守岗位、努力付出。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⑤认为这些小人物应该得到公众的理解和支持。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分别属于事实还是意见？为什么？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14202111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68C444-AA22-465B-84AA-6EEE8985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第六段④⑤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1B8BF0-3B13-4356-BBB5-65F2D62F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事实：④。说明他获知的情况，可查证。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意见：⑤。表达他对公众应该怎么做的看法。</a:t>
            </a:r>
          </a:p>
        </p:txBody>
      </p:sp>
    </p:spTree>
    <p:extLst>
      <p:ext uri="{BB962C8B-B14F-4D97-AF65-F5344CB8AC3E}">
        <p14:creationId xmlns:p14="http://schemas.microsoft.com/office/powerpoint/2010/main" val="142021118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1006D1-0B5B-4233-8312-565E8521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课本例子：客工（①②）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176C2E-FC1B-4542-B5B3-461D508D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①我是一名客工，离乡背井到新加坡打拼。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②我在工地搬运钢筋、砖头和水泥，油漆门窗、栏杆，搭建和拆卸脚架。</a:t>
            </a:r>
          </a:p>
        </p:txBody>
      </p:sp>
    </p:spTree>
    <p:extLst>
      <p:ext uri="{BB962C8B-B14F-4D97-AF65-F5344CB8AC3E}">
        <p14:creationId xmlns:p14="http://schemas.microsoft.com/office/powerpoint/2010/main" val="3376781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1006D1-0B5B-4233-8312-565E8521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课本例子：客工（③④）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F176C2E-FC1B-4542-B5B3-461D508D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③我每天早出晚归，回到宿舍天已经黑了。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④这份工作虽然辛苦，但我凭着自己的双手改善了家人的生活，我感到很欣慰。</a:t>
            </a:r>
          </a:p>
        </p:txBody>
      </p:sp>
    </p:spTree>
    <p:extLst>
      <p:ext uri="{BB962C8B-B14F-4D97-AF65-F5344CB8AC3E}">
        <p14:creationId xmlns:p14="http://schemas.microsoft.com/office/powerpoint/2010/main" val="3376781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D81E6F-6CC2-4B53-9101-90A84EC3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客工例子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7217EB-03C0-4787-A5DD-FCEE9239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按教参：事实①②③，意见④。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身份、工作及作息可以查证。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④主要表达“辛苦”“欣慰”的感受。</a:t>
            </a:r>
          </a:p>
        </p:txBody>
      </p:sp>
    </p:spTree>
    <p:extLst>
      <p:ext uri="{BB962C8B-B14F-4D97-AF65-F5344CB8AC3E}">
        <p14:creationId xmlns:p14="http://schemas.microsoft.com/office/powerpoint/2010/main" val="6194389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6CEE60-C36F-45B5-BE40-5160E716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读后说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CBB0E0-CB0F-4C30-84DA-C9DEA8EE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把简单的事做好就是不简单。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你同意吗？说说你的看法。</a:t>
            </a:r>
          </a:p>
        </p:txBody>
      </p:sp>
    </p:spTree>
    <p:extLst>
      <p:ext uri="{BB962C8B-B14F-4D97-AF65-F5344CB8AC3E}">
        <p14:creationId xmlns:p14="http://schemas.microsoft.com/office/powerpoint/2010/main" val="13604689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B86A63-8490-45B4-ACFF-4073D328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说清楚你的看法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67F0ABE-43FB-4EB9-AF03-D84797A8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我的看法是什么？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为什么？举什么例子？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例子怎样支持我的看法？</a:t>
            </a:r>
          </a:p>
        </p:txBody>
      </p:sp>
    </p:spTree>
    <p:extLst>
      <p:ext uri="{BB962C8B-B14F-4D97-AF65-F5344CB8AC3E}">
        <p14:creationId xmlns:p14="http://schemas.microsoft.com/office/powerpoint/2010/main" val="15883692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C06C08-02C0-4B84-9385-BC705D08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独立作答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5CEA69-3504-433D-9CCB-7F9740FA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结合课文，说明李小平为什么改变对地铁维修人员的看法。</a:t>
            </a:r>
          </a:p>
        </p:txBody>
      </p:sp>
    </p:spTree>
    <p:extLst>
      <p:ext uri="{BB962C8B-B14F-4D97-AF65-F5344CB8AC3E}">
        <p14:creationId xmlns:p14="http://schemas.microsoft.com/office/powerpoint/2010/main" val="175395348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2B634B-BC3C-4CAE-A19E-D245BD64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10706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defPPr>
            <a:lvl1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3150" b="1">
                <a:solidFill>
                  <a:srgbClr val="184C56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300" b="1">
                <a:solidFill>
                  <a:srgbClr val="173754"/>
                </a:solidFill>
                <a:latin typeface="Noto Serif CJK SC"/>
                <a:ea typeface="Noto Serif CJK SC"/>
                <a:cs typeface="Noto Serif CJK SC"/>
              </a:rPr>
              <a:t>独立作答 · 参考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7599BF-1F7E-4CC3-807E-C5560A38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09750"/>
            <a:ext cx="105727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defPPr>
            <a:lvl1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1pPr>
            <a:lvl2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2pPr>
            <a:lvl3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3pPr>
            <a:lvl4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4pPr>
            <a:lvl5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5pPr>
            <a:lvl6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6pPr>
            <a:lvl7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7pPr>
            <a:lvl8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8pPr>
            <a:lvl9pPr>
              <a:buNone/>
              <a:defRPr sz="2550" b="0">
                <a:solidFill>
                  <a:srgbClr val="1B2931"/>
                </a:solidFill>
                <a:latin typeface="KaiXinSongA"/>
                <a:ea typeface="KaiXinSongA"/>
                <a:cs typeface="KaiXinSongA"/>
              </a:defRPr>
            </a:lvl9pPr>
          </a:lstStyle>
          <a:p xmlns:a="http://schemas.openxmlformats.org/drawingml/2006/main">
            <a:pPr>
              <a:lnSpc>
                <a:spcPct val="135000"/>
              </a:lnSpc>
              <a:buNone/>
              <a:def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defRPr>
            </a:pPr>
            <a:r>
              <a:rPr sz="3000" b="0">
                <a:solidFill>
                  <a:srgbClr val="173754"/>
                </a:solidFill>
                <a:latin typeface="LXGW WenKai TC"/>
                <a:ea typeface="LXGW WenKai TC"/>
                <a:cs typeface="LXGW WenKai TC"/>
              </a:rPr>
              <a:t>他从新闻报道了解到维修人员一直坚守岗位，为乘客出行顺畅而努力付出，因此转为理解，并认为他们值得支持。</a:t>
            </a:r>
          </a:p>
        </p:txBody>
      </p:sp>
    </p:spTree>
    <p:extLst>
      <p:ext uri="{BB962C8B-B14F-4D97-AF65-F5344CB8AC3E}">
        <p14:creationId xmlns:p14="http://schemas.microsoft.com/office/powerpoint/2010/main" val="701534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2026-10-28T04:03:30.8470000Z</dcterms:created>
  <dcterms:modified xsi:type="dcterms:W3CDTF">2026-10-28T04:03:30.8470000Z</dcterms:modified>
</coreProperties>
</file>