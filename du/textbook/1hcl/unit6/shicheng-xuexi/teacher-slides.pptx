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77438e71094f4f" /><Relationship Type="http://schemas.openxmlformats.org/officeDocument/2006/relationships/extended-properties" Target="/docProps/app.xml" Id="R36708ceb03734523" /><Relationship Type="http://schemas.openxmlformats.org/officeDocument/2006/relationships/officeDocument" Target="/ppt/presentation.xml" Id="Reb2307de54d44a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3e2c72174b4244"/>
  </p:sldMasterIdLst>
  <p:notesMasterIdLst>
    <p:notesMasterId xmlns:r="http://schemas.openxmlformats.org/officeDocument/2006/relationships" r:id="R963dd4d294494dba"/>
  </p:notesMasterIdLst>
  <p:sldIdLst>
    <p:sldId xmlns:r="http://schemas.openxmlformats.org/officeDocument/2006/relationships" id="256" r:id="Ref2b333afd404567"/>
    <p:sldId xmlns:r="http://schemas.openxmlformats.org/officeDocument/2006/relationships" id="257" r:id="Rc26ca4d730ce4f5c"/>
    <p:sldId xmlns:r="http://schemas.openxmlformats.org/officeDocument/2006/relationships" id="258" r:id="Rc849e00ea32e40ed"/>
    <p:sldId xmlns:r="http://schemas.openxmlformats.org/officeDocument/2006/relationships" id="259" r:id="R29364a8cf3014073"/>
    <p:sldId xmlns:r="http://schemas.openxmlformats.org/officeDocument/2006/relationships" id="260" r:id="R00f0f13f7bcc42e5"/>
    <p:sldId xmlns:r="http://schemas.openxmlformats.org/officeDocument/2006/relationships" id="261" r:id="Raeccc114f4e844de"/>
    <p:sldId xmlns:r="http://schemas.openxmlformats.org/officeDocument/2006/relationships" id="262" r:id="Ra5a66044f3274875"/>
    <p:sldId xmlns:r="http://schemas.openxmlformats.org/officeDocument/2006/relationships" id="263" r:id="Rfc71182f68404e93"/>
    <p:sldId xmlns:r="http://schemas.openxmlformats.org/officeDocument/2006/relationships" id="264" r:id="Rc8fff56d826d41c0"/>
    <p:sldId xmlns:r="http://schemas.openxmlformats.org/officeDocument/2006/relationships" id="265" r:id="R2ade271259164c96"/>
    <p:sldId xmlns:r="http://schemas.openxmlformats.org/officeDocument/2006/relationships" id="266" r:id="Rb059256ad7b94cc0"/>
    <p:sldId xmlns:r="http://schemas.openxmlformats.org/officeDocument/2006/relationships" id="267" r:id="Rffb0e358d87f444e"/>
    <p:sldId xmlns:r="http://schemas.openxmlformats.org/officeDocument/2006/relationships" id="268" r:id="R54cf8e84ad934685"/>
    <p:sldId xmlns:r="http://schemas.openxmlformats.org/officeDocument/2006/relationships" id="269" r:id="R0e662e0109ff4b95"/>
    <p:sldId xmlns:r="http://schemas.openxmlformats.org/officeDocument/2006/relationships" id="270" r:id="R7da47e272a434f0e"/>
    <p:sldId xmlns:r="http://schemas.openxmlformats.org/officeDocument/2006/relationships" id="271" r:id="R9911023f1524456b"/>
    <p:sldId xmlns:r="http://schemas.openxmlformats.org/officeDocument/2006/relationships" id="272" r:id="R20fa3b9b1ec9432f"/>
    <p:sldId xmlns:r="http://schemas.openxmlformats.org/officeDocument/2006/relationships" id="273" r:id="R9d2cf88baa864171"/>
    <p:sldId xmlns:r="http://schemas.openxmlformats.org/officeDocument/2006/relationships" id="274" r:id="Ra54430a41e0c42c8"/>
    <p:sldId xmlns:r="http://schemas.openxmlformats.org/officeDocument/2006/relationships" id="275" r:id="Rc553ec8011874d8b"/>
    <p:sldId xmlns:r="http://schemas.openxmlformats.org/officeDocument/2006/relationships" id="276" r:id="Re09aefb0c9204aa1"/>
    <p:sldId xmlns:r="http://schemas.openxmlformats.org/officeDocument/2006/relationships" id="277" r:id="Rd6538e1f925a4197"/>
    <p:sldId xmlns:r="http://schemas.openxmlformats.org/officeDocument/2006/relationships" id="278" r:id="R0250843dcfd64de7"/>
    <p:sldId xmlns:r="http://schemas.openxmlformats.org/officeDocument/2006/relationships" id="279" r:id="Rddb135489fc34c35"/>
    <p:sldId xmlns:r="http://schemas.openxmlformats.org/officeDocument/2006/relationships" id="280" r:id="Ra3fca01899bf431e"/>
    <p:sldId xmlns:r="http://schemas.openxmlformats.org/officeDocument/2006/relationships" id="281" r:id="Rfac4594c4a7a4818"/>
    <p:sldId xmlns:r="http://schemas.openxmlformats.org/officeDocument/2006/relationships" id="282" r:id="Rfe2c438382674d7f"/>
    <p:sldId xmlns:r="http://schemas.openxmlformats.org/officeDocument/2006/relationships" id="283" r:id="R8e93598cd2924f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0abe32458641e0" /><Relationship Type="http://schemas.openxmlformats.org/officeDocument/2006/relationships/slideMaster" Target="/ppt/slideMasters/slideMaster1.xml" Id="Rec3e2c72174b4244" /><Relationship Type="http://schemas.openxmlformats.org/officeDocument/2006/relationships/notesMaster" Target="/ppt/notesMasters/notesMaster1.xml" Id="R963dd4d294494dba" /><Relationship Type="http://schemas.openxmlformats.org/officeDocument/2006/relationships/presProps" Target="/ppt/presProps.xml" Id="R0eb2cc9adbbc4302" /><Relationship Type="http://schemas.openxmlformats.org/officeDocument/2006/relationships/tableStyles" Target="/ppt/tableStyles.xml" Id="R3c9f0e305ef54000" /><Relationship Type="http://schemas.openxmlformats.org/officeDocument/2006/relationships/slide" Target="/ppt/slides/slide1.xml" Id="Ref2b333afd404567" /><Relationship Type="http://schemas.openxmlformats.org/officeDocument/2006/relationships/slide" Target="/ppt/slides/slide2.xml" Id="Rc26ca4d730ce4f5c" /><Relationship Type="http://schemas.openxmlformats.org/officeDocument/2006/relationships/slide" Target="/ppt/slides/slide3.xml" Id="Rc849e00ea32e40ed" /><Relationship Type="http://schemas.openxmlformats.org/officeDocument/2006/relationships/slide" Target="/ppt/slides/slide4.xml" Id="R29364a8cf3014073" /><Relationship Type="http://schemas.openxmlformats.org/officeDocument/2006/relationships/slide" Target="/ppt/slides/slide5.xml" Id="R00f0f13f7bcc42e5" /><Relationship Type="http://schemas.openxmlformats.org/officeDocument/2006/relationships/slide" Target="/ppt/slides/slide6.xml" Id="Raeccc114f4e844de" /><Relationship Type="http://schemas.openxmlformats.org/officeDocument/2006/relationships/slide" Target="/ppt/slides/slide7.xml" Id="Ra5a66044f3274875" /><Relationship Type="http://schemas.openxmlformats.org/officeDocument/2006/relationships/slide" Target="/ppt/slides/slide8.xml" Id="Rfc71182f68404e93" /><Relationship Type="http://schemas.openxmlformats.org/officeDocument/2006/relationships/slide" Target="/ppt/slides/slide9.xml" Id="Rc8fff56d826d41c0" /><Relationship Type="http://schemas.openxmlformats.org/officeDocument/2006/relationships/slide" Target="/ppt/slides/slide10.xml" Id="R2ade271259164c96" /><Relationship Type="http://schemas.openxmlformats.org/officeDocument/2006/relationships/slide" Target="/ppt/slides/slide11.xml" Id="Rb059256ad7b94cc0" /><Relationship Type="http://schemas.openxmlformats.org/officeDocument/2006/relationships/slide" Target="/ppt/slides/slide12.xml" Id="Rffb0e358d87f444e" /><Relationship Type="http://schemas.openxmlformats.org/officeDocument/2006/relationships/slide" Target="/ppt/slides/slide13.xml" Id="R54cf8e84ad934685" /><Relationship Type="http://schemas.openxmlformats.org/officeDocument/2006/relationships/slide" Target="/ppt/slides/slide14.xml" Id="R0e662e0109ff4b95" /><Relationship Type="http://schemas.openxmlformats.org/officeDocument/2006/relationships/slide" Target="/ppt/slides/slide15.xml" Id="R7da47e272a434f0e" /><Relationship Type="http://schemas.openxmlformats.org/officeDocument/2006/relationships/slide" Target="/ppt/slides/slide16.xml" Id="R9911023f1524456b" /><Relationship Type="http://schemas.openxmlformats.org/officeDocument/2006/relationships/slide" Target="/ppt/slides/slide17.xml" Id="R20fa3b9b1ec9432f" /><Relationship Type="http://schemas.openxmlformats.org/officeDocument/2006/relationships/slide" Target="/ppt/slides/slide18.xml" Id="R9d2cf88baa864171" /><Relationship Type="http://schemas.openxmlformats.org/officeDocument/2006/relationships/slide" Target="/ppt/slides/slide19.xml" Id="Ra54430a41e0c42c8" /><Relationship Type="http://schemas.openxmlformats.org/officeDocument/2006/relationships/slide" Target="/ppt/slides/slide20.xml" Id="Rc553ec8011874d8b" /><Relationship Type="http://schemas.openxmlformats.org/officeDocument/2006/relationships/slide" Target="/ppt/slides/slide21.xml" Id="Re09aefb0c9204aa1" /><Relationship Type="http://schemas.openxmlformats.org/officeDocument/2006/relationships/slide" Target="/ppt/slides/slide22.xml" Id="Rd6538e1f925a4197" /><Relationship Type="http://schemas.openxmlformats.org/officeDocument/2006/relationships/slide" Target="/ppt/slides/slide23.xml" Id="R0250843dcfd64de7" /><Relationship Type="http://schemas.openxmlformats.org/officeDocument/2006/relationships/slide" Target="/ppt/slides/slide24.xml" Id="Rddb135489fc34c35" /><Relationship Type="http://schemas.openxmlformats.org/officeDocument/2006/relationships/slide" Target="/ppt/slides/slide25.xml" Id="Ra3fca01899bf431e" /><Relationship Type="http://schemas.openxmlformats.org/officeDocument/2006/relationships/slide" Target="/ppt/slides/slide26.xml" Id="Rfac4594c4a7a4818" /><Relationship Type="http://schemas.openxmlformats.org/officeDocument/2006/relationships/slide" Target="/ppt/slides/slide27.xml" Id="Rfe2c438382674d7f" /><Relationship Type="http://schemas.openxmlformats.org/officeDocument/2006/relationships/slide" Target="/ppt/slides/slide28.xml" Id="R8e93598cd2924f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6acb261e0e42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70a9dce4024773" /><Relationship Type="http://schemas.openxmlformats.org/officeDocument/2006/relationships/notesMaster" Target="/ppt/notesMasters/notesMaster1.xml" Id="R7273af8433a445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76c8bc8f3a4795" /><Relationship Type="http://schemas.openxmlformats.org/officeDocument/2006/relationships/notesMaster" Target="/ppt/notesMasters/notesMaster1.xml" Id="R7d036999285b47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350938fa664048" /><Relationship Type="http://schemas.openxmlformats.org/officeDocument/2006/relationships/notesMaster" Target="/ppt/notesMasters/notesMaster1.xml" Id="Rd6f2c96a3e7643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8d1ae5dc6845ef" /><Relationship Type="http://schemas.openxmlformats.org/officeDocument/2006/relationships/notesMaster" Target="/ppt/notesMasters/notesMaster1.xml" Id="R5d3b931a0d8d46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1f23562fb741e4" /><Relationship Type="http://schemas.openxmlformats.org/officeDocument/2006/relationships/notesMaster" Target="/ppt/notesMasters/notesMaster1.xml" Id="R5b4a094172f245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53d1f1e68440da" /><Relationship Type="http://schemas.openxmlformats.org/officeDocument/2006/relationships/notesMaster" Target="/ppt/notesMasters/notesMaster1.xml" Id="R81a57d3baeac48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2035d3cc1c443d" /><Relationship Type="http://schemas.openxmlformats.org/officeDocument/2006/relationships/notesMaster" Target="/ppt/notesMasters/notesMaster1.xml" Id="R7910f0e84baf45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9241cf8cbf45ac" /><Relationship Type="http://schemas.openxmlformats.org/officeDocument/2006/relationships/notesMaster" Target="/ppt/notesMasters/notesMaster1.xml" Id="R4c36f8f0fc794b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bebce576904be4" /><Relationship Type="http://schemas.openxmlformats.org/officeDocument/2006/relationships/notesMaster" Target="/ppt/notesMasters/notesMaster1.xml" Id="Re2f50922f7fb46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6ea8aed4ca4a11" /><Relationship Type="http://schemas.openxmlformats.org/officeDocument/2006/relationships/notesMaster" Target="/ppt/notesMasters/notesMaster1.xml" Id="Rb8dd12287e8c43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5c26f849514c24" /><Relationship Type="http://schemas.openxmlformats.org/officeDocument/2006/relationships/notesMaster" Target="/ppt/notesMasters/notesMaster1.xml" Id="Rd4b725d6282542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f65024cbd14ec6" /><Relationship Type="http://schemas.openxmlformats.org/officeDocument/2006/relationships/notesMaster" Target="/ppt/notesMasters/notesMaster1.xml" Id="R5572fff251d746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78f47cc35614cf5" /><Relationship Type="http://schemas.openxmlformats.org/officeDocument/2006/relationships/notesMaster" Target="/ppt/notesMasters/notesMaster1.xml" Id="Rb238083bb2a04a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0664e243684d37" /><Relationship Type="http://schemas.openxmlformats.org/officeDocument/2006/relationships/notesMaster" Target="/ppt/notesMasters/notesMaster1.xml" Id="R527eb1aa907b425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e0746d4e914160" /><Relationship Type="http://schemas.openxmlformats.org/officeDocument/2006/relationships/notesMaster" Target="/ppt/notesMasters/notesMaster1.xml" Id="R91f4f1de6b5743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6abbe9fc495415d" /><Relationship Type="http://schemas.openxmlformats.org/officeDocument/2006/relationships/notesMaster" Target="/ppt/notesMasters/notesMaster1.xml" Id="R8ed9e60d6724465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9793394b09b4f8a" /><Relationship Type="http://schemas.openxmlformats.org/officeDocument/2006/relationships/notesMaster" Target="/ppt/notesMasters/notesMaster1.xml" Id="R495b043d42064ab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a7f4958fe8349bc" /><Relationship Type="http://schemas.openxmlformats.org/officeDocument/2006/relationships/notesMaster" Target="/ppt/notesMasters/notesMaster1.xml" Id="R962284cfb51842f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032c887c1874bc4" /><Relationship Type="http://schemas.openxmlformats.org/officeDocument/2006/relationships/notesMaster" Target="/ppt/notesMasters/notesMaster1.xml" Id="R1f913155efe0488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5a57879219c4e3c" /><Relationship Type="http://schemas.openxmlformats.org/officeDocument/2006/relationships/notesMaster" Target="/ppt/notesMasters/notesMaster1.xml" Id="R737fd72330304f9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5bd2bccba6f4a8f" /><Relationship Type="http://schemas.openxmlformats.org/officeDocument/2006/relationships/notesMaster" Target="/ppt/notesMasters/notesMaster1.xml" Id="R27ea35f639ab42e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a1104c98d584638" /><Relationship Type="http://schemas.openxmlformats.org/officeDocument/2006/relationships/notesMaster" Target="/ppt/notesMasters/notesMaster1.xml" Id="R3561f85b76cd4a3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263f0b25a674dfe" /><Relationship Type="http://schemas.openxmlformats.org/officeDocument/2006/relationships/notesMaster" Target="/ppt/notesMasters/notesMaster1.xml" Id="Reb36cf6b92cc4f7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03a9724dfb248a9" /><Relationship Type="http://schemas.openxmlformats.org/officeDocument/2006/relationships/notesMaster" Target="/ppt/notesMasters/notesMaster1.xml" Id="R8f4cbc0a91994e5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ae7ea5874244b93" /><Relationship Type="http://schemas.openxmlformats.org/officeDocument/2006/relationships/notesMaster" Target="/ppt/notesMasters/notesMaster1.xml" Id="R3fd5d3c60cd44c9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a9ca7fe791244a4" /><Relationship Type="http://schemas.openxmlformats.org/officeDocument/2006/relationships/notesMaster" Target="/ppt/notesMasters/notesMaster1.xml" Id="R10b764e61e4e4e2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4221cb8e21d4fad" /><Relationship Type="http://schemas.openxmlformats.org/officeDocument/2006/relationships/notesMaster" Target="/ppt/notesMasters/notesMaster1.xml" Id="Ra245eb01d7d8431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a69e7241cb04d9e" /><Relationship Type="http://schemas.openxmlformats.org/officeDocument/2006/relationships/notesMaster" Target="/ppt/notesMasters/notesMaster1.xml" Id="Re794ca7af40242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bc4edc90834c8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72758c12940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d48bff54b74e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16eaf72e454f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17cf4361c440e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7e255aea78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036BEB-D9C7-4AAF-A4A2-C84752EB7A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FD85BB-1FBE-4347-A7C1-9392AF06679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C178D05-2C0E-47C4-A93F-7AAD5F2C4D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66526F-6DA9-4D4F-9848-8D76B9E274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6B26BA0-148C-4A8A-B4F2-D787040BDB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017ECE-F244-47B7-AABB-B9F40521A1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191BD2D-3BF2-4610-B79B-AF16CE95EB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AC94BE-7CA7-4957-87FF-37F6ABE662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744504-E74D-4471-89B3-1889877336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13D31B-728A-4302-8B09-4110C62BB5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4ac88eb01c4688" /><Relationship Type="http://schemas.openxmlformats.org/officeDocument/2006/relationships/slideLayout" Target="/ppt/slideLayouts/slideLayout1.xml" Id="Re5f6852b64384130" /><Relationship Type="http://schemas.openxmlformats.org/officeDocument/2006/relationships/slideLayout" Target="/ppt/slideLayouts/slideLayout2.xml" Id="R394872c898944f34" /><Relationship Type="http://schemas.openxmlformats.org/officeDocument/2006/relationships/slideLayout" Target="/ppt/slideLayouts/slideLayout3.xml" Id="Raff93cce90984231" /><Relationship Type="http://schemas.openxmlformats.org/officeDocument/2006/relationships/slideLayout" Target="/ppt/slideLayouts/slideLayout4.xml" Id="Rabc4fd7d64af4285" /><Relationship Type="http://schemas.openxmlformats.org/officeDocument/2006/relationships/slideLayout" Target="/ppt/slideLayouts/slideLayout5.xml" Id="R7dacd00188c1454b" /><Relationship Type="http://schemas.openxmlformats.org/officeDocument/2006/relationships/slideLayout" Target="/ppt/slideLayouts/slideLayout6.xml" Id="R9d36d312f50343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f6852b64384130"/>
    <p:sldLayoutId xmlns:r="http://schemas.openxmlformats.org/officeDocument/2006/relationships" id="2147483650" r:id="R394872c898944f34"/>
    <p:sldLayoutId xmlns:r="http://schemas.openxmlformats.org/officeDocument/2006/relationships" id="2147483651" r:id="Raff93cce90984231"/>
    <p:sldLayoutId xmlns:r="http://schemas.openxmlformats.org/officeDocument/2006/relationships" id="2147483652" r:id="Rabc4fd7d64af4285"/>
    <p:sldLayoutId xmlns:r="http://schemas.openxmlformats.org/officeDocument/2006/relationships" id="2147483653" r:id="R7dacd00188c1454b"/>
    <p:sldLayoutId xmlns:r="http://schemas.openxmlformats.org/officeDocument/2006/relationships" id="2147483654" r:id="R9d36d312f50343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53cfd8c8b14fee" /><Relationship Type="http://schemas.openxmlformats.org/officeDocument/2006/relationships/notesSlide" Target="/ppt/notesSlides/notesSlide1.xml" Id="R0b126d0f93d942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c57e9688464ec2" /><Relationship Type="http://schemas.openxmlformats.org/officeDocument/2006/relationships/notesSlide" Target="/ppt/notesSlides/notesSlide2.xml" Id="Radb7240ce3884b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3199bb62ce4456" /><Relationship Type="http://schemas.openxmlformats.org/officeDocument/2006/relationships/notesSlide" Target="/ppt/notesSlides/notesSlide3.xml" Id="Rb136a9e7c12b4e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9b6cbd8c124f45" /><Relationship Type="http://schemas.openxmlformats.org/officeDocument/2006/relationships/notesSlide" Target="/ppt/notesSlides/notesSlide4.xml" Id="R44876bcc896f46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d004da965f4294" /><Relationship Type="http://schemas.openxmlformats.org/officeDocument/2006/relationships/notesSlide" Target="/ppt/notesSlides/notesSlide5.xml" Id="Rdc18c675d3e54b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9b88e01135403e" /><Relationship Type="http://schemas.openxmlformats.org/officeDocument/2006/relationships/notesSlide" Target="/ppt/notesSlides/notesSlide6.xml" Id="R76a2ff3efe7f4f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0567ca1eb24eaf" /><Relationship Type="http://schemas.openxmlformats.org/officeDocument/2006/relationships/notesSlide" Target="/ppt/notesSlides/notesSlide7.xml" Id="Rd16faf30b16542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488bdb6fbc4f1c" /><Relationship Type="http://schemas.openxmlformats.org/officeDocument/2006/relationships/notesSlide" Target="/ppt/notesSlides/notesSlide8.xml" Id="R3998db5108e343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172c5aaf68430e" /><Relationship Type="http://schemas.openxmlformats.org/officeDocument/2006/relationships/notesSlide" Target="/ppt/notesSlides/notesSlide9.xml" Id="R16526d59b7414f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5e21eb96304a8a" /><Relationship Type="http://schemas.openxmlformats.org/officeDocument/2006/relationships/notesSlide" Target="/ppt/notesSlides/notesSlide10.xml" Id="R79b6d7ad756140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abf431253a42bf" /><Relationship Type="http://schemas.openxmlformats.org/officeDocument/2006/relationships/notesSlide" Target="/ppt/notesSlides/notesSlide11.xml" Id="R72512ed2931e4d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868b4a536b4a7b" /><Relationship Type="http://schemas.openxmlformats.org/officeDocument/2006/relationships/notesSlide" Target="/ppt/notesSlides/notesSlide12.xml" Id="R4cc30dc898fd43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6ef7503eb24207" /><Relationship Type="http://schemas.openxmlformats.org/officeDocument/2006/relationships/notesSlide" Target="/ppt/notesSlides/notesSlide13.xml" Id="R786cb9b0a4f74a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4c5d4d45f54917" /><Relationship Type="http://schemas.openxmlformats.org/officeDocument/2006/relationships/notesSlide" Target="/ppt/notesSlides/notesSlide14.xml" Id="R5970464197fb45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13a49776ce4cb1" /><Relationship Type="http://schemas.openxmlformats.org/officeDocument/2006/relationships/notesSlide" Target="/ppt/notesSlides/notesSlide15.xml" Id="Rcdc51a2eb0cd4f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75db529fab4708" /><Relationship Type="http://schemas.openxmlformats.org/officeDocument/2006/relationships/notesSlide" Target="/ppt/notesSlides/notesSlide16.xml" Id="R7c4aed55e26749c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8219ebde2b4bc3" /><Relationship Type="http://schemas.openxmlformats.org/officeDocument/2006/relationships/notesSlide" Target="/ppt/notesSlides/notesSlide17.xml" Id="R50a388c59f9b425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f57d2258b04627" /><Relationship Type="http://schemas.openxmlformats.org/officeDocument/2006/relationships/notesSlide" Target="/ppt/notesSlides/notesSlide18.xml" Id="Reb71a9aa092d4a4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6145e0a1734b99" /><Relationship Type="http://schemas.openxmlformats.org/officeDocument/2006/relationships/notesSlide" Target="/ppt/notesSlides/notesSlide19.xml" Id="Ra96ddc0543dd43e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7c833808f04cc9" /><Relationship Type="http://schemas.openxmlformats.org/officeDocument/2006/relationships/notesSlide" Target="/ppt/notesSlides/notesSlide20.xml" Id="Re5251a6fd58f4b1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21181e3199421c" /><Relationship Type="http://schemas.openxmlformats.org/officeDocument/2006/relationships/notesSlide" Target="/ppt/notesSlides/notesSlide21.xml" Id="R05dfe469803241f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2ee070ef294205" /><Relationship Type="http://schemas.openxmlformats.org/officeDocument/2006/relationships/notesSlide" Target="/ppt/notesSlides/notesSlide22.xml" Id="R0f378d5eee4b4c6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7290720fb44f34" /><Relationship Type="http://schemas.openxmlformats.org/officeDocument/2006/relationships/notesSlide" Target="/ppt/notesSlides/notesSlide23.xml" Id="R67cab75edc364d4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0b25fb5c294a0f" /><Relationship Type="http://schemas.openxmlformats.org/officeDocument/2006/relationships/notesSlide" Target="/ppt/notesSlides/notesSlide24.xml" Id="Re5bc9ce3196840a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e930c546ee4e56" /><Relationship Type="http://schemas.openxmlformats.org/officeDocument/2006/relationships/notesSlide" Target="/ppt/notesSlides/notesSlide25.xml" Id="R12f3221d4b6f472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817409e6814697" /><Relationship Type="http://schemas.openxmlformats.org/officeDocument/2006/relationships/notesSlide" Target="/ppt/notesSlides/notesSlide26.xml" Id="Rb878c6c2f693406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05b32c98444aa7" /><Relationship Type="http://schemas.openxmlformats.org/officeDocument/2006/relationships/notesSlide" Target="/ppt/notesSlides/notesSlide27.xml" Id="R96e3ddf9a46b47c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3e7843124462f" /><Relationship Type="http://schemas.openxmlformats.org/officeDocument/2006/relationships/notesSlide" Target="/ppt/notesSlides/notesSlide28.xml" Id="R6fc0890623a343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137302-A318-4B46-8553-C333ABFB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我为狮城做贡献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3A693D4-DC97-4F77-A15E-807E83AF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中一高级华文 · 单元六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走访地铁维修人员</a:t>
            </a:r>
          </a:p>
        </p:txBody>
      </p:sp>
    </p:spTree>
    <p:extLst>
      <p:ext uri="{BB962C8B-B14F-4D97-AF65-F5344CB8AC3E}">
        <p14:creationId xmlns:p14="http://schemas.microsoft.com/office/powerpoint/2010/main" val="9960002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0006A1-4BDF-447E-A671-D460F86D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课文的阅读目标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D5EDFD9-A2A0-4069-9980-7738879D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读懂维修人员的工作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区分新闻中的事实与意见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根据课文说明自己的看法</a:t>
            </a:r>
          </a:p>
        </p:txBody>
      </p:sp>
    </p:spTree>
    <p:extLst>
      <p:ext uri="{BB962C8B-B14F-4D97-AF65-F5344CB8AC3E}">
        <p14:creationId xmlns:p14="http://schemas.microsoft.com/office/powerpoint/2010/main" val="141809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9D0131-A607-4623-AB36-056E01E5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第1段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A1455DA-9E85-4B7C-A7D3-05CB0927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从哪里看出地铁运行的可靠度有所提升？</a:t>
            </a:r>
          </a:p>
        </p:txBody>
      </p:sp>
    </p:spTree>
    <p:extLst>
      <p:ext uri="{BB962C8B-B14F-4D97-AF65-F5344CB8AC3E}">
        <p14:creationId xmlns:p14="http://schemas.microsoft.com/office/powerpoint/2010/main" val="2760054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A07644-7242-4E4B-A34C-89C7E168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第1段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C4D7F1-90D6-4BDA-8BEE-8D43717B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课文指出第一季度可靠度有所提升，并引用运行数据。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要判断提升多少，还需要先前的同口径数据。</a:t>
            </a:r>
          </a:p>
        </p:txBody>
      </p:sp>
    </p:spTree>
    <p:extLst>
      <p:ext uri="{BB962C8B-B14F-4D97-AF65-F5344CB8AC3E}">
        <p14:creationId xmlns:p14="http://schemas.microsoft.com/office/powerpoint/2010/main" val="1714532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EC13CC-56CA-4033-B211-31DAAC9F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第2段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9E91BD6-5290-42BB-915B-97D8B52B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张少华面对什么挑战？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“明知山有虎，偏向虎山行”是什么意思？</a:t>
            </a:r>
          </a:p>
        </p:txBody>
      </p:sp>
    </p:spTree>
    <p:extLst>
      <p:ext uri="{BB962C8B-B14F-4D97-AF65-F5344CB8AC3E}">
        <p14:creationId xmlns:p14="http://schemas.microsoft.com/office/powerpoint/2010/main" val="11775652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2BDA1F-72D6-48B5-9810-6CE407BB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第2段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FBC2640-BF89-48B6-9A35-4782B0F2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服务质量及可靠度备受批评。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他明知工作困难，仍勇敢面对，并贡献自己的经验。</a:t>
            </a:r>
          </a:p>
        </p:txBody>
      </p:sp>
    </p:spTree>
    <p:extLst>
      <p:ext uri="{BB962C8B-B14F-4D97-AF65-F5344CB8AC3E}">
        <p14:creationId xmlns:p14="http://schemas.microsoft.com/office/powerpoint/2010/main" val="14361023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3DF273-4AD2-44CA-B1CA-465223A2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第3段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45932D-8395-4A8B-BCEE-032D4508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晚上10点30分和11点，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张少华分别做什么？</a:t>
            </a:r>
          </a:p>
        </p:txBody>
      </p:sp>
    </p:spTree>
    <p:extLst>
      <p:ext uri="{BB962C8B-B14F-4D97-AF65-F5344CB8AC3E}">
        <p14:creationId xmlns:p14="http://schemas.microsoft.com/office/powerpoint/2010/main" val="14272879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08677E-06C1-4D33-A090-37FF641D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第3段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BEF728A-4B38-4D13-81C6-BB0156E8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10点30分：开始漏夜工作。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11点：与其他车厂协调，检查并确认机车操作正常。</a:t>
            </a:r>
          </a:p>
        </p:txBody>
      </p:sp>
    </p:spTree>
    <p:extLst>
      <p:ext uri="{BB962C8B-B14F-4D97-AF65-F5344CB8AC3E}">
        <p14:creationId xmlns:p14="http://schemas.microsoft.com/office/powerpoint/2010/main" val="16619521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810444-ABCB-43FF-8D99-7DE92A00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第4段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F97D2C6-E575-4030-970C-58C82880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凌晨1点15分和1点30分，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维修团队分别做什么？</a:t>
            </a:r>
          </a:p>
        </p:txBody>
      </p:sp>
    </p:spTree>
    <p:extLst>
      <p:ext uri="{BB962C8B-B14F-4D97-AF65-F5344CB8AC3E}">
        <p14:creationId xmlns:p14="http://schemas.microsoft.com/office/powerpoint/2010/main" val="993767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9CADE8-7A41-4ACF-8321-C6769A05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第4段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79148B1-525A-43C1-B783-A378CB6F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1点15分：末班车回厂，再次检查机车。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1点30分：准备就绪，维修团队开工。</a:t>
            </a:r>
          </a:p>
        </p:txBody>
      </p:sp>
    </p:spTree>
    <p:extLst>
      <p:ext uri="{BB962C8B-B14F-4D97-AF65-F5344CB8AC3E}">
        <p14:creationId xmlns:p14="http://schemas.microsoft.com/office/powerpoint/2010/main" val="2566701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397514-1047-428D-8082-2D74AFDF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维修工作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D410F32-613B-489C-98FF-BBFE2499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三小时内有哪些任务？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它们的共同目的是什么？</a:t>
            </a:r>
          </a:p>
        </p:txBody>
      </p:sp>
    </p:spTree>
    <p:extLst>
      <p:ext uri="{BB962C8B-B14F-4D97-AF65-F5344CB8AC3E}">
        <p14:creationId xmlns:p14="http://schemas.microsoft.com/office/powerpoint/2010/main" val="3968149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782F3F9-4ADA-4E55-8B8A-705A1332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维修工作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449AC51-378F-46DE-A537-4EC343A5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清洗隧道，检查电路，扫描并更换有裂痕的轨道。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保障列车行驶安全、平稳、顺畅。</a:t>
            </a:r>
          </a:p>
        </p:txBody>
      </p:sp>
    </p:spTree>
    <p:extLst>
      <p:ext uri="{BB962C8B-B14F-4D97-AF65-F5344CB8AC3E}">
        <p14:creationId xmlns:p14="http://schemas.microsoft.com/office/powerpoint/2010/main" val="6383760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656E83-2551-4DC5-9EF2-FF86E213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第5段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94A74F-952C-42F4-B360-6FC81295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“全力以赴”是什么意思？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什么是张少华的工作动力？</a:t>
            </a:r>
          </a:p>
        </p:txBody>
      </p:sp>
    </p:spTree>
    <p:extLst>
      <p:ext uri="{BB962C8B-B14F-4D97-AF65-F5344CB8AC3E}">
        <p14:creationId xmlns:p14="http://schemas.microsoft.com/office/powerpoint/2010/main" val="2278175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5FF3F2-7A36-4295-B97D-AAD98C80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第5段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EA9C51-2F2C-4853-8676-4E44A6F0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全力以赴：尽全部力量。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他希望改善服务，并从工作中得到乐趣和成就感。</a:t>
            </a:r>
          </a:p>
        </p:txBody>
      </p:sp>
    </p:spTree>
    <p:extLst>
      <p:ext uri="{BB962C8B-B14F-4D97-AF65-F5344CB8AC3E}">
        <p14:creationId xmlns:p14="http://schemas.microsoft.com/office/powerpoint/2010/main" val="5228353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2317A4-F8F1-410D-BB32-B23B7437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第6段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61A7856-FDD1-454D-A5A9-3178520E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李小平的态度前后有什么不同？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为什么会改变？</a:t>
            </a:r>
          </a:p>
        </p:txBody>
      </p:sp>
    </p:spTree>
    <p:extLst>
      <p:ext uri="{BB962C8B-B14F-4D97-AF65-F5344CB8AC3E}">
        <p14:creationId xmlns:p14="http://schemas.microsoft.com/office/powerpoint/2010/main" val="11501154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E72C979-07C0-4788-9E47-9353F117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第6段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F55F338-3D3A-4D73-BD23-9761CCB0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以前抱怨，认为正常运行理所当然。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后来了解幕后人员的付出，认为他们值得理解和支持。</a:t>
            </a:r>
          </a:p>
        </p:txBody>
      </p:sp>
    </p:spTree>
    <p:extLst>
      <p:ext uri="{BB962C8B-B14F-4D97-AF65-F5344CB8AC3E}">
        <p14:creationId xmlns:p14="http://schemas.microsoft.com/office/powerpoint/2010/main" val="1609709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B1FA8E-B49E-44E8-83E1-D10BA8CC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新闻报道的组成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879343-8D06-428E-933C-CAE0F115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标题：点明主题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导语：概括重要信息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主体：详细报道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并非每篇新闻都包含所有部分。</a:t>
            </a:r>
          </a:p>
        </p:txBody>
      </p:sp>
    </p:spTree>
    <p:extLst>
      <p:ext uri="{BB962C8B-B14F-4D97-AF65-F5344CB8AC3E}">
        <p14:creationId xmlns:p14="http://schemas.microsoft.com/office/powerpoint/2010/main" val="4144358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DF501A-C7FA-47F9-9D23-67C67E64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整理新闻内容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B98213-EC0B-4494-B776-8D2AC4ED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第一段导语写什么？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第2—5段写什么？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第6段写什么？</a:t>
            </a:r>
          </a:p>
        </p:txBody>
      </p:sp>
    </p:spTree>
    <p:extLst>
      <p:ext uri="{BB962C8B-B14F-4D97-AF65-F5344CB8AC3E}">
        <p14:creationId xmlns:p14="http://schemas.microsoft.com/office/powerpoint/2010/main" val="2649179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4C692E6-0927-4B5B-8D94-EEE3AECD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新闻结构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08EC01E-4BDA-4D8E-8783-1A3C0E1B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导语：数据与幕后人员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主体：张少华的背景、工作和感受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第6段：乘客的看法变化</a:t>
            </a:r>
          </a:p>
        </p:txBody>
      </p:sp>
    </p:spTree>
    <p:extLst>
      <p:ext uri="{BB962C8B-B14F-4D97-AF65-F5344CB8AC3E}">
        <p14:creationId xmlns:p14="http://schemas.microsoft.com/office/powerpoint/2010/main" val="3685378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6B4460-C1D7-48CC-9398-4173382C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事实与意见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221A5F0-B44A-452F-8A70-43709E93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事实：可以用证据核查的信息。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意见：人物的看法、感受或判断。</a:t>
            </a:r>
          </a:p>
        </p:txBody>
      </p:sp>
    </p:spTree>
    <p:extLst>
      <p:ext uri="{BB962C8B-B14F-4D97-AF65-F5344CB8AC3E}">
        <p14:creationId xmlns:p14="http://schemas.microsoft.com/office/powerpoint/2010/main" val="100034489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668C444-AA22-465B-84AA-6EEE8985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判断并解释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61B8BF0-3B13-4356-BBB5-65F2D62F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“得归功于一群默默付出的幕后英雄。”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这是事实还是意见？为什么？</a:t>
            </a:r>
          </a:p>
        </p:txBody>
      </p:sp>
    </p:spTree>
    <p:extLst>
      <p:ext uri="{BB962C8B-B14F-4D97-AF65-F5344CB8AC3E}">
        <p14:creationId xmlns:p14="http://schemas.microsoft.com/office/powerpoint/2010/main" val="142021118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1FC72D-FF82-4899-BA78-54300DDE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判断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1A520C-76B9-4C3F-934F-9CB01C01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这是报道中的判断：把运行稳定归因于幕后人员。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应区分数据与对原因的评价。</a:t>
            </a:r>
          </a:p>
        </p:txBody>
      </p:sp>
    </p:spTree>
    <p:extLst>
      <p:ext uri="{BB962C8B-B14F-4D97-AF65-F5344CB8AC3E}">
        <p14:creationId xmlns:p14="http://schemas.microsoft.com/office/powerpoint/2010/main" val="207580701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1006D1-0B5B-4233-8312-565E8521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课本例子：客工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F176C2E-FC1B-4542-B5B3-461D508D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找出可以核查的信息。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哪一处表达个人感受？为什么？</a:t>
            </a:r>
          </a:p>
        </p:txBody>
      </p:sp>
    </p:spTree>
    <p:extLst>
      <p:ext uri="{BB962C8B-B14F-4D97-AF65-F5344CB8AC3E}">
        <p14:creationId xmlns:p14="http://schemas.microsoft.com/office/powerpoint/2010/main" val="33767819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D81E6F-6CC2-4B53-9101-90A84EC3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客工例子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87217EB-03C0-4787-A5DD-FCEE9239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身份、工作及作息可以核查。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“辛苦”“欣慰”表达感受。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同一句中也可能同时有事实与感受。</a:t>
            </a:r>
          </a:p>
        </p:txBody>
      </p:sp>
    </p:spTree>
    <p:extLst>
      <p:ext uri="{BB962C8B-B14F-4D97-AF65-F5344CB8AC3E}">
        <p14:creationId xmlns:p14="http://schemas.microsoft.com/office/powerpoint/2010/main" val="61943899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6CEE60-C36F-45B5-BE40-5160E716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读后说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CBB0E0-CB0F-4C30-84DA-C9DEA8EE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把简单的事做好就是不简单。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你同意吗？说说你的看法。</a:t>
            </a:r>
          </a:p>
        </p:txBody>
      </p:sp>
    </p:spTree>
    <p:extLst>
      <p:ext uri="{BB962C8B-B14F-4D97-AF65-F5344CB8AC3E}">
        <p14:creationId xmlns:p14="http://schemas.microsoft.com/office/powerpoint/2010/main" val="13604689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B86A63-8490-45B4-ACFF-4073D328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说清楚你的看法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67F0ABE-43FB-4EB9-AF03-D84797A8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我的看法是什么？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为什么？举什么例子？</a:t>
            </a:r>
          </a:p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例子怎样支持我的看法？</a:t>
            </a:r>
          </a:p>
        </p:txBody>
      </p:sp>
    </p:spTree>
    <p:extLst>
      <p:ext uri="{BB962C8B-B14F-4D97-AF65-F5344CB8AC3E}">
        <p14:creationId xmlns:p14="http://schemas.microsoft.com/office/powerpoint/2010/main" val="158836923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C06C08-02C0-4B84-9385-BC705D08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独立作答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75CEA69-3504-433D-9CCB-7F9740FA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结合课文，说明李小平为什么改变对地铁维修人员的看法。</a:t>
            </a:r>
          </a:p>
        </p:txBody>
      </p:sp>
    </p:spTree>
    <p:extLst>
      <p:ext uri="{BB962C8B-B14F-4D97-AF65-F5344CB8AC3E}">
        <p14:creationId xmlns:p14="http://schemas.microsoft.com/office/powerpoint/2010/main" val="175395348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2B634B-BC3C-4CAE-A19E-D245BD64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8650"/>
            <a:ext cx="10706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defRPr>
            </a:pPr>
            <a:r>
              <a:rPr sz="3150" b="1">
                <a:solidFill>
                  <a:srgbClr val="184C56"/>
                </a:solidFill>
                <a:latin typeface="KaiXinSongA"/>
                <a:ea typeface="KaiXinSongA"/>
                <a:cs typeface="KaiXinSongA"/>
              </a:rPr>
              <a:t>独立作答 · 参考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87599BF-1F7E-4CC3-807E-C5560A38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572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defPPr>
            <a:lvl1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1pPr>
            <a:lvl2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2pPr>
            <a:lvl3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3pPr>
            <a:lvl4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4pPr>
            <a:lvl5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5pPr>
            <a:lvl6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6pPr>
            <a:lvl7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7pPr>
            <a:lvl8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8pPr>
            <a:lvl9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defRPr>
            </a:pPr>
            <a:r>
              <a:rPr sz="2550" b="0">
                <a:solidFill>
                  <a:srgbClr val="1B2931"/>
                </a:solidFill>
                <a:latin typeface="KaiXinSongA"/>
                <a:ea typeface="KaiXinSongA"/>
                <a:cs typeface="KaiXinSongA"/>
              </a:rPr>
              <a:t>他从新闻报道了解到维修人员一直坚守岗位，为乘客出行顺畅而努力付出，因此转为理解，并认为他们值得支持。</a:t>
            </a:r>
          </a:p>
        </p:txBody>
      </p:sp>
    </p:spTree>
    <p:extLst>
      <p:ext uri="{BB962C8B-B14F-4D97-AF65-F5344CB8AC3E}">
        <p14:creationId xmlns:p14="http://schemas.microsoft.com/office/powerpoint/2010/main" val="7015342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2026-10-27T03:23:32.3970000Z</dcterms:created>
  <dcterms:modified xsi:type="dcterms:W3CDTF">2026-10-27T03:23:32.3970000Z</dcterms:modified>
</coreProperties>
</file>