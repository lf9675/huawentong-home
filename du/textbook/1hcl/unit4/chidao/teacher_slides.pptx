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02f94ec9214dc3" /><Relationship Type="http://schemas.openxmlformats.org/officeDocument/2006/relationships/extended-properties" Target="/docProps/app.xml" Id="Rd4a4ea18287b4fde" /><Relationship Type="http://schemas.openxmlformats.org/officeDocument/2006/relationships/officeDocument" Target="/ppt/presentation.xml" Id="Rabd9145be42a45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36b85531ac4b64"/>
  </p:sldMasterIdLst>
  <p:notesMasterIdLst>
    <p:notesMasterId xmlns:r="http://schemas.openxmlformats.org/officeDocument/2006/relationships" r:id="Rf19847f6dd7843f3"/>
  </p:notesMasterIdLst>
  <p:sldIdLst>
    <p:sldId xmlns:r="http://schemas.openxmlformats.org/officeDocument/2006/relationships" id="256" r:id="R3b361890523b4f57"/>
    <p:sldId xmlns:r="http://schemas.openxmlformats.org/officeDocument/2006/relationships" id="257" r:id="R71a2323b93764a35"/>
    <p:sldId xmlns:r="http://schemas.openxmlformats.org/officeDocument/2006/relationships" id="258" r:id="R6bad9737a47d4952"/>
    <p:sldId xmlns:r="http://schemas.openxmlformats.org/officeDocument/2006/relationships" id="259" r:id="R4a7c392a4968449c"/>
    <p:sldId xmlns:r="http://schemas.openxmlformats.org/officeDocument/2006/relationships" id="260" r:id="R58c66736f92d461f"/>
    <p:sldId xmlns:r="http://schemas.openxmlformats.org/officeDocument/2006/relationships" id="261" r:id="R1387eecda6c04c68"/>
    <p:sldId xmlns:r="http://schemas.openxmlformats.org/officeDocument/2006/relationships" id="262" r:id="R96770bf7cf144090"/>
    <p:sldId xmlns:r="http://schemas.openxmlformats.org/officeDocument/2006/relationships" id="263" r:id="R8f053f2723a24ce7"/>
    <p:sldId xmlns:r="http://schemas.openxmlformats.org/officeDocument/2006/relationships" id="264" r:id="R4223a6a8e8b44241"/>
    <p:sldId xmlns:r="http://schemas.openxmlformats.org/officeDocument/2006/relationships" id="265" r:id="Ra907562f93c64b79"/>
    <p:sldId xmlns:r="http://schemas.openxmlformats.org/officeDocument/2006/relationships" id="266" r:id="Rfe3c3f3a8976408e"/>
    <p:sldId xmlns:r="http://schemas.openxmlformats.org/officeDocument/2006/relationships" id="267" r:id="R5071fbfd026f474b"/>
    <p:sldId xmlns:r="http://schemas.openxmlformats.org/officeDocument/2006/relationships" id="268" r:id="R720207cef7574154"/>
    <p:sldId xmlns:r="http://schemas.openxmlformats.org/officeDocument/2006/relationships" id="269" r:id="R15ff4679fed349e9"/>
    <p:sldId xmlns:r="http://schemas.openxmlformats.org/officeDocument/2006/relationships" id="270" r:id="R3277b05b48ad4cf2"/>
    <p:sldId xmlns:r="http://schemas.openxmlformats.org/officeDocument/2006/relationships" id="271" r:id="Rd4acd91953b14e95"/>
    <p:sldId xmlns:r="http://schemas.openxmlformats.org/officeDocument/2006/relationships" id="272" r:id="R63c8c0f351cc47a0"/>
    <p:sldId xmlns:r="http://schemas.openxmlformats.org/officeDocument/2006/relationships" id="273" r:id="R3ad180c0552846bd"/>
    <p:sldId xmlns:r="http://schemas.openxmlformats.org/officeDocument/2006/relationships" id="274" r:id="Rb32ca776f55343f2"/>
    <p:sldId xmlns:r="http://schemas.openxmlformats.org/officeDocument/2006/relationships" id="275" r:id="R15d9d78930c646e0"/>
    <p:sldId xmlns:r="http://schemas.openxmlformats.org/officeDocument/2006/relationships" id="276" r:id="R919b756e9d1c45d3"/>
    <p:sldId xmlns:r="http://schemas.openxmlformats.org/officeDocument/2006/relationships" id="277" r:id="R94db063fa56c4445"/>
    <p:sldId xmlns:r="http://schemas.openxmlformats.org/officeDocument/2006/relationships" id="278" r:id="R5dd073ac69ca4dfb"/>
    <p:sldId xmlns:r="http://schemas.openxmlformats.org/officeDocument/2006/relationships" id="279" r:id="Rca8ee7b5732a4b70"/>
    <p:sldId xmlns:r="http://schemas.openxmlformats.org/officeDocument/2006/relationships" id="280" r:id="Rfbf15e1abbe84b75"/>
    <p:sldId xmlns:r="http://schemas.openxmlformats.org/officeDocument/2006/relationships" id="281" r:id="R55cad36023654a23"/>
    <p:sldId xmlns:r="http://schemas.openxmlformats.org/officeDocument/2006/relationships" id="282" r:id="R0fc1ec3a2ee747b7"/>
    <p:sldId xmlns:r="http://schemas.openxmlformats.org/officeDocument/2006/relationships" id="283" r:id="R5ac2db52d3274dd0"/>
    <p:sldId xmlns:r="http://schemas.openxmlformats.org/officeDocument/2006/relationships" id="284" r:id="R068e8c7e6889499a"/>
    <p:sldId xmlns:r="http://schemas.openxmlformats.org/officeDocument/2006/relationships" id="285" r:id="R9e04e73b35114b9d"/>
    <p:sldId xmlns:r="http://schemas.openxmlformats.org/officeDocument/2006/relationships" id="286" r:id="R851da0c9ead84a99"/>
    <p:sldId xmlns:r="http://schemas.openxmlformats.org/officeDocument/2006/relationships" id="287" r:id="Ra110c00990b94b20"/>
    <p:sldId xmlns:r="http://schemas.openxmlformats.org/officeDocument/2006/relationships" id="288" r:id="Rf5dedfe76b9442bf"/>
    <p:sldId xmlns:r="http://schemas.openxmlformats.org/officeDocument/2006/relationships" id="289" r:id="R2a14e2ed4cdd49e6"/>
    <p:sldId xmlns:r="http://schemas.openxmlformats.org/officeDocument/2006/relationships" id="290" r:id="R1d4af08934e74276"/>
    <p:sldId xmlns:r="http://schemas.openxmlformats.org/officeDocument/2006/relationships" id="291" r:id="R289c3e567ef043ab"/>
    <p:sldId xmlns:r="http://schemas.openxmlformats.org/officeDocument/2006/relationships" id="292" r:id="R22b0e2c566f94287"/>
    <p:sldId xmlns:r="http://schemas.openxmlformats.org/officeDocument/2006/relationships" id="293" r:id="R9f4608d96690432d"/>
    <p:sldId xmlns:r="http://schemas.openxmlformats.org/officeDocument/2006/relationships" id="294" r:id="R8e7ef53063b84501"/>
    <p:sldId xmlns:r="http://schemas.openxmlformats.org/officeDocument/2006/relationships" id="295" r:id="R544c86dc4bee4a54"/>
    <p:sldId xmlns:r="http://schemas.openxmlformats.org/officeDocument/2006/relationships" id="296" r:id="R4e91ccad87d4456d"/>
    <p:sldId xmlns:r="http://schemas.openxmlformats.org/officeDocument/2006/relationships" id="297" r:id="R1eaf64d6fb2b4577"/>
    <p:sldId xmlns:r="http://schemas.openxmlformats.org/officeDocument/2006/relationships" id="298" r:id="Rfd016667a38e4143"/>
    <p:sldId xmlns:r="http://schemas.openxmlformats.org/officeDocument/2006/relationships" id="299" r:id="Ref0c8cd3e617443a"/>
    <p:sldId xmlns:r="http://schemas.openxmlformats.org/officeDocument/2006/relationships" id="300" r:id="R0d14405a12784ec4"/>
    <p:sldId xmlns:r="http://schemas.openxmlformats.org/officeDocument/2006/relationships" id="301" r:id="R41a3e39041984fcc"/>
    <p:sldId xmlns:r="http://schemas.openxmlformats.org/officeDocument/2006/relationships" id="302" r:id="Rad03af397ac24618"/>
    <p:sldId xmlns:r="http://schemas.openxmlformats.org/officeDocument/2006/relationships" id="303" r:id="R1033028cbb7a49f9"/>
    <p:sldId xmlns:r="http://schemas.openxmlformats.org/officeDocument/2006/relationships" id="304" r:id="R252c09d954cd4ab3"/>
    <p:sldId xmlns:r="http://schemas.openxmlformats.org/officeDocument/2006/relationships" id="305" r:id="Rebd4c62ffad04040"/>
    <p:sldId xmlns:r="http://schemas.openxmlformats.org/officeDocument/2006/relationships" id="306" r:id="Rb799cd7059404880"/>
    <p:sldId xmlns:r="http://schemas.openxmlformats.org/officeDocument/2006/relationships" id="307" r:id="R6692fe3b4f4a491a"/>
    <p:sldId xmlns:r="http://schemas.openxmlformats.org/officeDocument/2006/relationships" id="308" r:id="R8adecf8178184a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ab98aed6f946e2" /><Relationship Type="http://schemas.openxmlformats.org/officeDocument/2006/relationships/slideMaster" Target="/ppt/slideMasters/slideMaster1.xml" Id="Re936b85531ac4b64" /><Relationship Type="http://schemas.openxmlformats.org/officeDocument/2006/relationships/notesMaster" Target="/ppt/notesMasters/notesMaster1.xml" Id="Rf19847f6dd7843f3" /><Relationship Type="http://schemas.openxmlformats.org/officeDocument/2006/relationships/presProps" Target="/ppt/presProps.xml" Id="Rda11bc4e49d942f1" /><Relationship Type="http://schemas.openxmlformats.org/officeDocument/2006/relationships/tableStyles" Target="/ppt/tableStyles.xml" Id="R7b7b2600d6a64d1d" /><Relationship Type="http://schemas.openxmlformats.org/officeDocument/2006/relationships/slide" Target="/ppt/slides/slide1.xml" Id="R3b361890523b4f57" /><Relationship Type="http://schemas.openxmlformats.org/officeDocument/2006/relationships/slide" Target="/ppt/slides/slide2.xml" Id="R71a2323b93764a35" /><Relationship Type="http://schemas.openxmlformats.org/officeDocument/2006/relationships/slide" Target="/ppt/slides/slide3.xml" Id="R6bad9737a47d4952" /><Relationship Type="http://schemas.openxmlformats.org/officeDocument/2006/relationships/slide" Target="/ppt/slides/slide4.xml" Id="R4a7c392a4968449c" /><Relationship Type="http://schemas.openxmlformats.org/officeDocument/2006/relationships/slide" Target="/ppt/slides/slide5.xml" Id="R58c66736f92d461f" /><Relationship Type="http://schemas.openxmlformats.org/officeDocument/2006/relationships/slide" Target="/ppt/slides/slide6.xml" Id="R1387eecda6c04c68" /><Relationship Type="http://schemas.openxmlformats.org/officeDocument/2006/relationships/slide" Target="/ppt/slides/slide7.xml" Id="R96770bf7cf144090" /><Relationship Type="http://schemas.openxmlformats.org/officeDocument/2006/relationships/slide" Target="/ppt/slides/slide8.xml" Id="R8f053f2723a24ce7" /><Relationship Type="http://schemas.openxmlformats.org/officeDocument/2006/relationships/slide" Target="/ppt/slides/slide9.xml" Id="R4223a6a8e8b44241" /><Relationship Type="http://schemas.openxmlformats.org/officeDocument/2006/relationships/slide" Target="/ppt/slides/slide10.xml" Id="Ra907562f93c64b79" /><Relationship Type="http://schemas.openxmlformats.org/officeDocument/2006/relationships/slide" Target="/ppt/slides/slide11.xml" Id="Rfe3c3f3a8976408e" /><Relationship Type="http://schemas.openxmlformats.org/officeDocument/2006/relationships/slide" Target="/ppt/slides/slide12.xml" Id="R5071fbfd026f474b" /><Relationship Type="http://schemas.openxmlformats.org/officeDocument/2006/relationships/slide" Target="/ppt/slides/slide13.xml" Id="R720207cef7574154" /><Relationship Type="http://schemas.openxmlformats.org/officeDocument/2006/relationships/slide" Target="/ppt/slides/slide14.xml" Id="R15ff4679fed349e9" /><Relationship Type="http://schemas.openxmlformats.org/officeDocument/2006/relationships/slide" Target="/ppt/slides/slide15.xml" Id="R3277b05b48ad4cf2" /><Relationship Type="http://schemas.openxmlformats.org/officeDocument/2006/relationships/slide" Target="/ppt/slides/slide16.xml" Id="Rd4acd91953b14e95" /><Relationship Type="http://schemas.openxmlformats.org/officeDocument/2006/relationships/slide" Target="/ppt/slides/slide17.xml" Id="R63c8c0f351cc47a0" /><Relationship Type="http://schemas.openxmlformats.org/officeDocument/2006/relationships/slide" Target="/ppt/slides/slide18.xml" Id="R3ad180c0552846bd" /><Relationship Type="http://schemas.openxmlformats.org/officeDocument/2006/relationships/slide" Target="/ppt/slides/slide19.xml" Id="Rb32ca776f55343f2" /><Relationship Type="http://schemas.openxmlformats.org/officeDocument/2006/relationships/slide" Target="/ppt/slides/slide20.xml" Id="R15d9d78930c646e0" /><Relationship Type="http://schemas.openxmlformats.org/officeDocument/2006/relationships/slide" Target="/ppt/slides/slide21.xml" Id="R919b756e9d1c45d3" /><Relationship Type="http://schemas.openxmlformats.org/officeDocument/2006/relationships/slide" Target="/ppt/slides/slide22.xml" Id="R94db063fa56c4445" /><Relationship Type="http://schemas.openxmlformats.org/officeDocument/2006/relationships/slide" Target="/ppt/slides/slide23.xml" Id="R5dd073ac69ca4dfb" /><Relationship Type="http://schemas.openxmlformats.org/officeDocument/2006/relationships/slide" Target="/ppt/slides/slide24.xml" Id="Rca8ee7b5732a4b70" /><Relationship Type="http://schemas.openxmlformats.org/officeDocument/2006/relationships/slide" Target="/ppt/slides/slide25.xml" Id="Rfbf15e1abbe84b75" /><Relationship Type="http://schemas.openxmlformats.org/officeDocument/2006/relationships/slide" Target="/ppt/slides/slide26.xml" Id="R55cad36023654a23" /><Relationship Type="http://schemas.openxmlformats.org/officeDocument/2006/relationships/slide" Target="/ppt/slides/slide27.xml" Id="R0fc1ec3a2ee747b7" /><Relationship Type="http://schemas.openxmlformats.org/officeDocument/2006/relationships/slide" Target="/ppt/slides/slide28.xml" Id="R5ac2db52d3274dd0" /><Relationship Type="http://schemas.openxmlformats.org/officeDocument/2006/relationships/slide" Target="/ppt/slides/slide29.xml" Id="R068e8c7e6889499a" /><Relationship Type="http://schemas.openxmlformats.org/officeDocument/2006/relationships/slide" Target="/ppt/slides/slide30.xml" Id="R9e04e73b35114b9d" /><Relationship Type="http://schemas.openxmlformats.org/officeDocument/2006/relationships/slide" Target="/ppt/slides/slide31.xml" Id="R851da0c9ead84a99" /><Relationship Type="http://schemas.openxmlformats.org/officeDocument/2006/relationships/slide" Target="/ppt/slides/slide32.xml" Id="Ra110c00990b94b20" /><Relationship Type="http://schemas.openxmlformats.org/officeDocument/2006/relationships/slide" Target="/ppt/slides/slide33.xml" Id="Rf5dedfe76b9442bf" /><Relationship Type="http://schemas.openxmlformats.org/officeDocument/2006/relationships/slide" Target="/ppt/slides/slide34.xml" Id="R2a14e2ed4cdd49e6" /><Relationship Type="http://schemas.openxmlformats.org/officeDocument/2006/relationships/slide" Target="/ppt/slides/slide35.xml" Id="R1d4af08934e74276" /><Relationship Type="http://schemas.openxmlformats.org/officeDocument/2006/relationships/slide" Target="/ppt/slides/slide36.xml" Id="R289c3e567ef043ab" /><Relationship Type="http://schemas.openxmlformats.org/officeDocument/2006/relationships/slide" Target="/ppt/slides/slide37.xml" Id="R22b0e2c566f94287" /><Relationship Type="http://schemas.openxmlformats.org/officeDocument/2006/relationships/slide" Target="/ppt/slides/slide38.xml" Id="R9f4608d96690432d" /><Relationship Type="http://schemas.openxmlformats.org/officeDocument/2006/relationships/slide" Target="/ppt/slides/slide39.xml" Id="R8e7ef53063b84501" /><Relationship Type="http://schemas.openxmlformats.org/officeDocument/2006/relationships/slide" Target="/ppt/slides/slide40.xml" Id="R544c86dc4bee4a54" /><Relationship Type="http://schemas.openxmlformats.org/officeDocument/2006/relationships/slide" Target="/ppt/slides/slide41.xml" Id="R4e91ccad87d4456d" /><Relationship Type="http://schemas.openxmlformats.org/officeDocument/2006/relationships/slide" Target="/ppt/slides/slide42.xml" Id="R1eaf64d6fb2b4577" /><Relationship Type="http://schemas.openxmlformats.org/officeDocument/2006/relationships/slide" Target="/ppt/slides/slide43.xml" Id="Rfd016667a38e4143" /><Relationship Type="http://schemas.openxmlformats.org/officeDocument/2006/relationships/slide" Target="/ppt/slides/slide44.xml" Id="Ref0c8cd3e617443a" /><Relationship Type="http://schemas.openxmlformats.org/officeDocument/2006/relationships/slide" Target="/ppt/slides/slide45.xml" Id="R0d14405a12784ec4" /><Relationship Type="http://schemas.openxmlformats.org/officeDocument/2006/relationships/slide" Target="/ppt/slides/slide46.xml" Id="R41a3e39041984fcc" /><Relationship Type="http://schemas.openxmlformats.org/officeDocument/2006/relationships/slide" Target="/ppt/slides/slide47.xml" Id="Rad03af397ac24618" /><Relationship Type="http://schemas.openxmlformats.org/officeDocument/2006/relationships/slide" Target="/ppt/slides/slide48.xml" Id="R1033028cbb7a49f9" /><Relationship Type="http://schemas.openxmlformats.org/officeDocument/2006/relationships/slide" Target="/ppt/slides/slide49.xml" Id="R252c09d954cd4ab3" /><Relationship Type="http://schemas.openxmlformats.org/officeDocument/2006/relationships/slide" Target="/ppt/slides/slide50.xml" Id="Rebd4c62ffad04040" /><Relationship Type="http://schemas.openxmlformats.org/officeDocument/2006/relationships/slide" Target="/ppt/slides/slide51.xml" Id="Rb799cd7059404880" /><Relationship Type="http://schemas.openxmlformats.org/officeDocument/2006/relationships/slide" Target="/ppt/slides/slide52.xml" Id="R6692fe3b4f4a491a" /><Relationship Type="http://schemas.openxmlformats.org/officeDocument/2006/relationships/slide" Target="/ppt/slides/slide53.xml" Id="R8adecf8178184a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9d378f835345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aa07cac0084d78" /><Relationship Type="http://schemas.openxmlformats.org/officeDocument/2006/relationships/notesMaster" Target="/ppt/notesMasters/notesMaster1.xml" Id="R32920de634e74d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4c269078474134" /><Relationship Type="http://schemas.openxmlformats.org/officeDocument/2006/relationships/notesMaster" Target="/ppt/notesMasters/notesMaster1.xml" Id="Ra1522d146e6e43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d1622e8b184292" /><Relationship Type="http://schemas.openxmlformats.org/officeDocument/2006/relationships/notesMaster" Target="/ppt/notesMasters/notesMaster1.xml" Id="Rdf3096ac497549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52a4c44a10448c" /><Relationship Type="http://schemas.openxmlformats.org/officeDocument/2006/relationships/notesMaster" Target="/ppt/notesMasters/notesMaster1.xml" Id="R0d4f62a05efd47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612b89d45e47f8" /><Relationship Type="http://schemas.openxmlformats.org/officeDocument/2006/relationships/notesMaster" Target="/ppt/notesMasters/notesMaster1.xml" Id="Re9d95f7482084b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dbbf09b7b7421d" /><Relationship Type="http://schemas.openxmlformats.org/officeDocument/2006/relationships/notesMaster" Target="/ppt/notesMasters/notesMaster1.xml" Id="R445873f80ff94b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280eaaa4494836" /><Relationship Type="http://schemas.openxmlformats.org/officeDocument/2006/relationships/notesMaster" Target="/ppt/notesMasters/notesMaster1.xml" Id="R71928bf6d35245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1220ed084041c1" /><Relationship Type="http://schemas.openxmlformats.org/officeDocument/2006/relationships/notesMaster" Target="/ppt/notesMasters/notesMaster1.xml" Id="Rec0ba6c7d3f84d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4bb1f332e04c67" /><Relationship Type="http://schemas.openxmlformats.org/officeDocument/2006/relationships/notesMaster" Target="/ppt/notesMasters/notesMaster1.xml" Id="R64831e5b849e44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95d41516b64b38" /><Relationship Type="http://schemas.openxmlformats.org/officeDocument/2006/relationships/notesMaster" Target="/ppt/notesMasters/notesMaster1.xml" Id="R4a0233468da741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4ccb196c7b4729" /><Relationship Type="http://schemas.openxmlformats.org/officeDocument/2006/relationships/notesMaster" Target="/ppt/notesMasters/notesMaster1.xml" Id="Rb1c1116ed01e41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c3e74888fa4e02" /><Relationship Type="http://schemas.openxmlformats.org/officeDocument/2006/relationships/notesMaster" Target="/ppt/notesMasters/notesMaster1.xml" Id="R5413309b090b4c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be9db69c444819" /><Relationship Type="http://schemas.openxmlformats.org/officeDocument/2006/relationships/notesMaster" Target="/ppt/notesMasters/notesMaster1.xml" Id="Re47c73bccd0945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2a1a6d2b71458a" /><Relationship Type="http://schemas.openxmlformats.org/officeDocument/2006/relationships/notesMaster" Target="/ppt/notesMasters/notesMaster1.xml" Id="R545413ccb97747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952ba708544424" /><Relationship Type="http://schemas.openxmlformats.org/officeDocument/2006/relationships/notesMaster" Target="/ppt/notesMasters/notesMaster1.xml" Id="R2d202a3e2b3c431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3033a45eb746da" /><Relationship Type="http://schemas.openxmlformats.org/officeDocument/2006/relationships/notesMaster" Target="/ppt/notesMasters/notesMaster1.xml" Id="Rd3b16ac8becd482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9b1d7df86bc42a6" /><Relationship Type="http://schemas.openxmlformats.org/officeDocument/2006/relationships/notesMaster" Target="/ppt/notesMasters/notesMaster1.xml" Id="Re9f812888452499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bd2b3cabe434725" /><Relationship Type="http://schemas.openxmlformats.org/officeDocument/2006/relationships/notesMaster" Target="/ppt/notesMasters/notesMaster1.xml" Id="R78ab4bdce7c444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88552216f474462" /><Relationship Type="http://schemas.openxmlformats.org/officeDocument/2006/relationships/notesMaster" Target="/ppt/notesMasters/notesMaster1.xml" Id="Rbacc2c6708b949d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52099aaf304ab3" /><Relationship Type="http://schemas.openxmlformats.org/officeDocument/2006/relationships/notesMaster" Target="/ppt/notesMasters/notesMaster1.xml" Id="R9f9192c362dd4eb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cb697217134c01" /><Relationship Type="http://schemas.openxmlformats.org/officeDocument/2006/relationships/notesMaster" Target="/ppt/notesMasters/notesMaster1.xml" Id="R312514a978734c7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02b0f1329a74f2b" /><Relationship Type="http://schemas.openxmlformats.org/officeDocument/2006/relationships/notesMaster" Target="/ppt/notesMasters/notesMaster1.xml" Id="R22503c7fc4d44f6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f9b67a41196463c" /><Relationship Type="http://schemas.openxmlformats.org/officeDocument/2006/relationships/notesMaster" Target="/ppt/notesMasters/notesMaster1.xml" Id="R0f62fef4b4a646b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bd686184fc3472f" /><Relationship Type="http://schemas.openxmlformats.org/officeDocument/2006/relationships/notesMaster" Target="/ppt/notesMasters/notesMaster1.xml" Id="R0dc48fdd7c3a427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240df0b9772477f" /><Relationship Type="http://schemas.openxmlformats.org/officeDocument/2006/relationships/notesMaster" Target="/ppt/notesMasters/notesMaster1.xml" Id="Rd358363d29bf491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a9755cd56cb4de0" /><Relationship Type="http://schemas.openxmlformats.org/officeDocument/2006/relationships/notesMaster" Target="/ppt/notesMasters/notesMaster1.xml" Id="R99fe555226f54c7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313e82b5c48463f" /><Relationship Type="http://schemas.openxmlformats.org/officeDocument/2006/relationships/notesMaster" Target="/ppt/notesMasters/notesMaster1.xml" Id="R60902857b661484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57f059b8742486f" /><Relationship Type="http://schemas.openxmlformats.org/officeDocument/2006/relationships/notesMaster" Target="/ppt/notesMasters/notesMaster1.xml" Id="R90d9a319685d463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90bcecefdb1497c" /><Relationship Type="http://schemas.openxmlformats.org/officeDocument/2006/relationships/notesMaster" Target="/ppt/notesMasters/notesMaster1.xml" Id="R8545c4958369448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fadc49ce6b440fc" /><Relationship Type="http://schemas.openxmlformats.org/officeDocument/2006/relationships/notesMaster" Target="/ppt/notesMasters/notesMaster1.xml" Id="R2415c6c497384eb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9feb7ff907b47d8" /><Relationship Type="http://schemas.openxmlformats.org/officeDocument/2006/relationships/notesMaster" Target="/ppt/notesMasters/notesMaster1.xml" Id="R436e96466a474be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654a77473cc41bf" /><Relationship Type="http://schemas.openxmlformats.org/officeDocument/2006/relationships/notesMaster" Target="/ppt/notesMasters/notesMaster1.xml" Id="Rd73444b820b749b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ecc2b888e87432b" /><Relationship Type="http://schemas.openxmlformats.org/officeDocument/2006/relationships/notesMaster" Target="/ppt/notesMasters/notesMaster1.xml" Id="Rca0a3259dab9421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6caae1daf334f35" /><Relationship Type="http://schemas.openxmlformats.org/officeDocument/2006/relationships/notesMaster" Target="/ppt/notesMasters/notesMaster1.xml" Id="R8b21fa6f6185469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f638290f61048a8" /><Relationship Type="http://schemas.openxmlformats.org/officeDocument/2006/relationships/notesMaster" Target="/ppt/notesMasters/notesMaster1.xml" Id="R68f926540a9d4f3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22c80646b6c4647" /><Relationship Type="http://schemas.openxmlformats.org/officeDocument/2006/relationships/notesMaster" Target="/ppt/notesMasters/notesMaster1.xml" Id="R292b5c05e7fb4de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01eb0b5237042b2" /><Relationship Type="http://schemas.openxmlformats.org/officeDocument/2006/relationships/notesMaster" Target="/ppt/notesMasters/notesMaster1.xml" Id="R7b61810eb4af40c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f8f88518f854875" /><Relationship Type="http://schemas.openxmlformats.org/officeDocument/2006/relationships/notesMaster" Target="/ppt/notesMasters/notesMaster1.xml" Id="R8b9ccaa0148b451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5d7a5910b8944ed" /><Relationship Type="http://schemas.openxmlformats.org/officeDocument/2006/relationships/notesMaster" Target="/ppt/notesMasters/notesMaster1.xml" Id="Re48bfa511bd6490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7feafc7a8ab47d6" /><Relationship Type="http://schemas.openxmlformats.org/officeDocument/2006/relationships/notesMaster" Target="/ppt/notesMasters/notesMaster1.xml" Id="R50c0912f7052454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592a68a07f24727" /><Relationship Type="http://schemas.openxmlformats.org/officeDocument/2006/relationships/notesMaster" Target="/ppt/notesMasters/notesMaster1.xml" Id="R8f751781ebfd405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697e6c2bef1433c" /><Relationship Type="http://schemas.openxmlformats.org/officeDocument/2006/relationships/notesMaster" Target="/ppt/notesMasters/notesMaster1.xml" Id="Rb60e0004a136497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98f2ed5cdd14732" /><Relationship Type="http://schemas.openxmlformats.org/officeDocument/2006/relationships/notesMaster" Target="/ppt/notesMasters/notesMaster1.xml" Id="R3fb62f218648461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ba15b84427c41f0" /><Relationship Type="http://schemas.openxmlformats.org/officeDocument/2006/relationships/notesMaster" Target="/ppt/notesMasters/notesMaster1.xml" Id="R0a0f3c9acaf246c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71a001240974bed" /><Relationship Type="http://schemas.openxmlformats.org/officeDocument/2006/relationships/notesMaster" Target="/ppt/notesMasters/notesMaster1.xml" Id="R622941135ae0422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224e641ed4243e8" /><Relationship Type="http://schemas.openxmlformats.org/officeDocument/2006/relationships/notesMaster" Target="/ppt/notesMasters/notesMaster1.xml" Id="Rcf123468f8664ab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da3297b27a14e8b" /><Relationship Type="http://schemas.openxmlformats.org/officeDocument/2006/relationships/notesMaster" Target="/ppt/notesMasters/notesMaster1.xml" Id="R951099711fd541a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cd581464ac34882" /><Relationship Type="http://schemas.openxmlformats.org/officeDocument/2006/relationships/notesMaster" Target="/ppt/notesMasters/notesMaster1.xml" Id="R0b3948102ee84ba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d503d1b10754a79" /><Relationship Type="http://schemas.openxmlformats.org/officeDocument/2006/relationships/notesMaster" Target="/ppt/notesMasters/notesMaster1.xml" Id="R6c7176493ebc44b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83b7d2cb97a47bb" /><Relationship Type="http://schemas.openxmlformats.org/officeDocument/2006/relationships/notesMaster" Target="/ppt/notesMasters/notesMaster1.xml" Id="R995f777254f4474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ac79e0b18bb43fc" /><Relationship Type="http://schemas.openxmlformats.org/officeDocument/2006/relationships/notesMaster" Target="/ppt/notesMasters/notesMaster1.xml" Id="R1d1b4d06a19f445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68a8ca0b7e04315" /><Relationship Type="http://schemas.openxmlformats.org/officeDocument/2006/relationships/notesMaster" Target="/ppt/notesMasters/notesMaster1.xml" Id="R72b9fee71284424a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6ef00b4adec4e8c" /><Relationship Type="http://schemas.openxmlformats.org/officeDocument/2006/relationships/notesMaster" Target="/ppt/notesMasters/notesMaster1.xml" Id="Re1704245fd3341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用原有漫画导入。先让学生说看到的行动，不急于给人物定性。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最终在人物题和开放题独立书面表达。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图文阅读15分钟，可按班级情况分段读。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教参随段问题改编。教师示范。先答再翻页。提示：题目问的是“我”出门时担心什么。；第1段有处罚和同学反应两个线索。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依据：先找“很可能”和“同学们的眼光”，提取两个原因。这里不用猜测爸爸会怎样。</a:t>
            </a:r>
          </a:p>
          <a:p xmlns:a="http://schemas.openxmlformats.org/drawingml/2006/main">
            <a:r>
              <a:t>核对要点：迟到会被罚站（1）；同学会注视自己，感到难堪（1）</a:t>
            </a:r>
          </a:p>
          <a:p xmlns:a="http://schemas.openxmlformats.org/drawingml/2006/main">
            <a:r>
              <a:t>易错：只抄原句，没有回答题目。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教参随段问题改编。学生独立。先答再翻页。提示：除了下雨，还要找“我”预想的后果。；看“不但要被罚站，而且……”这一句。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依据：把“不但……而且……”两面的原因连起来。不能只答下大雨，也不能只给“懒惰”一个标签。</a:t>
            </a:r>
          </a:p>
          <a:p xmlns:a="http://schemas.openxmlformats.org/drawingml/2006/main">
            <a:r>
              <a:t>核对要点：怕迟到罚站（1）；雨天衣物鞋子不适、步行辛苦，想逃避（1）</a:t>
            </a:r>
          </a:p>
          <a:p xmlns:a="http://schemas.openxmlformats.org/drawingml/2006/main">
            <a:r>
              <a:t>易错：只抄原句，没有回答题目。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教参随段问题改编。师生共构。先答再翻页。提示：先找动作，再读“我”说的话。；“今天晚了”是她提出请求的理由。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依据：“哀求”是苦苦请求。“吧”让请求的语气较缓和。言语与动作都要结合当时目的来读。</a:t>
            </a:r>
          </a:p>
          <a:p xmlns:a="http://schemas.openxmlformats.org/drawingml/2006/main">
            <a:r>
              <a:t>核对要点：答到题目所问的意思；依据与判断相符</a:t>
            </a:r>
          </a:p>
          <a:p xmlns:a="http://schemas.openxmlformats.org/drawingml/2006/main">
            <a:r>
              <a:t>易错：只抄原句，没有回答题目。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先解释概念，再回原句判断。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教参随段问题改编。师生共构。先答再翻页。提示：找爸爸说过的完整句子。；第6、8段一再催促，最后缩成一个字。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依据：先读语言，再判断语气。“起！”要联系前面“快起！快起！”及“晚了也得去！”来解释。</a:t>
            </a:r>
          </a:p>
          <a:p xmlns:a="http://schemas.openxmlformats.org/drawingml/2006/main">
            <a:r>
              <a:t>核对要点：“硬着头皮”：害怕仍勉强去做（1）；命令短促坚决，不容商量（1）</a:t>
            </a:r>
          </a:p>
          <a:p xmlns:a="http://schemas.openxmlformats.org/drawingml/2006/main">
            <a:r>
              <a:t>易错：只抄原句，没有回答题目。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先解释概念，再回原句判断。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教参随段问题改编。师生共构。先答再翻页。提示：找连续出现的动作。；比较“拿起”与“抄起”，再联系“爸爸气极了”。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依据：先找做了什么，再解释这些动作在当时表现什么。不能只答“生动形象”。</a:t>
            </a:r>
          </a:p>
          <a:p xmlns:a="http://schemas.openxmlformats.org/drawingml/2006/main">
            <a:r>
              <a:t>核对要点：答到题目所问的意思；依据与判断相符</a:t>
            </a:r>
          </a:p>
          <a:p xmlns:a="http://schemas.openxmlformats.org/drawingml/2006/main">
            <a:r>
              <a:t>易错：只抄原句，没有回答题目。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先解释概念，再回原句判断。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教参随段问题改编。学生独立。先答再翻页。提示：“像”把谁比作什么？；留意“挨打”“冒着大雨”，不要只写比喻名称。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依据：先认清本体是“我”，再解释“狼狈”的状态。关于坐车的原因，要分清明说的事实与根据上下文作出的推断。</a:t>
            </a:r>
          </a:p>
          <a:p xmlns:a="http://schemas.openxmlformats.org/drawingml/2006/main">
            <a:r>
              <a:t>核对要点：答到题目所问的意思；依据与判断相符</a:t>
            </a:r>
          </a:p>
          <a:p xmlns:a="http://schemas.openxmlformats.org/drawingml/2006/main">
            <a:r>
              <a:t>易错：只抄原句，没有回答题目。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教参随段问题改编。学生独立。先答再翻页。提示：回看“怕……”和“这是因为……”。；第13段写同学，第14段直接说明免罚原因。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依据：前一个问题问擦泪的目的，后一个问题问免罚的原因，两者不能混为一谈。</a:t>
            </a:r>
          </a:p>
          <a:p xmlns:a="http://schemas.openxmlformats.org/drawingml/2006/main">
            <a:r>
              <a:t>核对要点：答到题目所问的意思；依据与判断相符</a:t>
            </a:r>
          </a:p>
          <a:p xmlns:a="http://schemas.openxmlformats.org/drawingml/2006/main">
            <a:r>
              <a:t>易错：只抄原句，没有回答题目。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先完成后段自读，再进入全文综合。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教参随段问题改编。学生独立。先答再翻页。提示：老师问的哪两件事与今天早晨有关？；联系“听爸妈的话”“有礼貌地道别”和早晨的冲突。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依据：这是一道心理推断题：老师问的话是依据，早晨的经历是联系，羞愧、难过是有依据的推断。原文写“泪水不至于流出来”，不要写成已经泪流满面。</a:t>
            </a:r>
          </a:p>
          <a:p xmlns:a="http://schemas.openxmlformats.org/drawingml/2006/main">
            <a:r>
              <a:t>核对要点：老师的话勾起早晨不听劝的经历（1）；因此羞愧、难过（1）</a:t>
            </a:r>
          </a:p>
          <a:p xmlns:a="http://schemas.openxmlformats.org/drawingml/2006/main">
            <a:r>
              <a:t>易错：只抄原句，没有回答题目。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先解释概念，再回原句判断。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教参随段问题改编。师生共构。先答再翻页。提示：先判断这是实际发生的身体变化吗。；联系“爸爸为什么追到学校来？”和早晨挨打的经历。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依据：“心提到嗓子眼”把紧张的感觉夸大，不是心脏真的移位。她此时还不知道爸爸来送衣服。</a:t>
            </a:r>
          </a:p>
          <a:p xmlns:a="http://schemas.openxmlformats.org/drawingml/2006/main">
            <a:r>
              <a:t>核对要点：夸张（1）；突出见到父亲时极度紧张、害怕（1）</a:t>
            </a:r>
          </a:p>
          <a:p xmlns:a="http://schemas.openxmlformats.org/drawingml/2006/main">
            <a:r>
              <a:t>易错：只抄原句，没有回答题目。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先解释概念，再回原句判断。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教参随段问题改编。学生独立。先答再翻页。提示：从“打开”后面找一连串动作。；先找衣物，再看最后还给了什么。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依据：“没有说什么”不等于没有关心。不能只取“拿出”半句，要把递衣、看穿和给钱读完整。铜板的具体用途在本文没有明说。</a:t>
            </a:r>
          </a:p>
          <a:p xmlns:a="http://schemas.openxmlformats.org/drawingml/2006/main">
            <a:r>
              <a:t>核对要点：动作描写（1）；送衣、看她穿上、给铜板等关心行为（1）；解释关心实际需要（1）</a:t>
            </a:r>
          </a:p>
          <a:p xmlns:a="http://schemas.openxmlformats.org/drawingml/2006/main">
            <a:r>
              <a:t>易错：只抄原句，没有回答题目。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先解释概念，再回原句判断。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教参随段问题改编。学生独立。先答再翻页。提示：比较第1段与第19段的行为。；开头担心迟到，结尾已经早到校门前。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依据：结尾明说的是行为改变。联系全文说明原因时，既看严厉要求，也看送衣送钱的关心，不要简单归结为“只要打就有效”。</a:t>
            </a:r>
          </a:p>
          <a:p xmlns:a="http://schemas.openxmlformats.org/drawingml/2006/main">
            <a:r>
              <a:t>核对要点：答到题目所问的意思；依据与判断相符</a:t>
            </a:r>
          </a:p>
          <a:p xmlns:a="http://schemas.openxmlformats.org/drawingml/2006/main">
            <a:r>
              <a:t>易错：只抄原句，没有回答题目。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教师补充：整合课本“爸爸的爱”图示。学生独立。先答再翻页。提示：分别想想家里和学校两处行为。；选出最能支持你所写特点的原句，再补一句解释。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依据：特点要由学生自己概括，用行为证明，再解释行为与特点的关系。可接受“严中有爱”等有依据的等义表达。理解父爱，不等于所有管教方式都值得照搬。</a:t>
            </a:r>
          </a:p>
          <a:p xmlns:a="http://schemas.openxmlformats.org/drawingml/2006/main">
            <a:r>
              <a:t>核对要点：严格及关爱两方面特点（各1）；两方面各有恰当行为与解释（各1）</a:t>
            </a:r>
          </a:p>
          <a:p xmlns:a="http://schemas.openxmlformats.org/drawingml/2006/main">
            <a:r>
              <a:t>易错：只写“爸爸很好”太笼统；只列动作没有特点；只抓挨打而忽略送衣。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学生自己写特点。不得先展示形容词选项代替概括。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先解释概念，再回原句判断。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课本“阅读放大镜”第三题。师生共构。先答再翻页。提示：比较爸爸出场的两个部分与妈妈催起、上学过程。；把“写得多”与“为什么值得多写”分开回答。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依据：详写不是因为事情比较热闹，略写也不是没有用。重点看哪些内容更能突出爸爸的严格和关心。课本表格把第14段列在前后两个范围里：课堂按过渡段理解，不强迫它只能属于一栏。</a:t>
            </a:r>
          </a:p>
          <a:p xmlns:a="http://schemas.openxmlformats.org/drawingml/2006/main">
            <a:r>
              <a:t>核对要点：两处详写内容及对应作用（各1）；略写内容与交代作用（1）；回扣爸爸严中有爱（1）</a:t>
            </a:r>
          </a:p>
          <a:p xmlns:a="http://schemas.openxmlformats.org/drawingml/2006/main">
            <a:r>
              <a:t>易错：只抄原句，没有回答题目。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依据：详写不是因为事情比较热闹，略写也不是没有用。重点看哪些内容更能突出爸爸的严格和关心。课本表格把第14段列在前后两个范围里：课堂按过渡段理解，不强迫它只能属于一栏。</a:t>
            </a:r>
          </a:p>
          <a:p xmlns:a="http://schemas.openxmlformats.org/drawingml/2006/main">
            <a:r>
              <a:t>核对要点：两处详写内容及对应作用（各1）；略写内容与交代作用（1）；回扣爸爸严中有爱（1）</a:t>
            </a:r>
          </a:p>
          <a:p xmlns:a="http://schemas.openxmlformats.org/drawingml/2006/main">
            <a:r>
              <a:t>易错：只抄原句，没有回答题目。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先解释概念，再回原句判断。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先解释概念，再回原句判断。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课本“阅读放大镜”第一题。师生共构。先答再翻页。提示：先判断是在述说、提问、感叹还是叫别人做事。；“快起！”是命令，“是爸爸……”表达突然发现时的强烈感情。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依据：先学课本的四个例句，再练习。祈使句也能用感叹号，所以不能只看“！”就判作感叹语气。</a:t>
            </a:r>
          </a:p>
          <a:p xmlns:a="http://schemas.openxmlformats.org/drawingml/2006/main">
            <a:r>
              <a:t>核对要点：答到题目所问的意思；依据与判断相符</a:t>
            </a:r>
          </a:p>
          <a:p xmlns:a="http://schemas.openxmlformats.org/drawingml/2006/main">
            <a:r>
              <a:t>易错：只改标点却没有形成所需语气；把命令句都当成感叹句。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先口头回答，教师抽查。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接受保留原意、语气正确的等义表达。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先口头回答，教师抽查。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接受保留原意、语气正确的等义表达。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先口头回答，教师抽查。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接受保留原意、语气正确的等义表达。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课本“阅读放大镜”第四题。学生独立。先答再翻页。提示：先分清父母的用意与采取的方法。；选一个具体例子，解释它怎样支持你的看法。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依据：这是评价题，立场可以不同。评分看理由、例子及解释是否相连，不按赞同或反对给分。不要把“文中后来改掉坏习惯”直接推成“所有孩子都必须挨打”。</a:t>
            </a:r>
          </a:p>
          <a:p xmlns:a="http://schemas.openxmlformats.org/drawingml/2006/main">
            <a:r>
              <a:t>核对要点：立场清楚（1）；理由成立（1）；例子具体相关（1）；解释例子怎样支持立场（1）</a:t>
            </a:r>
          </a:p>
          <a:p xmlns:a="http://schemas.openxmlformats.org/drawingml/2006/main">
            <a:r>
              <a:t>易错：“因为父母爱孩子，所以打孩子就是对的”缺少对方法的判断；只讲故事不回扣。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依据：这是评价题，立场可以不同。评分看理由、例子及解释是否相连，不按赞同或反对给分。不要把“文中后来改掉坏习惯”直接推成“所有孩子都必须挨打”。</a:t>
            </a:r>
          </a:p>
          <a:p xmlns:a="http://schemas.openxmlformats.org/drawingml/2006/main">
            <a:r>
              <a:t>核对要点：立场清楚（1）；理由成立（1）；例子具体相关（1）；解释例子怎样支持立场（1）</a:t>
            </a:r>
          </a:p>
          <a:p xmlns:a="http://schemas.openxmlformats.org/drawingml/2006/main">
            <a:r>
              <a:t>易错：“因为父母爱孩子，所以打孩子就是对的”缺少对方法的判断；只讲故事不回扣。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不增加新短文或课后一周小测。</a:t>
            </a:r>
          </a:p>
          <a:p xmlns:a="http://schemas.openxmlformats.org/drawingml/2006/main">
            <a:r>
              <a:t>材料来源：用户于2026年10月26日提供的《迟到》课文、教师参考与原漫画。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f942cdd1164f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49c5f24014f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21921050949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00ee094de542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8b7dc66b74f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351eef65e748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C031DF-4463-4DBB-B3DF-EC93DA9632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2EF5FF-8604-48C2-A22B-216313D318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FD6C350-5B95-4C57-882D-D8D41D2255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DA573D-F6A1-4928-B7A9-E6E2502F11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5ED054-293F-4AF6-AEFB-8AB33A1BFB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1B7066-15BD-4F38-B1C6-7012C02271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18FD72-6F14-4A0B-98DF-04774B9FB2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B7F443-C627-43F0-97B8-9604A0F5B7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A35143-9A24-401A-ADD2-5495781C2D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793BDC-1480-4960-996B-2894030CBB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6f58987a884258" /><Relationship Type="http://schemas.openxmlformats.org/officeDocument/2006/relationships/slideLayout" Target="/ppt/slideLayouts/slideLayout1.xml" Id="Rc5fe3749f2624664" /><Relationship Type="http://schemas.openxmlformats.org/officeDocument/2006/relationships/slideLayout" Target="/ppt/slideLayouts/slideLayout2.xml" Id="Rb0372bb6a0764e16" /><Relationship Type="http://schemas.openxmlformats.org/officeDocument/2006/relationships/slideLayout" Target="/ppt/slideLayouts/slideLayout3.xml" Id="Rd38755d3d1514459" /><Relationship Type="http://schemas.openxmlformats.org/officeDocument/2006/relationships/slideLayout" Target="/ppt/slideLayouts/slideLayout4.xml" Id="R3a58ab8c97ec46b1" /><Relationship Type="http://schemas.openxmlformats.org/officeDocument/2006/relationships/slideLayout" Target="/ppt/slideLayouts/slideLayout5.xml" Id="R9ae61d1749484f78" /><Relationship Type="http://schemas.openxmlformats.org/officeDocument/2006/relationships/slideLayout" Target="/ppt/slideLayouts/slideLayout6.xml" Id="Rb1be60d50d4a44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fe3749f2624664"/>
    <p:sldLayoutId xmlns:r="http://schemas.openxmlformats.org/officeDocument/2006/relationships" id="2147483650" r:id="Rb0372bb6a0764e16"/>
    <p:sldLayoutId xmlns:r="http://schemas.openxmlformats.org/officeDocument/2006/relationships" id="2147483651" r:id="Rd38755d3d1514459"/>
    <p:sldLayoutId xmlns:r="http://schemas.openxmlformats.org/officeDocument/2006/relationships" id="2147483652" r:id="R3a58ab8c97ec46b1"/>
    <p:sldLayoutId xmlns:r="http://schemas.openxmlformats.org/officeDocument/2006/relationships" id="2147483653" r:id="R9ae61d1749484f78"/>
    <p:sldLayoutId xmlns:r="http://schemas.openxmlformats.org/officeDocument/2006/relationships" id="2147483654" r:id="Rb1be60d50d4a44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9a04cc05fc4a66" /><Relationship Type="http://schemas.openxmlformats.org/officeDocument/2006/relationships/image" Target="/ppt/media/image.bin" Id="R8fedba063701438e" /><Relationship Type="http://schemas.openxmlformats.org/officeDocument/2006/relationships/notesSlide" Target="/ppt/notesSlides/notesSlide1.xml" Id="R95a78ec308dd45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3eaa55b9fc4d14" /><Relationship Type="http://schemas.openxmlformats.org/officeDocument/2006/relationships/notesSlide" Target="/ppt/notesSlides/notesSlide2.xml" Id="R7145497383264b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ef4c1afeaa4a3b" /><Relationship Type="http://schemas.openxmlformats.org/officeDocument/2006/relationships/image" Target="/ppt/media/image2.bin" Id="R42e8df7bc0b64a2f" /><Relationship Type="http://schemas.openxmlformats.org/officeDocument/2006/relationships/notesSlide" Target="/ppt/notesSlides/notesSlide3.xml" Id="Raf8c5ebd4b174c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67238b24c44a9d" /><Relationship Type="http://schemas.openxmlformats.org/officeDocument/2006/relationships/notesSlide" Target="/ppt/notesSlides/notesSlide4.xml" Id="R1eed18c4a28c46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18a1739cd34b57" /><Relationship Type="http://schemas.openxmlformats.org/officeDocument/2006/relationships/notesSlide" Target="/ppt/notesSlides/notesSlide5.xml" Id="R00d03b202cf945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eb82a1e60846f1" /><Relationship Type="http://schemas.openxmlformats.org/officeDocument/2006/relationships/notesSlide" Target="/ppt/notesSlides/notesSlide6.xml" Id="Ra6370362280548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e571024a914953" /><Relationship Type="http://schemas.openxmlformats.org/officeDocument/2006/relationships/notesSlide" Target="/ppt/notesSlides/notesSlide7.xml" Id="R7e99f227216445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c455dee7454c07" /><Relationship Type="http://schemas.openxmlformats.org/officeDocument/2006/relationships/notesSlide" Target="/ppt/notesSlides/notesSlide8.xml" Id="R08adc821babf41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cc210659e44258" /><Relationship Type="http://schemas.openxmlformats.org/officeDocument/2006/relationships/notesSlide" Target="/ppt/notesSlides/notesSlide9.xml" Id="R248097af670345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7aced7789d4f47" /><Relationship Type="http://schemas.openxmlformats.org/officeDocument/2006/relationships/notesSlide" Target="/ppt/notesSlides/notesSlide10.xml" Id="R02bde223e6db46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8bbcfbd96e45be" /><Relationship Type="http://schemas.openxmlformats.org/officeDocument/2006/relationships/notesSlide" Target="/ppt/notesSlides/notesSlide11.xml" Id="R82af54cd70e544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f922fcc6c9467c" /><Relationship Type="http://schemas.openxmlformats.org/officeDocument/2006/relationships/notesSlide" Target="/ppt/notesSlides/notesSlide12.xml" Id="R8fc3e96a89da41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95c21bf2f24bbe" /><Relationship Type="http://schemas.openxmlformats.org/officeDocument/2006/relationships/notesSlide" Target="/ppt/notesSlides/notesSlide13.xml" Id="R1c7fe956cf344e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0cda04a8984f8e" /><Relationship Type="http://schemas.openxmlformats.org/officeDocument/2006/relationships/notesSlide" Target="/ppt/notesSlides/notesSlide14.xml" Id="Rae4da3ee2b0843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dbc7335ee3402b" /><Relationship Type="http://schemas.openxmlformats.org/officeDocument/2006/relationships/notesSlide" Target="/ppt/notesSlides/notesSlide15.xml" Id="R6bf587b1469644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a64fcc688e4b71" /><Relationship Type="http://schemas.openxmlformats.org/officeDocument/2006/relationships/notesSlide" Target="/ppt/notesSlides/notesSlide16.xml" Id="R52a800cd50af4c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126f4aa0604d83" /><Relationship Type="http://schemas.openxmlformats.org/officeDocument/2006/relationships/notesSlide" Target="/ppt/notesSlides/notesSlide17.xml" Id="R3a714e199eb643c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5fd586e4f34f16" /><Relationship Type="http://schemas.openxmlformats.org/officeDocument/2006/relationships/notesSlide" Target="/ppt/notesSlides/notesSlide18.xml" Id="R17cd4c7e1fb543f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0a74e98fb54eb8" /><Relationship Type="http://schemas.openxmlformats.org/officeDocument/2006/relationships/notesSlide" Target="/ppt/notesSlides/notesSlide19.xml" Id="Re6e2d811c3ad446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17f09d180648ec" /><Relationship Type="http://schemas.openxmlformats.org/officeDocument/2006/relationships/notesSlide" Target="/ppt/notesSlides/notesSlide20.xml" Id="R97c0507f9eb544e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39e21f0c4f4960" /><Relationship Type="http://schemas.openxmlformats.org/officeDocument/2006/relationships/image" Target="/ppt/media/image3.bin" Id="R16ab98224ad643f7" /><Relationship Type="http://schemas.openxmlformats.org/officeDocument/2006/relationships/notesSlide" Target="/ppt/notesSlides/notesSlide21.xml" Id="R4cffec962da04ac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1fb9af85524c2d" /><Relationship Type="http://schemas.openxmlformats.org/officeDocument/2006/relationships/notesSlide" Target="/ppt/notesSlides/notesSlide22.xml" Id="R59cb6b22ff974cb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f56c13a1fb4ffe" /><Relationship Type="http://schemas.openxmlformats.org/officeDocument/2006/relationships/notesSlide" Target="/ppt/notesSlides/notesSlide23.xml" Id="R9768d3e5a6194b2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c0e0ab13984df7" /><Relationship Type="http://schemas.openxmlformats.org/officeDocument/2006/relationships/notesSlide" Target="/ppt/notesSlides/notesSlide24.xml" Id="R88db72a5e91a415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68cbece7ef4ec2" /><Relationship Type="http://schemas.openxmlformats.org/officeDocument/2006/relationships/notesSlide" Target="/ppt/notesSlides/notesSlide25.xml" Id="R10761c88b8ab462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c349a99e24293" /><Relationship Type="http://schemas.openxmlformats.org/officeDocument/2006/relationships/notesSlide" Target="/ppt/notesSlides/notesSlide26.xml" Id="Rc8d3afbf7bb64b6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77ea40c47d4011" /><Relationship Type="http://schemas.openxmlformats.org/officeDocument/2006/relationships/notesSlide" Target="/ppt/notesSlides/notesSlide27.xml" Id="Re801087e5f6f4d3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a84c89c16f47e1" /><Relationship Type="http://schemas.openxmlformats.org/officeDocument/2006/relationships/notesSlide" Target="/ppt/notesSlides/notesSlide28.xml" Id="Rabd5b29437ab42b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fc6d839fcf4c38" /><Relationship Type="http://schemas.openxmlformats.org/officeDocument/2006/relationships/notesSlide" Target="/ppt/notesSlides/notesSlide29.xml" Id="R0e36fbdce6d243f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367717141646f8" /><Relationship Type="http://schemas.openxmlformats.org/officeDocument/2006/relationships/notesSlide" Target="/ppt/notesSlides/notesSlide30.xml" Id="R58edeea9a6cd4f6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2fd322ca2345ee" /><Relationship Type="http://schemas.openxmlformats.org/officeDocument/2006/relationships/notesSlide" Target="/ppt/notesSlides/notesSlide31.xml" Id="R3480c79665b64f1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4d3a2d061f4e02" /><Relationship Type="http://schemas.openxmlformats.org/officeDocument/2006/relationships/notesSlide" Target="/ppt/notesSlides/notesSlide32.xml" Id="R2ec72dcf2158478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f3ce1b6834db1" /><Relationship Type="http://schemas.openxmlformats.org/officeDocument/2006/relationships/notesSlide" Target="/ppt/notesSlides/notesSlide33.xml" Id="R82cfc7de872b466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0cbbd75c154a3e" /><Relationship Type="http://schemas.openxmlformats.org/officeDocument/2006/relationships/notesSlide" Target="/ppt/notesSlides/notesSlide34.xml" Id="Rc841f2db32d9430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8fb332a80048d2" /><Relationship Type="http://schemas.openxmlformats.org/officeDocument/2006/relationships/notesSlide" Target="/ppt/notesSlides/notesSlide35.xml" Id="R366f9f23e4bd400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3506fdd96485a" /><Relationship Type="http://schemas.openxmlformats.org/officeDocument/2006/relationships/notesSlide" Target="/ppt/notesSlides/notesSlide36.xml" Id="Re04480ea732441d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eaeae30fb442e2" /><Relationship Type="http://schemas.openxmlformats.org/officeDocument/2006/relationships/notesSlide" Target="/ppt/notesSlides/notesSlide37.xml" Id="R89e477686e6b421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d36e6aa7244c25" /><Relationship Type="http://schemas.openxmlformats.org/officeDocument/2006/relationships/notesSlide" Target="/ppt/notesSlides/notesSlide38.xml" Id="R6bb7799644944e4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7d144ba9754a8a" /><Relationship Type="http://schemas.openxmlformats.org/officeDocument/2006/relationships/notesSlide" Target="/ppt/notesSlides/notesSlide39.xml" Id="R31638ed51924419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fe73bb4ae941f8" /><Relationship Type="http://schemas.openxmlformats.org/officeDocument/2006/relationships/notesSlide" Target="/ppt/notesSlides/notesSlide40.xml" Id="Rc0cf6165c53b4ec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03773e8a9946c5" /><Relationship Type="http://schemas.openxmlformats.org/officeDocument/2006/relationships/notesSlide" Target="/ppt/notesSlides/notesSlide41.xml" Id="R83ac40275148450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df581f8405410a" /><Relationship Type="http://schemas.openxmlformats.org/officeDocument/2006/relationships/notesSlide" Target="/ppt/notesSlides/notesSlide42.xml" Id="R93912ecae798422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81231713134d24" /><Relationship Type="http://schemas.openxmlformats.org/officeDocument/2006/relationships/notesSlide" Target="/ppt/notesSlides/notesSlide43.xml" Id="R8a999338116f4e4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394c69f4e549ff" /><Relationship Type="http://schemas.openxmlformats.org/officeDocument/2006/relationships/notesSlide" Target="/ppt/notesSlides/notesSlide44.xml" Id="R4a26fb37009543b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c74e3d82fe4cd6" /><Relationship Type="http://schemas.openxmlformats.org/officeDocument/2006/relationships/notesSlide" Target="/ppt/notesSlides/notesSlide45.xml" Id="R6df7142130e74ca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07c61d65714197" /><Relationship Type="http://schemas.openxmlformats.org/officeDocument/2006/relationships/notesSlide" Target="/ppt/notesSlides/notesSlide46.xml" Id="Rf60e636d86634e5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54e2c60244148" /><Relationship Type="http://schemas.openxmlformats.org/officeDocument/2006/relationships/notesSlide" Target="/ppt/notesSlides/notesSlide47.xml" Id="Rdc7ebbc7c0db4db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1f884221634077" /><Relationship Type="http://schemas.openxmlformats.org/officeDocument/2006/relationships/notesSlide" Target="/ppt/notesSlides/notesSlide48.xml" Id="Rc225dad001f746f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068ede5f7e4f15" /><Relationship Type="http://schemas.openxmlformats.org/officeDocument/2006/relationships/notesSlide" Target="/ppt/notesSlides/notesSlide49.xml" Id="Ra698ab253521455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944ecfa18047f8" /><Relationship Type="http://schemas.openxmlformats.org/officeDocument/2006/relationships/notesSlide" Target="/ppt/notesSlides/notesSlide50.xml" Id="Rfbc8f69b819a4e6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ff6b60a853472f" /><Relationship Type="http://schemas.openxmlformats.org/officeDocument/2006/relationships/notesSlide" Target="/ppt/notesSlides/notesSlide51.xml" Id="R5bf8555620ad4e0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75bc33dd704291" /><Relationship Type="http://schemas.openxmlformats.org/officeDocument/2006/relationships/notesSlide" Target="/ppt/notesSlides/notesSlide52.xml" Id="R1ccdf70b8ec449f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7b350d292a490d" /><Relationship Type="http://schemas.openxmlformats.org/officeDocument/2006/relationships/notesSlide" Target="/ppt/notesSlides/notesSlide53.xml" Id="R4ead4aa5300848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67BA8D6-BCCF-4CB3-92DF-9D0EFDB2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迟到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779C83-DB71-476F-8103-A3DB0B3A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1436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中一高级华文 · 单元四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核心课文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爸爸为什么既严厉，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又关心“我”？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E6058-CA89-4AC6-8DA5-F517D8AA31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dba063701438e"/>
          <a:stretch xmlns:a="http://schemas.openxmlformats.org/drawingml/2006/main"/>
        </p:blipFill>
        <p:spPr>
          <a:xfrm xmlns:a="http://schemas.openxmlformats.org/drawingml/2006/main">
            <a:off x="7239000" y="2353235"/>
            <a:ext cx="4286250" cy="2723029"/>
          </a:xfrm>
          <a:prstGeom xmlns:a="http://schemas.openxmlformats.org/drawingml/2006/main" prst="rect">
            <a:avLst/>
          </a:prstGeom>
        </p:spPr>
      </p:pic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7A14A0A-816F-4E3D-B798-66F30FF9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83553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2973A0-F415-46F4-AC80-F64B0EEC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今天的阅读目标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C33265-C5F5-4020-B91C-BF5F75F4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按顺序说清发生了什么。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用言行解释人物与心理。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说明详略怎样突出父爱。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4213BF4-C293-4216-B975-039E587F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367948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F336D5E-397F-44F9-BC65-351FD346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第一课 · 第1—14段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C6648C-F9C0-40C5-86D9-FB88D497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1436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读懂一段，再回答问题。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图画帮助理解。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答案回到原文找。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C2042-DA09-4D2B-A6EE-58D354E1A3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8df7bc0b64a2f"/>
          <a:stretch xmlns:a="http://schemas.openxmlformats.org/drawingml/2006/main"/>
        </p:blipFill>
        <p:spPr>
          <a:xfrm xmlns:a="http://schemas.openxmlformats.org/drawingml/2006/main">
            <a:off x="7239000" y="2122114"/>
            <a:ext cx="4286250" cy="3185272"/>
          </a:xfrm>
          <a:prstGeom xmlns:a="http://schemas.openxmlformats.org/drawingml/2006/main" prst="rect">
            <a:avLst/>
          </a:prstGeom>
        </p:spPr>
      </p:pic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A0FD228-3CBB-452E-BA99-64EC9AD1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50559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325C66-67D5-4C1D-8174-A50B3B1D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1.1 · 迟到的恐惧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558EB1-BDB6-4541-9A60-66364B98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为什么“我”每天都要带着恐惧的心情上学？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06F9E3F-052C-4A64-A686-F3DF449E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333035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4C19D2-EF3D-474B-B378-38572C91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迟到的恐惧 · 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0A3A523-A902-4877-8541-B20E2AF9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“我”有赖床的毛病，怕迟到后被罚站，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还怕同学一个个望过来，觉得难堪。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E24F86A-0A4C-41B6-920E-201575CF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450464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1F0C4A-A28B-4137-B06C-E7AF1B08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1.2 · 雨天不肯起床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A44D1A-F641-4F9D-A5DB-3A21BE4E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为什么“我”赖在床上不起床？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23D0D27-A473-4197-BFEB-C22D2BB0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472351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4853A3-6562-43A5-B9DF-D74644D5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雨天不肯起床 · 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59EB3C-641C-4E0A-A8D3-D69AC356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“我”怕迟到被罚站，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又觉得雨天穿肥大的夹袄、不合脚的雨鞋，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撑伞步行上学很不舒服，于是想逃避上学。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AB3F41E-4A1C-4CE5-8C8A-9B08DBB5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78804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2284E2-C676-4782-8CC1-93B6EAC2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2 · 向妈妈哀求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0C17928-7A09-4257-97FB-DBE797A3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妈妈叫“我”起床，“我”的反应是什么？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从“哀求”和“吧”可以看出，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“我”希望妈妈做什么？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5F57FEF-C2C3-4DE7-BDBD-2314D332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84274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3B1F01-443F-4047-ADE8-E2268515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向妈妈哀求 · 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E61D7A-4253-4BE3-9BB0-A5C60DDC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“我”皱紧眉头，低声哀求，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希望妈妈同意自己今天不上学。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9193A25-336F-4BD9-8188-C10B3B3B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441106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C8AEBE-28F1-470C-B4B5-EB6B4C1E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一个字的命令 · 方法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645DB1-EE40-4D22-B496-2D3BDAA7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语言描写：人物说出口的话。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短句和语气可以表现态度。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FBD9183-786E-4644-9432-36BB6054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521680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9B92F0-C392-45B3-80DF-95A02A39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3.1 · 一个字的命令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DE1F64-C366-4B03-B9F9-817B4F6C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“硬着头皮”在文中是什么意思？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为什么说“一个字的命令最可怕”？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爸爸的哪些话能说明？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10F3E77-F5DF-4C8D-9DCC-E53CB870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630335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91F73FB-A168-4C32-858C-12E43B66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一个字的命令 · 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F6D74D-39C3-4614-AD64-B93F7FAF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“硬着头皮”指虽然害怕，仍勉强说话。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爸爸反复催促，最后只说“起！”，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语气短促、坚决，不容商量，因此让“我”害怕。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682BC1D-9F7F-408D-A50B-42E2BAE8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867899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7909EF7-9F28-42E8-A240-DC12D0B9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爸爸气极了 · 方法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7CBBE5-1022-49EB-AF82-803DD94A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动作描写：写人物怎样做。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动作要联系当时情境来理解。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F687A27-3568-4D69-ACC8-F6D297B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069329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081AEA-C3F7-4A04-B041-37B1D08A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3.2 · 爸爸气极了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8E8192-74B7-4B2F-B9C1-50A154CC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第10段运用了哪一种人物描写？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哪些字写出爸爸气极了？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6965B0C-3EF8-4E39-BD91-F9497ED1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40893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8E577C-F46C-4F94-91C4-821FF068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爸爸气极了 · 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9AC2D9-23E2-4F2F-94A3-72C7E2B7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这是动作描写。“拖”“抄”“抡”等动词，写出爸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爸因“我”坚持不起床而非常生气，采取强硬行动。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44B7DBD-7512-4D8D-B425-0F26C526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175194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CF80F6-BD2E-4B5B-B4FD-E780A85F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狼狈的小狗 · 方法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CB9E90-0AAF-4C9E-8BBE-E754B42E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比喻（simile）：借相似的事物说明样子或感受。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这里写“我”像小狗。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6A79ED9-4FDE-4D7D-BA25-9A586999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122288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ABF242-2D78-4FC8-8F16-04777E2D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4.1 · 狼狈的小狗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BE4D187-A660-405A-8B6F-C080BC3D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“我像一只狼狈的小狗”用了什么修辞手法？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有什么作用？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爸爸让“我”第一次花钱坐车上学，可能是什么原因？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79550CDC-DC4A-4744-AB33-E92E9C8B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857617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F2F44C-D3C9-4C98-9D2D-F3B1A9BE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狼狈的小狗 · 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80C95E-3D5F-4FB0-A0C6-7D313AAD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把“我”比作狼狈的小狗，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生动地写出挨打后冒雨上学时可怜、难堪的样子。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联系大雨和爸爸后来的关心，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可推想他也不愿“我”淋雨受冻；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这是推断，课文没有写出他的想法。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50638D4-0A81-49CF-9212-97C8FCC8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496053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C73151-F946-4764-97E1-BE7F034B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4.2 · 担忧与事实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07AEE8-9947-48AA-9737-DF73E733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“我”为什么擦去眼角的泪痕？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“我”虽然迟到了，为什么没有被罚站？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9CC04D7-4003-479F-9986-AFEDE554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75920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C5B340-56C6-48BE-8084-249B3F2E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担忧与事实 · 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D21A52-9BD9-44F7-9C0B-302D6BE8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“我”怕同学看到泪痕后嘲笑自己。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没有被罚站，是因为下雨天迟到可以原谅。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67BDE0E-1978-4F40-A7A1-3FF3A282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39943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DE10B0-D2D1-4B6E-8FEE-7CBB0FDD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第二课 · 第15—19段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E18F015-E611-474B-A032-00E9B185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1436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听了老师的话，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“我”想到了什么？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爸爸来到学校，又做了什么？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FA251-249C-46A4-806F-5BCD488E56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b98224ad643f7"/>
          <a:stretch xmlns:a="http://schemas.openxmlformats.org/drawingml/2006/main"/>
        </p:blipFill>
        <p:spPr>
          <a:xfrm xmlns:a="http://schemas.openxmlformats.org/drawingml/2006/main">
            <a:off x="7239000" y="1777533"/>
            <a:ext cx="4286250" cy="3874434"/>
          </a:xfrm>
          <a:prstGeom xmlns:a="http://schemas.openxmlformats.org/drawingml/2006/main" prst="rect">
            <a:avLst/>
          </a:prstGeom>
        </p:spPr>
      </p:pic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824FAF0-8108-4DD3-ACF2-9B7E2E1A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20064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BAB2AC-0279-4BC0-A9B0-75F28B9C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5.1 · 鼻子一酸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93E27B-A910-411D-8481-10218AD3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听了老师的话，为什么“我”会鼻子一酸？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CDADEB3-3DFB-4206-88BD-529BC2B9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2270555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D3EE336-19F8-49D0-ABC8-61FD3F52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鼻子一酸 · 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A4DEF5-0AF0-463A-B0E0-35CCA9B8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老师问是否听父母的话、早晨有没有礼貌地道别，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让“我”想起早上赖床、不听劝的经历，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感到羞愧、难过，所以鼻子一酸。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FC2CB47-4AA2-420C-ABA2-4875A5D7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752932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C17123-FD94-4B17-AAF4-EFF2B6F0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心提到嗓子眼 · 方法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60C478-4B06-4EBD-B289-7194D2A8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夸张（hyperbole）：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有意把程度说得很大或很小，突出强烈的感受。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98935DD-D371-40ED-A6EC-011C5C2D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90712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A0B643-2D5C-46EF-8E5F-507C37A8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5.2 · 心提到嗓子眼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A1A6E76-F85F-46B2-BD91-2FFAA36F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“我刚平静下来的心一下子又提到了嗓子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眼！”这句话用了什么修辞手法？有什么作用？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C2291F6-BA98-4297-9E54-8865ABAE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279737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081B8F-A6ED-46A3-854A-40222080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心提到嗓子眼 · 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6A2F6F-E8C1-48B8-A353-F51D6B39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运用了夸张，突出“我”突然看见爸爸站在教室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窗外时十分紧张、害怕，担心他又来责罚自己。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CEAAF58-C281-465A-9020-4F44485A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8620507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89E309-F07D-4400-B553-D86986DF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无声的关心 · 方法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1B2B87-A406-4ED9-AE71-0C1A8DB0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动作与心意：先找行为，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再想这些行为回应了人物什么需要。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769C0705-4EA2-4191-AEBD-900F7E98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20396596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905D9EA-F1D9-4250-8B05-5AE53B71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6.1 · 无声的关心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D0C542-61AB-417C-943F-7B97E851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第18段运用了哪一种人物描写？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表现了爸爸怎样的心意？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找出爸爸关心“我”的动作，加入完整原句。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AF9C1ED-8F99-44F9-B8AA-52937B1E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5242595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2533D9-FD9F-4A52-8C46-C47D5DC8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无声的关心 · 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243B94-8DE9-467A-82E9-D77076B8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通过动作描写表现关心：爸爸带来花夹袄，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递给“我”，看着“我”穿上，又给“我”两个铜板。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这些具体行动说明他在严格要求之外，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也照顾女儿的实际需要。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C2F0628-BA72-4F38-853D-41F2603A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14746323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FD1250-1878-43A2-9E85-8C8C5C48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结尾的改变 · 方法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2E6EEA-3707-48EB-BB46-53F42F1D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首尾照应（opening and ending echo）：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开头与结尾互相联系，突出人物前后的变化。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32F891C-A257-4CEE-B954-F9E760F8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74667662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380B55-6C7A-4B54-910C-25F84566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6.2 · 结尾的改变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359423-279D-4A04-8011-01A5583D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为什么从那以后，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“我”每天都是等待校工开校门的学生之一？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4FFCEC2-2E3F-4D54-9438-F3E7F36F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465923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88F616-2FC3-4CA9-8F62-DEC5AE2E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结尾的改变 · 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6E87F4-E3C0-44D9-8513-9B8CF2DA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经历这件事后，“我”改掉了赖床的毛病，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早早到校。结合爸爸的严格要求和后来的关心，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可以理解“我”受到教育，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感受到父亲的爱而发生改变。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BFDD090-C206-409F-A066-699D4B4E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83253145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77752A-5E33-417D-B7C8-A5E7DB04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7 · 爸爸是怎样的人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E94D7EC-A447-44D0-9B9D-E2893B63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爸爸是一个怎样的人？请结合课文内容说明。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B09F563-2199-4138-9C59-3BD573A4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49210114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C49CFF-F4B5-4D17-AB7B-2C20A65F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爸爸是怎样的人 · 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A8936C-6669-4077-A808-2C1A4259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爸爸对女儿要求严格，同时关心、疼爱她。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他坚持迟到也必须上学，说明重视她养成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守时和负责的习惯；他又亲自送来夹袄，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看她穿上，并给铜板，说明关心她的实际需要。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2C00870-B381-4858-AE5B-95FFCC17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39887385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262C9F-FC53-4F5F-A684-8974F7A5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人物题的完整回答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AC10AD-ADE7-4CFA-BF0D-3495F26A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特点＋行为依据＋解释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他做了什么？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为什么这个行为能说明这个特点？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5FE1352-A9AF-4BC9-A1AD-6EB19FED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38031557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9C6BC2-FEEF-4E87-AB30-311B9E35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详略与主题 · 方法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8EE596-BE2E-40A9-9B71-C2DA5313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详写与略写：详写把重要言行写具体，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略写简要交代。两者共同服务主题。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6EC4172-0B96-4769-8A4E-07B3546C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31078583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11B479-CA14-442F-8409-4E672003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8 · 详略与主题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3AEBD5-E955-49B4-94AD-8415E706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理清文章的详略和主题的关系。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E82479F-CDA0-4280-8FB7-4D8A9065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67584097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49B330-37B5-4D0B-9A62-CEC60E2E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详略与主题 · 核对（1）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C650226-255C-4F35-AB2E-479CB1DE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第5—11段详写爸爸催起、命令、责打，突出严格；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第15—18段详写静默、见到爸爸和送衣送钱，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突出内心变化与关心。第3—4段妈妈催起、第12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—14段冒雨上学略写，用简洁叙述交代事情发展。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E57DE35-09D8-420B-B2D4-FB1C73B7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1801418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DC71CA-6E3C-4764-BCA0-8CEDF73B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详略与主题 · 核对（2）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713E7A6-4148-4283-9769-2793813C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详略围绕“爸爸严中有爱”安排。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E0BFD15-AE8E-43CE-9161-D073F970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49480639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31E61C2-2567-4097-A429-A3EDDFC0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句子的语气 · 方法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B687DB-767C-447A-AC53-50E81C67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陈述：述说一件事情，一般用句号。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疑问：提出问题，一般用问号。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5BFA6C5-C8B5-4710-B7E2-954CB7ED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5576645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A817FE-A655-4CE2-882A-52835A07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句子的语气 · 方法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2133EB-4BBC-48B5-951F-B2DE2E9E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感叹：表达强烈感情，一般用感叹号。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祈使（imperative）：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表示请求、命令等，可用句号或感叹号。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9240F9C-F35B-40A0-AF11-6D9E5F8B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74622883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8A3EDA-0B44-4F10-9CE5-91B7F213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9 · 句子的语气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065077-92B4-43E7-B3C0-23B99B6B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了解句子的语气。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根据提示，改写句子。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（先说给同桌听，再由教师核对。）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787289D9-F6ED-47F7-9844-D5C9AE6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40535907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7A25FF-DD32-4E0F-A551-9A92CA51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句子的语气 · 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A63D770-7F65-42E5-B792-207EBC5E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陈述是述说事情；疑问是提出问题；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感叹表达强烈感情；祈使表示请求或命令。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改写时要保留原意，并按目的调整语气词和标点。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5CF185C-8382-499E-88D5-78282096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82334008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2D6549-C1C9-4522-9BC1-617EABCE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课本句式练习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2A8B46-01DD-4EC8-8E44-4A691140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小飞昨天和小琪吵架了。（改成感叹的语气）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20FF57B-A36E-441C-AF03-2479D0B6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9543930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19C425-9B7B-4142-8056-BECDB9C0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句式练习 · 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C8C622-CF1F-486A-A01A-6578DD46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小飞昨天和小琪吵架了！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可补合适的感叹语气词，保留人物、时间和事情。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51BD4DF-8ECF-4D69-B27D-752A38F3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79548035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476D73-54BE-4B46-A149-24CAB301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课本句式练习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2B0F6C-B2F0-41EC-B041-54E66ACE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赶快去把垃圾倒掉！（改成疑问的语气）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7625072-C934-4917-BBA7-64ACA2DF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41535086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8A24A2-5C20-4C54-99DF-8855BC2F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句式练习 · 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0B2B5B-FD01-4EFD-AD33-08E38FDF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你能赶快去把垃圾倒掉吗？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5600496-862E-4B45-AA0A-66CEDA74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90585960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4E45FE-129F-49A4-B7CA-11F08C78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课本句式练习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B0277C-94B5-4F5E-9AF9-5D702646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我明天可以重新带一个鸡蛋吗？（改成陈述的语气）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493AAD3-C31E-4317-8E26-43DBA0C3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8515451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DA8425-0384-4BCE-855E-1ACC28CD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句式练习 · 核对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D10198-1C12-4EF1-AE00-BE82E923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我明天可以重新带一个鸡蛋。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904A129-AD63-4655-A5E4-ACA9F5EC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99484058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6ADB14-9D11-4E93-BCFE-3CB938A4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10 · 怎样看待父母打孩子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0BEBF9-80EE-4E8F-B868-81C78C72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在父母管教孩子方面，华人有句俗话“打是疼，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骂是爱”。你是怎样看待父母打孩子的？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867C330-E629-40FC-89D1-C67C08FB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207191054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DE8120-2D2C-4373-88AE-94C737D9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怎样看待父母打孩子 · 核对（1）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0996EB-E2AB-47D8-8A7B-EFAB85B5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示例：我不赞同把打孩子当作表达爱的方式。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父母希望孩子改正错误，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但应让孩子理解原因并学会负责。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课文中爸爸送衣、看“我”穿上、给铜板的行动，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同样能让女儿感到关心。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038EB44-B756-4E3C-945D-45B121CB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97890942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A55BBB-56AD-4801-8D9C-FDE1E494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怎样看待父母打孩子 · 核对（2）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5AD356-E576-4F9D-9824-0458BFFD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因此，爱与严格可以同时存在，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也可以用沟通、明确要求和承担合理后果来教育孩子。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0678579-E2C8-43C9-B9A9-4E9A707F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38348010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AA1D70-290B-4607-A24C-A493399A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defRPr>
            </a:pPr>
            <a:r>
              <a:rPr sz="4050" b="1">
                <a:solidFill>
                  <a:srgbClr val="235D87"/>
                </a:solidFill>
                <a:latin typeface="LXGW WenKai TC"/>
                <a:ea typeface="LXGW WenKai TC"/>
                <a:cs typeface="LXGW WenKai TC"/>
              </a:rPr>
              <a:t>当堂检查与订正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74AD981-5BBF-48CA-9729-CB3084D4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人物题：特点、依据、解释齐了吗？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开放题：例子怎样支持理由？</a:t>
            </a:r>
          </a:p>
          <a:p xmlns:a="http://schemas.openxmlformats.org/drawingml/2006/main">
            <a:pPr>
              <a:def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1364B"/>
                </a:solidFill>
                <a:latin typeface="LXGW WenKai TC"/>
                <a:ea typeface="LXGW WenKai TC"/>
                <a:cs typeface="LXGW WenKai TC"/>
              </a:rPr>
              <a:t>订正后保存记录，整理自己的词语。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F37F30A-14E4-4C7B-8A47-6F94CA59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61778B"/>
                </a:solidFill>
                <a:latin typeface="LXGW WenKai TC"/>
                <a:ea typeface="LXGW WenKai TC"/>
                <a:cs typeface="LXGW WenKai TC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530810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2026-10-26T04:05:08.2150000Z</dcterms:created>
  <dcterms:modified xsi:type="dcterms:W3CDTF">2026-10-26T04:05:08.2150000Z</dcterms:modified>
</coreProperties>
</file>