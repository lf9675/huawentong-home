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3c3ada35a647d5" /><Relationship Type="http://schemas.openxmlformats.org/officeDocument/2006/relationships/extended-properties" Target="/docProps/app.xml" Id="R0fe31cb0a18e4733" /><Relationship Type="http://schemas.openxmlformats.org/officeDocument/2006/relationships/officeDocument" Target="/ppt/presentation.xml" Id="Rfb7715d94ae84f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b5aeb156994b91"/>
  </p:sldMasterIdLst>
  <p:notesMasterIdLst>
    <p:notesMasterId xmlns:r="http://schemas.openxmlformats.org/officeDocument/2006/relationships" r:id="R38da2878f0ba4e3d"/>
  </p:notesMasterIdLst>
  <p:sldIdLst>
    <p:sldId xmlns:r="http://schemas.openxmlformats.org/officeDocument/2006/relationships" id="256" r:id="R9ac4ec737a0b418b"/>
    <p:sldId xmlns:r="http://schemas.openxmlformats.org/officeDocument/2006/relationships" id="257" r:id="R331016a6bb174087"/>
    <p:sldId xmlns:r="http://schemas.openxmlformats.org/officeDocument/2006/relationships" id="258" r:id="Rcd8331ad2bc4438f"/>
    <p:sldId xmlns:r="http://schemas.openxmlformats.org/officeDocument/2006/relationships" id="259" r:id="Ra9986435399e45ab"/>
    <p:sldId xmlns:r="http://schemas.openxmlformats.org/officeDocument/2006/relationships" id="260" r:id="R857125c0ab364e19"/>
    <p:sldId xmlns:r="http://schemas.openxmlformats.org/officeDocument/2006/relationships" id="261" r:id="R419a350f2fe84a63"/>
    <p:sldId xmlns:r="http://schemas.openxmlformats.org/officeDocument/2006/relationships" id="262" r:id="R63c6fd1ebc704f60"/>
    <p:sldId xmlns:r="http://schemas.openxmlformats.org/officeDocument/2006/relationships" id="263" r:id="R5ecc9faebe314eba"/>
    <p:sldId xmlns:r="http://schemas.openxmlformats.org/officeDocument/2006/relationships" id="264" r:id="R807020c40637404f"/>
    <p:sldId xmlns:r="http://schemas.openxmlformats.org/officeDocument/2006/relationships" id="265" r:id="Re082bf3a40864f83"/>
    <p:sldId xmlns:r="http://schemas.openxmlformats.org/officeDocument/2006/relationships" id="266" r:id="R353839e80de04dc3"/>
    <p:sldId xmlns:r="http://schemas.openxmlformats.org/officeDocument/2006/relationships" id="267" r:id="R18bb424f7de044cb"/>
    <p:sldId xmlns:r="http://schemas.openxmlformats.org/officeDocument/2006/relationships" id="268" r:id="Re20648a996994d0a"/>
    <p:sldId xmlns:r="http://schemas.openxmlformats.org/officeDocument/2006/relationships" id="269" r:id="R4a8435dd8a9a47c0"/>
    <p:sldId xmlns:r="http://schemas.openxmlformats.org/officeDocument/2006/relationships" id="270" r:id="R49122e0c16f04c26"/>
    <p:sldId xmlns:r="http://schemas.openxmlformats.org/officeDocument/2006/relationships" id="271" r:id="R230deb64205b46fa"/>
    <p:sldId xmlns:r="http://schemas.openxmlformats.org/officeDocument/2006/relationships" id="272" r:id="Rdb71955eacab462d"/>
    <p:sldId xmlns:r="http://schemas.openxmlformats.org/officeDocument/2006/relationships" id="273" r:id="R45fbb15a0785442b"/>
    <p:sldId xmlns:r="http://schemas.openxmlformats.org/officeDocument/2006/relationships" id="274" r:id="Rebc380f76ce24f43"/>
    <p:sldId xmlns:r="http://schemas.openxmlformats.org/officeDocument/2006/relationships" id="275" r:id="R01e52a3db73d4f86"/>
    <p:sldId xmlns:r="http://schemas.openxmlformats.org/officeDocument/2006/relationships" id="276" r:id="R21cd06e1ac4e4895"/>
    <p:sldId xmlns:r="http://schemas.openxmlformats.org/officeDocument/2006/relationships" id="277" r:id="R65e0df6d261e44b4"/>
    <p:sldId xmlns:r="http://schemas.openxmlformats.org/officeDocument/2006/relationships" id="278" r:id="Rc5c350bb37944dbb"/>
    <p:sldId xmlns:r="http://schemas.openxmlformats.org/officeDocument/2006/relationships" id="279" r:id="R73774bd56d524657"/>
    <p:sldId xmlns:r="http://schemas.openxmlformats.org/officeDocument/2006/relationships" id="280" r:id="R267d226f15d04e50"/>
    <p:sldId xmlns:r="http://schemas.openxmlformats.org/officeDocument/2006/relationships" id="281" r:id="Rcd62a6f43d84417e"/>
    <p:sldId xmlns:r="http://schemas.openxmlformats.org/officeDocument/2006/relationships" id="282" r:id="R46c026ad84234c24"/>
    <p:sldId xmlns:r="http://schemas.openxmlformats.org/officeDocument/2006/relationships" id="283" r:id="Rf12844410ef84b4e"/>
    <p:sldId xmlns:r="http://schemas.openxmlformats.org/officeDocument/2006/relationships" id="284" r:id="Rf6ea3e82a7874f50"/>
    <p:sldId xmlns:r="http://schemas.openxmlformats.org/officeDocument/2006/relationships" id="285" r:id="Rd122d32ca209489e"/>
    <p:sldId xmlns:r="http://schemas.openxmlformats.org/officeDocument/2006/relationships" id="286" r:id="R121b00f0a13243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11a383a6bb42cc" /><Relationship Type="http://schemas.openxmlformats.org/officeDocument/2006/relationships/slideMaster" Target="/ppt/slideMasters/slideMaster1.xml" Id="R17b5aeb156994b91" /><Relationship Type="http://schemas.openxmlformats.org/officeDocument/2006/relationships/notesMaster" Target="/ppt/notesMasters/notesMaster1.xml" Id="R38da2878f0ba4e3d" /><Relationship Type="http://schemas.openxmlformats.org/officeDocument/2006/relationships/presProps" Target="/ppt/presProps.xml" Id="R1789956e99184977" /><Relationship Type="http://schemas.openxmlformats.org/officeDocument/2006/relationships/tableStyles" Target="/ppt/tableStyles.xml" Id="R9f22078589dd477c" /><Relationship Type="http://schemas.openxmlformats.org/officeDocument/2006/relationships/slide" Target="/ppt/slides/slide1.xml" Id="R9ac4ec737a0b418b" /><Relationship Type="http://schemas.openxmlformats.org/officeDocument/2006/relationships/slide" Target="/ppt/slides/slide2.xml" Id="R331016a6bb174087" /><Relationship Type="http://schemas.openxmlformats.org/officeDocument/2006/relationships/slide" Target="/ppt/slides/slide3.xml" Id="Rcd8331ad2bc4438f" /><Relationship Type="http://schemas.openxmlformats.org/officeDocument/2006/relationships/slide" Target="/ppt/slides/slide4.xml" Id="Ra9986435399e45ab" /><Relationship Type="http://schemas.openxmlformats.org/officeDocument/2006/relationships/slide" Target="/ppt/slides/slide5.xml" Id="R857125c0ab364e19" /><Relationship Type="http://schemas.openxmlformats.org/officeDocument/2006/relationships/slide" Target="/ppt/slides/slide6.xml" Id="R419a350f2fe84a63" /><Relationship Type="http://schemas.openxmlformats.org/officeDocument/2006/relationships/slide" Target="/ppt/slides/slide7.xml" Id="R63c6fd1ebc704f60" /><Relationship Type="http://schemas.openxmlformats.org/officeDocument/2006/relationships/slide" Target="/ppt/slides/slide8.xml" Id="R5ecc9faebe314eba" /><Relationship Type="http://schemas.openxmlformats.org/officeDocument/2006/relationships/slide" Target="/ppt/slides/slide9.xml" Id="R807020c40637404f" /><Relationship Type="http://schemas.openxmlformats.org/officeDocument/2006/relationships/slide" Target="/ppt/slides/slide10.xml" Id="Re082bf3a40864f83" /><Relationship Type="http://schemas.openxmlformats.org/officeDocument/2006/relationships/slide" Target="/ppt/slides/slide11.xml" Id="R353839e80de04dc3" /><Relationship Type="http://schemas.openxmlformats.org/officeDocument/2006/relationships/slide" Target="/ppt/slides/slide12.xml" Id="R18bb424f7de044cb" /><Relationship Type="http://schemas.openxmlformats.org/officeDocument/2006/relationships/slide" Target="/ppt/slides/slide13.xml" Id="Re20648a996994d0a" /><Relationship Type="http://schemas.openxmlformats.org/officeDocument/2006/relationships/slide" Target="/ppt/slides/slide14.xml" Id="R4a8435dd8a9a47c0" /><Relationship Type="http://schemas.openxmlformats.org/officeDocument/2006/relationships/slide" Target="/ppt/slides/slide15.xml" Id="R49122e0c16f04c26" /><Relationship Type="http://schemas.openxmlformats.org/officeDocument/2006/relationships/slide" Target="/ppt/slides/slide16.xml" Id="R230deb64205b46fa" /><Relationship Type="http://schemas.openxmlformats.org/officeDocument/2006/relationships/slide" Target="/ppt/slides/slide17.xml" Id="Rdb71955eacab462d" /><Relationship Type="http://schemas.openxmlformats.org/officeDocument/2006/relationships/slide" Target="/ppt/slides/slide18.xml" Id="R45fbb15a0785442b" /><Relationship Type="http://schemas.openxmlformats.org/officeDocument/2006/relationships/slide" Target="/ppt/slides/slide19.xml" Id="Rebc380f76ce24f43" /><Relationship Type="http://schemas.openxmlformats.org/officeDocument/2006/relationships/slide" Target="/ppt/slides/slide20.xml" Id="R01e52a3db73d4f86" /><Relationship Type="http://schemas.openxmlformats.org/officeDocument/2006/relationships/slide" Target="/ppt/slides/slide21.xml" Id="R21cd06e1ac4e4895" /><Relationship Type="http://schemas.openxmlformats.org/officeDocument/2006/relationships/slide" Target="/ppt/slides/slide22.xml" Id="R65e0df6d261e44b4" /><Relationship Type="http://schemas.openxmlformats.org/officeDocument/2006/relationships/slide" Target="/ppt/slides/slide23.xml" Id="Rc5c350bb37944dbb" /><Relationship Type="http://schemas.openxmlformats.org/officeDocument/2006/relationships/slide" Target="/ppt/slides/slide24.xml" Id="R73774bd56d524657" /><Relationship Type="http://schemas.openxmlformats.org/officeDocument/2006/relationships/slide" Target="/ppt/slides/slide25.xml" Id="R267d226f15d04e50" /><Relationship Type="http://schemas.openxmlformats.org/officeDocument/2006/relationships/slide" Target="/ppt/slides/slide26.xml" Id="Rcd62a6f43d84417e" /><Relationship Type="http://schemas.openxmlformats.org/officeDocument/2006/relationships/slide" Target="/ppt/slides/slide27.xml" Id="R46c026ad84234c24" /><Relationship Type="http://schemas.openxmlformats.org/officeDocument/2006/relationships/slide" Target="/ppt/slides/slide28.xml" Id="Rf12844410ef84b4e" /><Relationship Type="http://schemas.openxmlformats.org/officeDocument/2006/relationships/slide" Target="/ppt/slides/slide29.xml" Id="Rf6ea3e82a7874f50" /><Relationship Type="http://schemas.openxmlformats.org/officeDocument/2006/relationships/slide" Target="/ppt/slides/slide30.xml" Id="Rd122d32ca209489e" /><Relationship Type="http://schemas.openxmlformats.org/officeDocument/2006/relationships/slide" Target="/ppt/slides/slide31.xml" Id="R121b00f0a13243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ad691614ba4d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37ca6e9bf244c5" /><Relationship Type="http://schemas.openxmlformats.org/officeDocument/2006/relationships/notesMaster" Target="/ppt/notesMasters/notesMaster1.xml" Id="R34d852aaad454d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0cd784782d4099" /><Relationship Type="http://schemas.openxmlformats.org/officeDocument/2006/relationships/notesMaster" Target="/ppt/notesMasters/notesMaster1.xml" Id="Rb94a81b019d74d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3ce384a341402e" /><Relationship Type="http://schemas.openxmlformats.org/officeDocument/2006/relationships/notesMaster" Target="/ppt/notesMasters/notesMaster1.xml" Id="Rcae84d025abf47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6c5c68b2f742d8" /><Relationship Type="http://schemas.openxmlformats.org/officeDocument/2006/relationships/notesMaster" Target="/ppt/notesMasters/notesMaster1.xml" Id="Rbfd2fd7865234f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e56cfe941b41ad" /><Relationship Type="http://schemas.openxmlformats.org/officeDocument/2006/relationships/notesMaster" Target="/ppt/notesMasters/notesMaster1.xml" Id="R23dbd04131c742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3884505f5b473e" /><Relationship Type="http://schemas.openxmlformats.org/officeDocument/2006/relationships/notesMaster" Target="/ppt/notesMasters/notesMaster1.xml" Id="Re8e9a265ba1c49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559edc54e64dbc" /><Relationship Type="http://schemas.openxmlformats.org/officeDocument/2006/relationships/notesMaster" Target="/ppt/notesMasters/notesMaster1.xml" Id="R5906b9b8a45647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2ce3144f0848b3" /><Relationship Type="http://schemas.openxmlformats.org/officeDocument/2006/relationships/notesMaster" Target="/ppt/notesMasters/notesMaster1.xml" Id="R5cf464cfd33244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33d2d78b8a4da1" /><Relationship Type="http://schemas.openxmlformats.org/officeDocument/2006/relationships/notesMaster" Target="/ppt/notesMasters/notesMaster1.xml" Id="R201f956ba0814f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92db3d95f349aa" /><Relationship Type="http://schemas.openxmlformats.org/officeDocument/2006/relationships/notesMaster" Target="/ppt/notesMasters/notesMaster1.xml" Id="R45451a3317f045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d2b36cc8cb4593" /><Relationship Type="http://schemas.openxmlformats.org/officeDocument/2006/relationships/notesMaster" Target="/ppt/notesMasters/notesMaster1.xml" Id="R8755a35733b544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a6d25fd1b74200" /><Relationship Type="http://schemas.openxmlformats.org/officeDocument/2006/relationships/notesMaster" Target="/ppt/notesMasters/notesMaster1.xml" Id="R00a121f373b84b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984def59774a27" /><Relationship Type="http://schemas.openxmlformats.org/officeDocument/2006/relationships/notesMaster" Target="/ppt/notesMasters/notesMaster1.xml" Id="R0845a8466b0646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a9955f801945be" /><Relationship Type="http://schemas.openxmlformats.org/officeDocument/2006/relationships/notesMaster" Target="/ppt/notesMasters/notesMaster1.xml" Id="Re86309e430c245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cf19edfb9d46f0" /><Relationship Type="http://schemas.openxmlformats.org/officeDocument/2006/relationships/notesMaster" Target="/ppt/notesMasters/notesMaster1.xml" Id="Ra45af9603caf42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9ea1de91fc4fb9" /><Relationship Type="http://schemas.openxmlformats.org/officeDocument/2006/relationships/notesMaster" Target="/ppt/notesMasters/notesMaster1.xml" Id="R207d64b406704d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8fd947e3204902" /><Relationship Type="http://schemas.openxmlformats.org/officeDocument/2006/relationships/notesMaster" Target="/ppt/notesMasters/notesMaster1.xml" Id="R9192fb98b6f748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5b27ed8f1a498e" /><Relationship Type="http://schemas.openxmlformats.org/officeDocument/2006/relationships/notesMaster" Target="/ppt/notesMasters/notesMaster1.xml" Id="Ref14a0667dcd47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400f7182d842d3" /><Relationship Type="http://schemas.openxmlformats.org/officeDocument/2006/relationships/notesMaster" Target="/ppt/notesMasters/notesMaster1.xml" Id="R7173ca4f0e9d4e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5ad2497af154ce6" /><Relationship Type="http://schemas.openxmlformats.org/officeDocument/2006/relationships/notesMaster" Target="/ppt/notesMasters/notesMaster1.xml" Id="R3023e14bd36244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ec09b1480bd43e4" /><Relationship Type="http://schemas.openxmlformats.org/officeDocument/2006/relationships/notesMaster" Target="/ppt/notesMasters/notesMaster1.xml" Id="R21169728b6fe44d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530202a3b774b6c" /><Relationship Type="http://schemas.openxmlformats.org/officeDocument/2006/relationships/notesMaster" Target="/ppt/notesMasters/notesMaster1.xml" Id="Re4bda5b78ba9455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befb1774e774972" /><Relationship Type="http://schemas.openxmlformats.org/officeDocument/2006/relationships/notesMaster" Target="/ppt/notesMasters/notesMaster1.xml" Id="R49e1f3bf7e8449b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a68c0b91a2f4125" /><Relationship Type="http://schemas.openxmlformats.org/officeDocument/2006/relationships/notesMaster" Target="/ppt/notesMasters/notesMaster1.xml" Id="R91a56452e3cf47b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7433e2413f64b8f" /><Relationship Type="http://schemas.openxmlformats.org/officeDocument/2006/relationships/notesMaster" Target="/ppt/notesMasters/notesMaster1.xml" Id="R8937f00a687942f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6804c59e9b84496" /><Relationship Type="http://schemas.openxmlformats.org/officeDocument/2006/relationships/notesMaster" Target="/ppt/notesMasters/notesMaster1.xml" Id="R5be5b9b2c77d4b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91344b9439e47c7" /><Relationship Type="http://schemas.openxmlformats.org/officeDocument/2006/relationships/notesMaster" Target="/ppt/notesMasters/notesMaster1.xml" Id="Rebedaa81c1244c0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4ef8f02697a4117" /><Relationship Type="http://schemas.openxmlformats.org/officeDocument/2006/relationships/notesMaster" Target="/ppt/notesMasters/notesMaster1.xml" Id="Rfd2f6c82b1144c8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0bf9c73ce3a43a1" /><Relationship Type="http://schemas.openxmlformats.org/officeDocument/2006/relationships/notesMaster" Target="/ppt/notesMasters/notesMaster1.xml" Id="Rbe255f1e7eec48d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786ed597e3d4d31" /><Relationship Type="http://schemas.openxmlformats.org/officeDocument/2006/relationships/notesMaster" Target="/ppt/notesMasters/notesMaster1.xml" Id="R2d9135c3d64a4e7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f6913b0b1c24fce" /><Relationship Type="http://schemas.openxmlformats.org/officeDocument/2006/relationships/notesMaster" Target="/ppt/notesMasters/notesMaster1.xml" Id="Rd74b02ce2f7542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教师示范。教参随段问题改编。先答再揭示。提示：注意“你一定见过他”。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接受符合原文的等义表达。“你一定见过他”把人物与读者生活联系起来。不能据此认定人物是真实名人。 常见误区：只给结论，没有结合原文。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学生独立。教参随段问题改编。先答再揭示。提示：找“有……但……”的转折。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接受符合原文的等义表达。区分生理能力与做事态度：课文不是说他没有眼睛耳朵或脑子小。 常见误区：只给结论，没有结合原文。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学生独立。教参随段问题改编。先答再揭示。提示：找妈妈骂他后的动作和话。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接受符合原文的等义表达。Direct Info：买错、摇头、反问。Inference：不重视实际差别。 常见误区：只给结论，没有结合原文。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师生共构。教参随段问题改编。先答再揭示。提示：先找写错什么，再比较两人的反应。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接受符合原文的等义表达。字形只差一撇，数值却差一百倍。本文以态度的对比突出人物的不认真。 常见误区：只给结论，没有结合原文。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学生独立。教参随段问题改编。先答再揭示。提示：留意“重要”“迟了两分钟”“公司”。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接受符合原文的等义表达。“重要的事”与“慢条斯理”形成反差。摇头是在埋怨，并非承认错误。 常见误区：只给结论，没有结合原文。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学生独立。教参随段问题改编。先答再揭示。提示：找“知道”“但”“他想”。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接受符合原文的等义表达。请错人是家人的失误；明知不合适仍接受，才是他自己的判断。不能只归因于姓氏相近。 常见误区：只给结论，没有结合原文。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学生独立。教参随段问题改编。先答再揭示。提示：看临终是否仍说“何必太认真”。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接受符合原文的等义表达。断断续续表现临死说话艰难。危害已经发生，他仍没有改变。 常见误区：只给结论，没有结合原文。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学生独立。教参随段问题改编。先答再揭示。提示：“很多人”与“亲爱的读者”是谁在说话？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接受符合原文的等义表达。先看结局，再辨别谁说“了不起”。别人评价不等于作者观点。作者用荒谬言行及严重后果进行讽刺。 常见误区：只给结论，没有结合原文。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学生独立。教参人物讨论＋课本“巩固练习”第二题。先答再揭示。提示：选择一件具体事情解释人物特点。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接受符合原文的等义表达。“急病”说明紧迫，但不能证明兽医与医生相同。人物题写特点、行为及解释。详略服务主题，不是所有事件平均写。 常见误区：只给结论，没有结合原文。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师生共构。课本“巩固练习”第一题。先答再揭示。提示：前半句写有利条件。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接受符合原文的等义表达。“好在”引出有利的条件，后半句说明因此能够怎样。只仿句式，不必赞同人物的错误判断。 常见误区：只给结论，没有结合原文。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学生独立。课本“巩固练习”第三题。先答再揭示。提示：各选一件可以近似、必须准确的事。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接受符合原文的等义表达。判断条件：是否涉及安全、规则、责任及明显后果。“可以差不多”也要说明限度，不能说所有小事都可敷衍。 常见误区：只给结论，没有结合原文。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8bd99fe604a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0f3aa222841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14ac5ada148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bc02af6d64d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67498f54254f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0cc64036f45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FF9F5C-2E27-4D98-A775-C54FEA9882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1B5855-E239-425F-A199-ED74E4E573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0CC08F3-0EA6-4780-874F-5F56E36DBC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E8EE7F-9721-42C4-95C5-2C7166C172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0170A4-5A6A-4C58-8309-0819DE0EE0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1E1085-6965-446B-94DD-8FD76594EA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A4C34F-463B-4E92-AD74-B08B420462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4F86B0-DBB9-4AB7-BB7C-A251B25235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C4D4BF-5018-4959-A6C0-BE41647B2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B11DF3-18E3-462C-8744-39E18BEF1F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ddd6f33e754f96" /><Relationship Type="http://schemas.openxmlformats.org/officeDocument/2006/relationships/slideLayout" Target="/ppt/slideLayouts/slideLayout1.xml" Id="R6cd7db2f3ec349e8" /><Relationship Type="http://schemas.openxmlformats.org/officeDocument/2006/relationships/slideLayout" Target="/ppt/slideLayouts/slideLayout2.xml" Id="Rb8ad5dd1b48b4e1b" /><Relationship Type="http://schemas.openxmlformats.org/officeDocument/2006/relationships/slideLayout" Target="/ppt/slideLayouts/slideLayout3.xml" Id="R7473a91dfae74ca6" /><Relationship Type="http://schemas.openxmlformats.org/officeDocument/2006/relationships/slideLayout" Target="/ppt/slideLayouts/slideLayout4.xml" Id="R7d9a93d6b03a494d" /><Relationship Type="http://schemas.openxmlformats.org/officeDocument/2006/relationships/slideLayout" Target="/ppt/slideLayouts/slideLayout5.xml" Id="R2f36a179f68c4e98" /><Relationship Type="http://schemas.openxmlformats.org/officeDocument/2006/relationships/slideLayout" Target="/ppt/slideLayouts/slideLayout6.xml" Id="Re4a72150f49341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d7db2f3ec349e8"/>
    <p:sldLayoutId xmlns:r="http://schemas.openxmlformats.org/officeDocument/2006/relationships" id="2147483650" r:id="Rb8ad5dd1b48b4e1b"/>
    <p:sldLayoutId xmlns:r="http://schemas.openxmlformats.org/officeDocument/2006/relationships" id="2147483651" r:id="R7473a91dfae74ca6"/>
    <p:sldLayoutId xmlns:r="http://schemas.openxmlformats.org/officeDocument/2006/relationships" id="2147483652" r:id="R7d9a93d6b03a494d"/>
    <p:sldLayoutId xmlns:r="http://schemas.openxmlformats.org/officeDocument/2006/relationships" id="2147483653" r:id="R2f36a179f68c4e98"/>
    <p:sldLayoutId xmlns:r="http://schemas.openxmlformats.org/officeDocument/2006/relationships" id="2147483654" r:id="Re4a72150f49341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db4c93bc134d4d" /><Relationship Type="http://schemas.openxmlformats.org/officeDocument/2006/relationships/notesSlide" Target="/ppt/notesSlides/notesSlide1.xml" Id="R05b50debee8041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dc75fe6e04607" /><Relationship Type="http://schemas.openxmlformats.org/officeDocument/2006/relationships/notesSlide" Target="/ppt/notesSlides/notesSlide2.xml" Id="Rc8be652231b34a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1a57d328a46db" /><Relationship Type="http://schemas.openxmlformats.org/officeDocument/2006/relationships/notesSlide" Target="/ppt/notesSlides/notesSlide3.xml" Id="R77aa4efbe89d46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afd7196bd84174" /><Relationship Type="http://schemas.openxmlformats.org/officeDocument/2006/relationships/notesSlide" Target="/ppt/notesSlides/notesSlide4.xml" Id="R187fb065351846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f5fa56f714c1a" /><Relationship Type="http://schemas.openxmlformats.org/officeDocument/2006/relationships/notesSlide" Target="/ppt/notesSlides/notesSlide5.xml" Id="Rd4b15f882f1b45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1de9109588432b" /><Relationship Type="http://schemas.openxmlformats.org/officeDocument/2006/relationships/notesSlide" Target="/ppt/notesSlides/notesSlide6.xml" Id="R903a434f763b4f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50ea9160464c08" /><Relationship Type="http://schemas.openxmlformats.org/officeDocument/2006/relationships/notesSlide" Target="/ppt/notesSlides/notesSlide7.xml" Id="R5bc9fd4ff62045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ce0d3c816c4e1a" /><Relationship Type="http://schemas.openxmlformats.org/officeDocument/2006/relationships/notesSlide" Target="/ppt/notesSlides/notesSlide8.xml" Id="R15201dd7199042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a83e7897c46d9" /><Relationship Type="http://schemas.openxmlformats.org/officeDocument/2006/relationships/notesSlide" Target="/ppt/notesSlides/notesSlide9.xml" Id="R9c9f08190ee847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8d57b78ef94a16" /><Relationship Type="http://schemas.openxmlformats.org/officeDocument/2006/relationships/notesSlide" Target="/ppt/notesSlides/notesSlide10.xml" Id="R425311559b0e42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431ed8217d46e7" /><Relationship Type="http://schemas.openxmlformats.org/officeDocument/2006/relationships/notesSlide" Target="/ppt/notesSlides/notesSlide11.xml" Id="Rdf1da880acbd41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f3a2c31f944a9" /><Relationship Type="http://schemas.openxmlformats.org/officeDocument/2006/relationships/notesSlide" Target="/ppt/notesSlides/notesSlide12.xml" Id="R5c53723239ed44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aaafcc60f45b7" /><Relationship Type="http://schemas.openxmlformats.org/officeDocument/2006/relationships/notesSlide" Target="/ppt/notesSlides/notesSlide13.xml" Id="R2eef035dc9bd4c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8984123fb349df" /><Relationship Type="http://schemas.openxmlformats.org/officeDocument/2006/relationships/notesSlide" Target="/ppt/notesSlides/notesSlide14.xml" Id="Re52a152edb0241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20f475bc348d5" /><Relationship Type="http://schemas.openxmlformats.org/officeDocument/2006/relationships/notesSlide" Target="/ppt/notesSlides/notesSlide15.xml" Id="R33c8e3bd483147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9408217d94deb" /><Relationship Type="http://schemas.openxmlformats.org/officeDocument/2006/relationships/notesSlide" Target="/ppt/notesSlides/notesSlide16.xml" Id="R879d10b4273b403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0a2e6426134e7e" /><Relationship Type="http://schemas.openxmlformats.org/officeDocument/2006/relationships/notesSlide" Target="/ppt/notesSlides/notesSlide17.xml" Id="R4448b8a2751342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4df9f85724b03" /><Relationship Type="http://schemas.openxmlformats.org/officeDocument/2006/relationships/notesSlide" Target="/ppt/notesSlides/notesSlide18.xml" Id="R3caa392857394d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daaefc3fee4c8a" /><Relationship Type="http://schemas.openxmlformats.org/officeDocument/2006/relationships/notesSlide" Target="/ppt/notesSlides/notesSlide19.xml" Id="R624a146fe82148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5f58b1cdf24d00" /><Relationship Type="http://schemas.openxmlformats.org/officeDocument/2006/relationships/notesSlide" Target="/ppt/notesSlides/notesSlide20.xml" Id="R27eff594042d42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6c7307ca434e93" /><Relationship Type="http://schemas.openxmlformats.org/officeDocument/2006/relationships/notesSlide" Target="/ppt/notesSlides/notesSlide21.xml" Id="Rf93bbaecb48b43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c4b815a314ca5" /><Relationship Type="http://schemas.openxmlformats.org/officeDocument/2006/relationships/notesSlide" Target="/ppt/notesSlides/notesSlide22.xml" Id="Rf69790c3c8484c7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15330184ba4eb2" /><Relationship Type="http://schemas.openxmlformats.org/officeDocument/2006/relationships/notesSlide" Target="/ppt/notesSlides/notesSlide23.xml" Id="R678c6f21427f465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bd7f6096404510" /><Relationship Type="http://schemas.openxmlformats.org/officeDocument/2006/relationships/notesSlide" Target="/ppt/notesSlides/notesSlide24.xml" Id="Rda00b488da6d4c3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4e339d2e54d68" /><Relationship Type="http://schemas.openxmlformats.org/officeDocument/2006/relationships/notesSlide" Target="/ppt/notesSlides/notesSlide25.xml" Id="R0a8e4b3f922c4a2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237388f77d42c0" /><Relationship Type="http://schemas.openxmlformats.org/officeDocument/2006/relationships/notesSlide" Target="/ppt/notesSlides/notesSlide26.xml" Id="R52b8513b90f14b8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ecbdd60c3a4230" /><Relationship Type="http://schemas.openxmlformats.org/officeDocument/2006/relationships/notesSlide" Target="/ppt/notesSlides/notesSlide27.xml" Id="R7b762802b83f418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11928ffca479f" /><Relationship Type="http://schemas.openxmlformats.org/officeDocument/2006/relationships/notesSlide" Target="/ppt/notesSlides/notesSlide28.xml" Id="R58c39cfb3b0c44b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628bf3bd74dcf" /><Relationship Type="http://schemas.openxmlformats.org/officeDocument/2006/relationships/notesSlide" Target="/ppt/notesSlides/notesSlide29.xml" Id="Rbf1ca2960dd345e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f97fd1d6d44df" /><Relationship Type="http://schemas.openxmlformats.org/officeDocument/2006/relationships/notesSlide" Target="/ppt/notesSlides/notesSlide30.xml" Id="R52d0101984a8466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faef2befe44363" /><Relationship Type="http://schemas.openxmlformats.org/officeDocument/2006/relationships/notesSlide" Target="/ppt/notesSlides/notesSlide31.xml" Id="R073b278480bb4d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EF5FC-009D-4B60-9BE5-3A64E366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差不多先生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2199C-8729-40E4-B2DD-83BE9DB0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中一高级华文 · 单元四 · 巩固课文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两课时：言行与后果、讽刺与主题</a:t>
            </a:r>
          </a:p>
        </p:txBody>
      </p:sp>
    </p:spTree>
    <p:extLst>
      <p:ext uri="{BB962C8B-B14F-4D97-AF65-F5344CB8AC3E}">
        <p14:creationId xmlns:p14="http://schemas.microsoft.com/office/powerpoint/2010/main" val="668303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76116-FBB1-4B44-B121-99111574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只差一点，后果差多少？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80B1F-9598-47E9-8D99-B20A7F7F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十与千，只差一撇。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8:30与8:32，只差两分钟。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先说一说：哪些差别不能忽略？</a:t>
            </a:r>
          </a:p>
        </p:txBody>
      </p:sp>
    </p:spTree>
    <p:extLst>
      <p:ext uri="{BB962C8B-B14F-4D97-AF65-F5344CB8AC3E}">
        <p14:creationId xmlns:p14="http://schemas.microsoft.com/office/powerpoint/2010/main" val="9228764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97F82-B277-4F79-A0BA-D9B2BCB2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第一课 · 第1—5段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D9507-3DD2-45CD-A806-BBFFEAD5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先读完整段落，再想问题。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看他说什么、做什么、造成什么后果。</a:t>
            </a:r>
          </a:p>
        </p:txBody>
      </p:sp>
    </p:spTree>
    <p:extLst>
      <p:ext uri="{BB962C8B-B14F-4D97-AF65-F5344CB8AC3E}">
        <p14:creationId xmlns:p14="http://schemas.microsoft.com/office/powerpoint/2010/main" val="1136416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57A13-753B-44DB-A79F-73C13053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1 · 人人皆晓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7EAD1-A24B-48A2-8CE3-00D72FEB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“人人皆晓，处处闻名”说明了什么？作者真的在介绍一个有名的人吗？</a:t>
            </a:r>
          </a:p>
        </p:txBody>
      </p:sp>
    </p:spTree>
    <p:extLst>
      <p:ext uri="{BB962C8B-B14F-4D97-AF65-F5344CB8AC3E}">
        <p14:creationId xmlns:p14="http://schemas.microsoft.com/office/powerpoint/2010/main" val="86144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BE8BF-E116-48EC-A359-6C3D853D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人人皆晓 · 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4E338-EA70-44FE-9172-32F2BBE3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“人人皆晓”是人人都知道。作者借虚构的差不多先生，写生活中常见的一类人。</a:t>
            </a:r>
          </a:p>
        </p:txBody>
      </p:sp>
    </p:spTree>
    <p:extLst>
      <p:ext uri="{BB962C8B-B14F-4D97-AF65-F5344CB8AC3E}">
        <p14:creationId xmlns:p14="http://schemas.microsoft.com/office/powerpoint/2010/main" val="1031985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D6FE9-71E3-4D70-B17C-DE22158F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2 · 相貌与态度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CD570-AEAC-4E59-A2F3-D674A7E5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差不多先生的相貌有什么特点？“差不多”是他的好习惯吗？</a:t>
            </a:r>
          </a:p>
        </p:txBody>
      </p:sp>
    </p:spTree>
    <p:extLst>
      <p:ext uri="{BB962C8B-B14F-4D97-AF65-F5344CB8AC3E}">
        <p14:creationId xmlns:p14="http://schemas.microsoft.com/office/powerpoint/2010/main" val="19325510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0F8CE-42ED-425A-951D-9561D78F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相貌与态度 · 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C20AE-10A2-4B2E-85B5-BE54BD67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外貌与常人相近，但看、听、记都不用心。常说凡事差不多就好，反映敷衍、不认真的态度。</a:t>
            </a:r>
          </a:p>
        </p:txBody>
      </p:sp>
    </p:spTree>
    <p:extLst>
      <p:ext uri="{BB962C8B-B14F-4D97-AF65-F5344CB8AC3E}">
        <p14:creationId xmlns:p14="http://schemas.microsoft.com/office/powerpoint/2010/main" val="1722687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C33CC-8E5C-43E9-8420-9B00926F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3 · 买错糖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6C173-D52F-46DA-B514-6B975293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小时候妈妈叫差不多先生买红糖，他买了白糖回来。妈妈骂了他，他有什么反应？</a:t>
            </a:r>
          </a:p>
        </p:txBody>
      </p:sp>
    </p:spTree>
    <p:extLst>
      <p:ext uri="{BB962C8B-B14F-4D97-AF65-F5344CB8AC3E}">
        <p14:creationId xmlns:p14="http://schemas.microsoft.com/office/powerpoint/2010/main" val="2266243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CAB68-E3CA-4F5C-9F6C-3CF0E34E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买错糖 · 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972F5-72B1-477E-AFD2-7C888F2A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他摇着头，认为红糖和白糖差不多。错后没有认真反省。</a:t>
            </a:r>
          </a:p>
        </p:txBody>
      </p:sp>
    </p:spTree>
    <p:extLst>
      <p:ext uri="{BB962C8B-B14F-4D97-AF65-F5344CB8AC3E}">
        <p14:creationId xmlns:p14="http://schemas.microsoft.com/office/powerpoint/2010/main" val="648954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CAB1F-0B35-488D-984F-975C90F0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4 · 十与千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7F22C-D974-4BA7-90F8-F4AFC33F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差不多先生在当铺工作时做错了什么？“急得骂他”与“笑嘻嘻”反映了怎样的态度差别？</a:t>
            </a:r>
          </a:p>
        </p:txBody>
      </p:sp>
    </p:spTree>
    <p:extLst>
      <p:ext uri="{BB962C8B-B14F-4D97-AF65-F5344CB8AC3E}">
        <p14:creationId xmlns:p14="http://schemas.microsoft.com/office/powerpoint/2010/main" val="1460672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BED6F-3A0E-4B41-BBA4-421D036B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十与千 · 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B141C-B805-4981-AF0A-E1D505C6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他把“十”和“千”写错，害店里亏钱。掌柜重视损失，很着急；他却轻松地笑着辩解，仍不认真对待错误。</a:t>
            </a:r>
          </a:p>
        </p:txBody>
      </p:sp>
    </p:spTree>
    <p:extLst>
      <p:ext uri="{BB962C8B-B14F-4D97-AF65-F5344CB8AC3E}">
        <p14:creationId xmlns:p14="http://schemas.microsoft.com/office/powerpoint/2010/main" val="14708177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90467-9A9A-4875-B6C8-268FA634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5 · 两分钟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D2958-0962-44D7-8649-007E11A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差不多先生为什么误船？“慢条斯理”“摇摇头”反映他怎样的态度？</a:t>
            </a:r>
          </a:p>
        </p:txBody>
      </p:sp>
    </p:spTree>
    <p:extLst>
      <p:ext uri="{BB962C8B-B14F-4D97-AF65-F5344CB8AC3E}">
        <p14:creationId xmlns:p14="http://schemas.microsoft.com/office/powerpoint/2010/main" val="17713619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FDC8B-3F47-40FE-AEBE-1C5AE4F3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两分钟 · 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B9A6C-9BE3-4A48-BAE7-DA949EF7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他慢条斯理地走到码头，迟到两分钟。他没有反省不守时，反而怪公司太认真，把误事看得很轻。</a:t>
            </a:r>
          </a:p>
        </p:txBody>
      </p:sp>
    </p:spTree>
    <p:extLst>
      <p:ext uri="{BB962C8B-B14F-4D97-AF65-F5344CB8AC3E}">
        <p14:creationId xmlns:p14="http://schemas.microsoft.com/office/powerpoint/2010/main" val="11474695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A1CE3-91DD-44F7-A5CC-61A66E56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第二课 · 第6—8段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4D33D-F412-4C8E-81AD-31ECFF91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回顾前三件事，再读医病与结尾。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注意：谁在称赞？作者怎样想？</a:t>
            </a:r>
          </a:p>
        </p:txBody>
      </p:sp>
    </p:spTree>
    <p:extLst>
      <p:ext uri="{BB962C8B-B14F-4D97-AF65-F5344CB8AC3E}">
        <p14:creationId xmlns:p14="http://schemas.microsoft.com/office/powerpoint/2010/main" val="20158373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6DC18-891B-40DD-A393-43362AD3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6 · 找错医生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C5045-F838-458C-91FF-7FC05F6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家人找不着汪大夫，却把兽医王大夫请来了。差不多先生有没有发现请错人？为什么仍让他医治？结果怎样？</a:t>
            </a:r>
          </a:p>
        </p:txBody>
      </p:sp>
    </p:spTree>
    <p:extLst>
      <p:ext uri="{BB962C8B-B14F-4D97-AF65-F5344CB8AC3E}">
        <p14:creationId xmlns:p14="http://schemas.microsoft.com/office/powerpoint/2010/main" val="556450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4990B-4D8F-438D-8E55-D26BDCEB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找错医生 · 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1FEC3-9D80-4B1C-84F7-9243A6F3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他知道找错了人。但病急、痛苦、焦急，等不得，又认为王大夫同汪大夫差不多，便让兽医试医。兽医用医牛的方法治他，不到一小时他就死了。</a:t>
            </a:r>
          </a:p>
        </p:txBody>
      </p:sp>
    </p:spTree>
    <p:extLst>
      <p:ext uri="{BB962C8B-B14F-4D97-AF65-F5344CB8AC3E}">
        <p14:creationId xmlns:p14="http://schemas.microsoft.com/office/powerpoint/2010/main" val="14016036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1941A-1961-48D4-9EDC-AC9BD743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7 · 到死没有醒悟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05F47-DBDD-47FA-81BD-DA72B55F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差不多先生临死前说的话说明了什么？“一个小时”是否必须刚好六十分钟？</a:t>
            </a:r>
          </a:p>
        </p:txBody>
      </p:sp>
    </p:spTree>
    <p:extLst>
      <p:ext uri="{BB962C8B-B14F-4D97-AF65-F5344CB8AC3E}">
        <p14:creationId xmlns:p14="http://schemas.microsoft.com/office/powerpoint/2010/main" val="14445883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09659-9BDE-40B6-A4A6-77429FDC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到死没有醒悟 · 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AC4DB-FB0C-42E7-889F-B5134DA5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临死仍认为活人与死人差不多，说明至死不悟。“不到一个小时”指少于一小时，突出后果迅速，不能理解为恰好六十分钟。</a:t>
            </a:r>
          </a:p>
        </p:txBody>
      </p:sp>
    </p:spTree>
    <p:extLst>
      <p:ext uri="{BB962C8B-B14F-4D97-AF65-F5344CB8AC3E}">
        <p14:creationId xmlns:p14="http://schemas.microsoft.com/office/powerpoint/2010/main" val="21237823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1F01B-ED85-4664-BF38-05D818D1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8 · 称赞还是讽刺？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70661-D62D-4108-981A-54D7E270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差不多先生死后，人们怎样评价他？你认为作者是否赞同？请找出依据。</a:t>
            </a:r>
          </a:p>
        </p:txBody>
      </p:sp>
    </p:spTree>
    <p:extLst>
      <p:ext uri="{BB962C8B-B14F-4D97-AF65-F5344CB8AC3E}">
        <p14:creationId xmlns:p14="http://schemas.microsoft.com/office/powerpoint/2010/main" val="7310225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DA1FF-6BC1-4EA1-873C-3011DCB0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称赞还是讽刺？ · 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882D1-5CB4-4304-82F6-FAD357BB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人们称赞他看得开、想得通、不计较。作者并不赞同：前文写他因不认真而丧命，末句反问读者，促使我们否定这种态度。</a:t>
            </a:r>
          </a:p>
        </p:txBody>
      </p:sp>
    </p:spTree>
    <p:extLst>
      <p:ext uri="{BB962C8B-B14F-4D97-AF65-F5344CB8AC3E}">
        <p14:creationId xmlns:p14="http://schemas.microsoft.com/office/powerpoint/2010/main" val="11591383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B6153-5EDF-4276-81CA-2DD95FF0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9 · 人物、详略与主题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4BB3C-1DC1-4698-AF8E-43365B3A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差不多先生是一个怎样的人？请结合课文说明。再口头解释：为什么买糖略写，找错医生详写？</a:t>
            </a:r>
          </a:p>
        </p:txBody>
      </p:sp>
    </p:spTree>
    <p:extLst>
      <p:ext uri="{BB962C8B-B14F-4D97-AF65-F5344CB8AC3E}">
        <p14:creationId xmlns:p14="http://schemas.microsoft.com/office/powerpoint/2010/main" val="14769508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88DC8-A2A6-4935-9BEA-20B32187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人物、详略与主题 · 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BF237-DCEC-470E-9F38-7E203698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他做事敷衍、至死不悟。例如明知来的是兽医，仍认为与医生差不多，结果丧命。买糖略写，从生活小事点出习惯；医病详写，突出不认真造成无法挽回的后果，深化主题。</a:t>
            </a:r>
          </a:p>
        </p:txBody>
      </p:sp>
    </p:spTree>
    <p:extLst>
      <p:ext uri="{BB962C8B-B14F-4D97-AF65-F5344CB8AC3E}">
        <p14:creationId xmlns:p14="http://schemas.microsoft.com/office/powerpoint/2010/main" val="19099560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39416-77BF-4D61-BF50-34021A37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10 · 仿写句子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2D853-1A84-47A5-9F53-EC78E3A5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仿写：好在王大夫同汪大夫也差不多，让他试试看吧。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好在________，________。</a:t>
            </a:r>
          </a:p>
        </p:txBody>
      </p:sp>
    </p:spTree>
    <p:extLst>
      <p:ext uri="{BB962C8B-B14F-4D97-AF65-F5344CB8AC3E}">
        <p14:creationId xmlns:p14="http://schemas.microsoft.com/office/powerpoint/2010/main" val="10371689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DE643-F514-4841-ADE5-EB0AE981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仿写句子 · 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EC21F-10CD-4A81-AB30-988D69FB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示例：好在我提前检查了书包，才没有把作业忘在家里。</a:t>
            </a:r>
          </a:p>
        </p:txBody>
      </p:sp>
    </p:spTree>
    <p:extLst>
      <p:ext uri="{BB962C8B-B14F-4D97-AF65-F5344CB8AC3E}">
        <p14:creationId xmlns:p14="http://schemas.microsoft.com/office/powerpoint/2010/main" val="7206699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6A875-DABB-4FAF-9428-9FE92386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11 · 哪些事不能差不多？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80CEC-23A5-438B-89E4-3C30AD63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你觉得生活中哪些事“差不多”就行，哪些事不可以“差不多”？说说你的理由。</a:t>
            </a:r>
          </a:p>
        </p:txBody>
      </p:sp>
    </p:spTree>
    <p:extLst>
      <p:ext uri="{BB962C8B-B14F-4D97-AF65-F5344CB8AC3E}">
        <p14:creationId xmlns:p14="http://schemas.microsoft.com/office/powerpoint/2010/main" val="19697494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DC86A-0907-4C01-AB5B-322FECD8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哪些事不能差不多？ · 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AF45B-6352-469B-BC4A-34B7C32F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示例：不影响用途的包装颜色可以相近，因为不会造成明显损失。但药物剂量不能含糊，因为剂量错误可能危害健康。课文中人物把医生与兽医混同而丧命，说明越关乎安全与责任，越要核对准确。</a:t>
            </a:r>
          </a:p>
        </p:txBody>
      </p:sp>
    </p:spTree>
    <p:extLst>
      <p:ext uri="{BB962C8B-B14F-4D97-AF65-F5344CB8AC3E}">
        <p14:creationId xmlns:p14="http://schemas.microsoft.com/office/powerpoint/2010/main" val="4603728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0447A-544A-40EA-A98A-71F98FA7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四件事，危害逐渐加重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FA07F-D494-4A44-8A19-A756DEFF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买错糖：生活要求没有做到。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记错账：造成钱财损失。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误了船：耽误重要事情。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找错医生：失去生命。</a:t>
            </a:r>
          </a:p>
        </p:txBody>
      </p:sp>
    </p:spTree>
    <p:extLst>
      <p:ext uri="{BB962C8B-B14F-4D97-AF65-F5344CB8AC3E}">
        <p14:creationId xmlns:p14="http://schemas.microsoft.com/office/powerpoint/2010/main" val="8021422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3EBD5-E545-485A-A754-F8088998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详略为什么不同？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FFDFB-2751-4339-8691-61E6495A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略写买糖：以小事点出习惯。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详写医病：展开判断和严重后果。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共同突出：敷衍会带来危害。</a:t>
            </a:r>
          </a:p>
        </p:txBody>
      </p:sp>
    </p:spTree>
    <p:extLst>
      <p:ext uri="{BB962C8B-B14F-4D97-AF65-F5344CB8AC3E}">
        <p14:creationId xmlns:p14="http://schemas.microsoft.com/office/powerpoint/2010/main" val="18676610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8738A-8E5D-4783-A7FE-3927F3DE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独立答题框架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FF481-A6B4-439F-84DE-684380D4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特点：他是怎样的人？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依据：原文中他怎样做？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解释：为什么这件事体现这个特点？</a:t>
            </a:r>
          </a:p>
        </p:txBody>
      </p:sp>
    </p:spTree>
    <p:extLst>
      <p:ext uri="{BB962C8B-B14F-4D97-AF65-F5344CB8AC3E}">
        <p14:creationId xmlns:p14="http://schemas.microsoft.com/office/powerpoint/2010/main" val="64836162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18235-0464-4D9D-BAB1-22570932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开放题自检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AA999-6B13-48FE-B52C-3480D283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两类事情都回答了吗？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为什么可以近似或必须准确？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例子怎样证明我的看法？</a:t>
            </a:r>
          </a:p>
        </p:txBody>
      </p:sp>
    </p:spTree>
    <p:extLst>
      <p:ext uri="{BB962C8B-B14F-4D97-AF65-F5344CB8AC3E}">
        <p14:creationId xmlns:p14="http://schemas.microsoft.com/office/powerpoint/2010/main" val="151163677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1FDD9-85BD-4B4D-8796-F0658933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3E67"/>
                </a:solidFill>
                <a:latin typeface="LXGW WenKai TC"/>
                <a:ea typeface="LXGW WenKai TC"/>
                <a:cs typeface="LXGW WenKai TC"/>
              </a:rPr>
              <a:t>课堂收束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726AE-5C80-40CA-9A1B-49F24BD9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今天我能区分人物、旁人与作者观点。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我能用具体行为证明人物特点。</a:t>
            </a:r>
          </a:p>
          <a:p xmlns:a="http://schemas.openxmlformats.org/drawingml/2006/main">
            <a:pPr>
              <a:def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172D43"/>
                </a:solidFill>
                <a:latin typeface="LXGW WenKai TC"/>
                <a:ea typeface="LXGW WenKai TC"/>
                <a:cs typeface="LXGW WenKai TC"/>
              </a:rPr>
              <a:t>完成订正，整理自己的词语本。</a:t>
            </a:r>
          </a:p>
        </p:txBody>
      </p:sp>
    </p:spTree>
    <p:extLst>
      <p:ext uri="{BB962C8B-B14F-4D97-AF65-F5344CB8AC3E}">
        <p14:creationId xmlns:p14="http://schemas.microsoft.com/office/powerpoint/2010/main" val="820104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2026-10-26T03:17:50.5410000Z</dcterms:created>
  <dcterms:modified xsi:type="dcterms:W3CDTF">2026-10-26T03:17:50.5410000Z</dcterms:modified>
</coreProperties>
</file>